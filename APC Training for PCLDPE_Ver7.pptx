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Slides/notesSlide47.xml" ContentType="application/vnd.openxmlformats-officedocument.presentationml.notesSlide+xml"/>
  <Override PartName="/ppt/slideMasters/slideMaster1.xml" ContentType="application/vnd.openxmlformats-officedocument.presentationml.slideMaster+xml"/>
  <Override PartName="/ppt/notesSlides/notesSlide27.xml" ContentType="application/vnd.openxmlformats-officedocument.presentationml.notesSlide+xml"/>
  <Override PartName="/ppt/notesSlides/notesSlide46.xml" ContentType="application/vnd.openxmlformats-officedocument.presentationml.notesSlide+xml"/>
  <Override PartName="/ppt/notesSlides/notesSlide45.xml" ContentType="application/vnd.openxmlformats-officedocument.presentationml.notesSlide+xml"/>
  <Override PartName="/ppt/notesSlides/notesSlide28.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Slides/notesSlide44.xml" ContentType="application/vnd.openxmlformats-officedocument.presentationml.notesSlide+xml"/>
  <Override PartName="/ppt/notesSlides/notesSlide43.xml" ContentType="application/vnd.openxmlformats-officedocument.presentationml.notesSlide+xml"/>
  <Override PartName="/ppt/notesSlides/notesSlide29.xml" ContentType="application/vnd.openxmlformats-officedocument.presentationml.notesSlide+xml"/>
  <Override PartName="/ppt/notesSlides/notesSlide42.xml" ContentType="application/vnd.openxmlformats-officedocument.presentationml.notesSlide+xml"/>
  <Override PartName="/ppt/notesSlides/notesSlide36.xml" ContentType="application/vnd.openxmlformats-officedocument.presentationml.notesSlide+xml"/>
  <Override PartName="/ppt/notesSlides/notesSlide30.xml" ContentType="application/vnd.openxmlformats-officedocument.presentationml.notesSlide+xml"/>
  <Override PartName="/ppt/notesSlides/notesSlide55.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31.xml" ContentType="application/vnd.openxmlformats-officedocument.presentationml.notesSlide+xml"/>
  <Override PartName="/ppt/notesSlides/notesSlide35.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39.xml" ContentType="application/vnd.openxmlformats-officedocument.presentationml.notesSlide+xml"/>
  <Override PartName="/ppt/notesSlides/notesSlide7.xml" ContentType="application/vnd.openxmlformats-officedocument.presentationml.notesSlide+xml"/>
  <Override PartName="/ppt/notesSlides/notesSlide38.xml" ContentType="application/vnd.openxmlformats-officedocument.presentationml.notesSlide+xml"/>
  <Override PartName="/ppt/notesSlides/notesSlide8.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52.xml" ContentType="application/vnd.openxmlformats-officedocument.presentationml.notesSlide+xml"/>
  <Override PartName="/ppt/notesSlides/notesSlide37.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33.xml" ContentType="application/vnd.openxmlformats-officedocument.presentationml.notesSlide+xml"/>
  <Override PartName="/ppt/notesSlides/notesSlide54.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58.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57.xml" ContentType="application/vnd.openxmlformats-officedocument.presentationml.notesSlide+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notesSlides/notesSlide17.xml" ContentType="application/vnd.openxmlformats-officedocument.presentationml.notesSlide+xml"/>
  <Override PartName="/ppt/notesSlides/notesSlide53.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51.xml" ContentType="application/vnd.openxmlformats-officedocument.presentationml.notesSlide+xml"/>
  <Override PartName="/ppt/notesSlides/notesSlide24.xml" ContentType="application/vnd.openxmlformats-officedocument.presentationml.notesSlide+xml"/>
  <Override PartName="/ppt/notesSlides/notesSlide56.xml" ContentType="application/vnd.openxmlformats-officedocument.presentationml.notesSlide+xml"/>
  <Override PartName="/ppt/notesSlides/notesSlide50.xml" ContentType="application/vnd.openxmlformats-officedocument.presentationml.notesSlide+xml"/>
  <Override PartName="/ppt/notesSlides/notesSlide25.xml" ContentType="application/vnd.openxmlformats-officedocument.presentationml.notesSlide+xml"/>
  <Override PartName="/ppt/notesSlides/notesSlide49.xml" ContentType="application/vnd.openxmlformats-officedocument.presentationml.notesSlide+xml"/>
  <Override PartName="/ppt/notesSlides/notesSlide26.xml" ContentType="application/vnd.openxmlformats-officedocument.presentationml.notesSlide+xml"/>
  <Override PartName="/ppt/notesSlides/notesSlide48.xml" ContentType="application/vnd.openxmlformats-officedocument.presentationml.notesSlide+xml"/>
  <Override PartName="/ppt/theme/theme2.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theme/theme3.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ppt/tags/tag66.xml" ContentType="application/vnd.openxmlformats-officedocument.presentationml.tags+xml"/>
  <Override PartName="/ppt/tags/tag72.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65.xml" ContentType="application/vnd.openxmlformats-officedocument.presentationml.tags+xml"/>
  <Override PartName="/ppt/tags/tag110.xml" ContentType="application/vnd.openxmlformats-officedocument.presentationml.tags+xml"/>
  <Override PartName="/ppt/tags/tag50.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64.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63.xml" ContentType="application/vnd.openxmlformats-officedocument.presentationml.tags+xml"/>
  <Override PartName="/ppt/tags/tag111.xml" ContentType="application/vnd.openxmlformats-officedocument.presentationml.tags+xml"/>
  <Override PartName="/ppt/tags/tag7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62.xml" ContentType="application/vnd.openxmlformats-officedocument.presentationml.tags+xml"/>
  <Override PartName="/ppt/tags/tag107.xml" ContentType="application/vnd.openxmlformats-officedocument.presentationml.tags+xml"/>
  <Override PartName="/ppt/tags/tag61.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60.xml" ContentType="application/vnd.openxmlformats-officedocument.presentationml.tags+xml"/>
  <Override PartName="/ppt/tags/tag73.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59.xml" ContentType="application/vnd.openxmlformats-officedocument.presentationml.tags+xml"/>
  <Override PartName="/ppt/tags/tag112.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58.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57.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56.xml" ContentType="application/vnd.openxmlformats-officedocument.presentationml.tags+xml"/>
  <Override PartName="/ppt/tags/tag11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55.xml" ContentType="application/vnd.openxmlformats-officedocument.presentationml.tags+xml"/>
  <Override PartName="/ppt/tags/tag70.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54.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53.xml" ContentType="application/vnd.openxmlformats-officedocument.presentationml.tags+xml"/>
  <Override PartName="/ppt/tags/tag106.xml" ContentType="application/vnd.openxmlformats-officedocument.presentationml.tags+xml"/>
  <Override PartName="/ppt/tags/tag52.xml" ContentType="application/vnd.openxmlformats-officedocument.presentationml.tags+xml"/>
  <Override PartName="/ppt/tags/tag101.xml" ContentType="application/vnd.openxmlformats-officedocument.presentationml.tags+xml"/>
  <Override PartName="/ppt/tags/tag51.xml" ContentType="application/vnd.openxmlformats-officedocument.presentationml.tags+xml"/>
  <Override PartName="/ppt/tags/tag108.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49.xml" ContentType="application/vnd.openxmlformats-officedocument.presentationml.tags+xml"/>
  <Override PartName="/ppt/tags/tag114.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15.xml" ContentType="application/vnd.openxmlformats-officedocument.presentationml.tags+xml"/>
  <Override PartName="/ppt/tags/tag69.xml" ContentType="application/vnd.openxmlformats-officedocument.presentationml.tags+xml"/>
  <Override PartName="/ppt/tags/tag48.xml" ContentType="application/vnd.openxmlformats-officedocument.presentationml.tags+xml"/>
  <Override PartName="/ppt/tags/tag47.xml" ContentType="application/vnd.openxmlformats-officedocument.presentationml.tags+xml"/>
  <Override PartName="/ppt/tags/tag46.xml" ContentType="application/vnd.openxmlformats-officedocument.presentationml.tags+xml"/>
  <Override PartName="/ppt/tags/tag45.xml" ContentType="application/vnd.openxmlformats-officedocument.presentationml.tags+xml"/>
  <Override PartName="/ppt/tags/tag44.xml" ContentType="application/vnd.openxmlformats-officedocument.presentationml.tags+xml"/>
  <Override PartName="/ppt/tags/tag43.xml" ContentType="application/vnd.openxmlformats-officedocument.presentationml.tags+xml"/>
  <Override PartName="/ppt/tags/tag42.xml" ContentType="application/vnd.openxmlformats-officedocument.presentationml.tags+xml"/>
  <Override PartName="/ppt/tags/tag41.xml" ContentType="application/vnd.openxmlformats-officedocument.presentationml.tags+xml"/>
  <Override PartName="/ppt/tags/tag40.xml" ContentType="application/vnd.openxmlformats-officedocument.presentationml.tags+xml"/>
  <Override PartName="/ppt/tags/tag39.xml" ContentType="application/vnd.openxmlformats-officedocument.presentationml.tags+xml"/>
  <Override PartName="/ppt/tags/tag38.xml" ContentType="application/vnd.openxmlformats-officedocument.presentationml.tags+xml"/>
  <Override PartName="/ppt/tags/tag37.xml" ContentType="application/vnd.openxmlformats-officedocument.presentationml.tags+xml"/>
  <Override PartName="/ppt/tags/tag36.xml" ContentType="application/vnd.openxmlformats-officedocument.presentationml.tags+xml"/>
  <Override PartName="/ppt/tags/tag35.xml" ContentType="application/vnd.openxmlformats-officedocument.presentationml.tags+xml"/>
  <Override PartName="/ppt/tags/tag34.xml" ContentType="application/vnd.openxmlformats-officedocument.presentationml.tags+xml"/>
  <Override PartName="/ppt/tags/tag75.xml" ContentType="application/vnd.openxmlformats-officedocument.presentationml.tags+xml"/>
  <Override PartName="/ppt/tags/tag33.xml" ContentType="application/vnd.openxmlformats-officedocument.presentationml.tags+xml"/>
  <Override PartName="/ppt/tags/tag32.xml" ContentType="application/vnd.openxmlformats-officedocument.presentationml.tags+xml"/>
  <Override PartName="/ppt/tags/tag31.xml" ContentType="application/vnd.openxmlformats-officedocument.presentationml.tags+xml"/>
  <Override PartName="/ppt/tags/tag30.xml" ContentType="application/vnd.openxmlformats-officedocument.presentationml.tags+xml"/>
  <Override PartName="/ppt/tags/tag29.xml" ContentType="application/vnd.openxmlformats-officedocument.presentationml.tags+xml"/>
  <Override PartName="/ppt/tags/tag28.xml" ContentType="application/vnd.openxmlformats-officedocument.presentationml.tags+xml"/>
  <Override PartName="/ppt/tags/tag27.xml" ContentType="application/vnd.openxmlformats-officedocument.presentationml.tags+xml"/>
  <Override PartName="/ppt/tags/tag26.xml" ContentType="application/vnd.openxmlformats-officedocument.presentationml.tags+xml"/>
  <Override PartName="/ppt/tags/tag25.xml" ContentType="application/vnd.openxmlformats-officedocument.presentationml.tags+xml"/>
  <Override PartName="/ppt/tags/tag24.xml" ContentType="application/vnd.openxmlformats-officedocument.presentationml.tags+xml"/>
  <Override PartName="/ppt/tags/tag23.xml" ContentType="application/vnd.openxmlformats-officedocument.presentationml.tags+xml"/>
  <Override PartName="/ppt/tags/tag22.xml" ContentType="application/vnd.openxmlformats-officedocument.presentationml.tags+xml"/>
  <Override PartName="/ppt/tags/tag21.xml" ContentType="application/vnd.openxmlformats-officedocument.presentationml.tags+xml"/>
  <Override PartName="/ppt/tags/tag20.xml" ContentType="application/vnd.openxmlformats-officedocument.presentationml.tags+xml"/>
  <Override PartName="/ppt/tags/tag19.xml" ContentType="application/vnd.openxmlformats-officedocument.presentationml.tags+xml"/>
  <Override PartName="/ppt/tags/tag18.xml" ContentType="application/vnd.openxmlformats-officedocument.presentationml.tags+xml"/>
  <Override PartName="/ppt/tags/tag17.xml" ContentType="application/vnd.openxmlformats-officedocument.presentationml.tags+xml"/>
  <Override PartName="/ppt/tags/tag16.xml" ContentType="application/vnd.openxmlformats-officedocument.presentationml.tags+xml"/>
  <Override PartName="/ppt/tags/tag15.xml" ContentType="application/vnd.openxmlformats-officedocument.presentationml.tags+xml"/>
  <Override PartName="/ppt/tags/tag14.xml" ContentType="application/vnd.openxmlformats-officedocument.presentationml.tags+xml"/>
  <Override PartName="/ppt/tags/tag13.xml" ContentType="application/vnd.openxmlformats-officedocument.presentationml.tags+xml"/>
  <Override PartName="/ppt/tags/tag12.xml" ContentType="application/vnd.openxmlformats-officedocument.presentationml.tags+xml"/>
  <Override PartName="/ppt/tags/tag11.xml" ContentType="application/vnd.openxmlformats-officedocument.presentationml.tags+xml"/>
  <Override PartName="/ppt/tags/tag10.xml" ContentType="application/vnd.openxmlformats-officedocument.presentationml.tags+xml"/>
  <Override PartName="/ppt/tags/tag9.xml" ContentType="application/vnd.openxmlformats-officedocument.presentationml.tags+xml"/>
  <Override PartName="/ppt/tags/tag8.xml" ContentType="application/vnd.openxmlformats-officedocument.presentationml.tags+xml"/>
  <Override PartName="/ppt/tags/tag7.xml" ContentType="application/vnd.openxmlformats-officedocument.presentationml.tags+xml"/>
  <Override PartName="/ppt/tags/tag6.xml" ContentType="application/vnd.openxmlformats-officedocument.presentationml.tags+xml"/>
  <Override PartName="/ppt/tags/tag5.xml" ContentType="application/vnd.openxmlformats-officedocument.presentationml.tags+xml"/>
  <Override PartName="/ppt/tags/tag4.xml" ContentType="application/vnd.openxmlformats-officedocument.presentationml.tags+xml"/>
  <Override PartName="/ppt/tags/tag3.xml" ContentType="application/vnd.openxmlformats-officedocument.presentationml.tags+xml"/>
  <Override PartName="/ppt/tags/tag2.xml" ContentType="application/vnd.openxmlformats-officedocument.presentationml.tags+xml"/>
  <Override PartName="/ppt/tags/tag1.xml" ContentType="application/vnd.openxmlformats-officedocument.presentationml.tags+xml"/>
  <Override PartName="/customXml/itemProps4.xml" ContentType="application/vnd.openxmlformats-officedocument.customXmlProperties+xml"/>
  <Override PartName="/customXml/itemProps3.xml" ContentType="application/vnd.openxmlformats-officedocument.customXmlProperties+xml"/>
  <Override PartName="/customXml/itemProps2.xml" ContentType="application/vnd.openxmlformats-officedocument.customXmlProperties+xml"/>
  <Override PartName="/customXml/itemProps1.xml" ContentType="application/vnd.openxmlformats-officedocument.customXmlProperties+xml"/>
  <Override PartName="/ppt/tags/tag116.xml" ContentType="application/vnd.openxmlformats-officedocument.presentationml.tags+xml"/>
  <Override PartName="/ppt/tags/tag117.xml" ContentType="application/vnd.openxmlformats-officedocument.presentationml.tags+xml"/>
  <Override PartName="/ppt/tags/tag68.xml" ContentType="application/vnd.openxmlformats-officedocument.presentationml.tags+xml"/>
  <Override PartName="/ppt/tags/tag109.xml" ContentType="application/vnd.openxmlformats-officedocument.presentationml.tags+xml"/>
  <Override PartName="/ppt/tags/tag118.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74.xml" ContentType="application/vnd.openxmlformats-officedocument.presentationml.tags+xml"/>
  <Override PartName="/ppt/tags/tag67.xml" ContentType="application/vnd.openxmlformats-officedocument.presentationml.tags+xml"/>
  <Override PartName="/ppt/tags/tag100.xml" ContentType="application/vnd.openxmlformats-officedocument.presentationml.tags+xml"/>
  <Override PartName="/customXml/itemProps5.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60" r:id="rId5"/>
  </p:sldMasterIdLst>
  <p:notesMasterIdLst>
    <p:notesMasterId r:id="rId64"/>
  </p:notesMasterIdLst>
  <p:handoutMasterIdLst>
    <p:handoutMasterId r:id="rId65"/>
  </p:handoutMasterIdLst>
  <p:sldIdLst>
    <p:sldId id="283" r:id="rId6"/>
    <p:sldId id="257" r:id="rId7"/>
    <p:sldId id="284" r:id="rId8"/>
    <p:sldId id="286" r:id="rId9"/>
    <p:sldId id="288" r:id="rId10"/>
    <p:sldId id="287" r:id="rId11"/>
    <p:sldId id="289" r:id="rId12"/>
    <p:sldId id="290" r:id="rId13"/>
    <p:sldId id="291" r:id="rId14"/>
    <p:sldId id="312" r:id="rId15"/>
    <p:sldId id="292" r:id="rId16"/>
    <p:sldId id="293" r:id="rId17"/>
    <p:sldId id="294" r:id="rId18"/>
    <p:sldId id="339" r:id="rId19"/>
    <p:sldId id="307" r:id="rId20"/>
    <p:sldId id="295" r:id="rId21"/>
    <p:sldId id="296" r:id="rId22"/>
    <p:sldId id="297" r:id="rId23"/>
    <p:sldId id="298" r:id="rId24"/>
    <p:sldId id="299" r:id="rId25"/>
    <p:sldId id="300" r:id="rId26"/>
    <p:sldId id="301" r:id="rId27"/>
    <p:sldId id="302" r:id="rId28"/>
    <p:sldId id="313" r:id="rId29"/>
    <p:sldId id="314" r:id="rId30"/>
    <p:sldId id="315" r:id="rId31"/>
    <p:sldId id="338" r:id="rId32"/>
    <p:sldId id="342" r:id="rId33"/>
    <p:sldId id="317" r:id="rId34"/>
    <p:sldId id="318" r:id="rId35"/>
    <p:sldId id="319" r:id="rId36"/>
    <p:sldId id="320" r:id="rId37"/>
    <p:sldId id="321" r:id="rId38"/>
    <p:sldId id="322" r:id="rId39"/>
    <p:sldId id="333" r:id="rId40"/>
    <p:sldId id="334" r:id="rId41"/>
    <p:sldId id="335" r:id="rId42"/>
    <p:sldId id="336" r:id="rId43"/>
    <p:sldId id="323" r:id="rId44"/>
    <p:sldId id="303" r:id="rId45"/>
    <p:sldId id="309" r:id="rId46"/>
    <p:sldId id="310" r:id="rId47"/>
    <p:sldId id="311" r:id="rId48"/>
    <p:sldId id="316" r:id="rId49"/>
    <p:sldId id="337" r:id="rId50"/>
    <p:sldId id="325" r:id="rId51"/>
    <p:sldId id="326" r:id="rId52"/>
    <p:sldId id="324" r:id="rId53"/>
    <p:sldId id="305" r:id="rId54"/>
    <p:sldId id="330" r:id="rId55"/>
    <p:sldId id="331" r:id="rId56"/>
    <p:sldId id="332" r:id="rId57"/>
    <p:sldId id="329" r:id="rId58"/>
    <p:sldId id="343" r:id="rId59"/>
    <p:sldId id="308" r:id="rId60"/>
    <p:sldId id="327" r:id="rId61"/>
    <p:sldId id="285" r:id="rId62"/>
    <p:sldId id="341" r:id="rId6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2A7EA52-4EB8-49A3-AEFB-D58B6D54EE2C}">
          <p14:sldIdLst>
            <p14:sldId id="283"/>
            <p14:sldId id="257"/>
          </p14:sldIdLst>
        </p14:section>
        <p14:section name="APC Overview" id="{78E19042-C4C8-49AB-B887-297228B59DE7}">
          <p14:sldIdLst>
            <p14:sldId id="284"/>
            <p14:sldId id="286"/>
            <p14:sldId id="288"/>
            <p14:sldId id="287"/>
            <p14:sldId id="289"/>
            <p14:sldId id="290"/>
            <p14:sldId id="291"/>
          </p14:sldIdLst>
        </p14:section>
        <p14:section name="PCLDPE Overview" id="{F8EB3C7C-1905-4B28-8A17-386A02E95A6A}">
          <p14:sldIdLst>
            <p14:sldId id="312"/>
            <p14:sldId id="292"/>
            <p14:sldId id="293"/>
            <p14:sldId id="294"/>
            <p14:sldId id="339"/>
            <p14:sldId id="307"/>
          </p14:sldIdLst>
        </p14:section>
        <p14:section name="Main Controlled Variables" id="{7C67F7FE-BDFF-40FC-AADF-FED4C8188537}">
          <p14:sldIdLst>
            <p14:sldId id="295"/>
            <p14:sldId id="296"/>
            <p14:sldId id="297"/>
            <p14:sldId id="298"/>
            <p14:sldId id="299"/>
            <p14:sldId id="300"/>
            <p14:sldId id="301"/>
            <p14:sldId id="302"/>
            <p14:sldId id="313"/>
            <p14:sldId id="314"/>
            <p14:sldId id="315"/>
            <p14:sldId id="338"/>
            <p14:sldId id="342"/>
          </p14:sldIdLst>
        </p14:section>
        <p14:section name="APC Logic" id="{FBB9DEFD-CA6A-429C-8402-79FEF496CCCB}">
          <p14:sldIdLst>
            <p14:sldId id="317"/>
            <p14:sldId id="318"/>
            <p14:sldId id="319"/>
            <p14:sldId id="320"/>
            <p14:sldId id="321"/>
            <p14:sldId id="322"/>
            <p14:sldId id="333"/>
            <p14:sldId id="334"/>
            <p14:sldId id="335"/>
            <p14:sldId id="336"/>
          </p14:sldIdLst>
        </p14:section>
        <p14:section name="IQ" id="{B878E4AE-63B5-40A8-90BF-3A6F41041CE9}">
          <p14:sldIdLst>
            <p14:sldId id="323"/>
            <p14:sldId id="303"/>
            <p14:sldId id="309"/>
            <p14:sldId id="310"/>
            <p14:sldId id="311"/>
            <p14:sldId id="316"/>
            <p14:sldId id="337"/>
            <p14:sldId id="325"/>
            <p14:sldId id="326"/>
          </p14:sldIdLst>
        </p14:section>
        <p14:section name="GTM" id="{2F14683E-5F6C-4A26-B308-D4617E6C5476}">
          <p14:sldIdLst>
            <p14:sldId id="324"/>
            <p14:sldId id="305"/>
            <p14:sldId id="330"/>
            <p14:sldId id="331"/>
            <p14:sldId id="332"/>
            <p14:sldId id="329"/>
            <p14:sldId id="343"/>
            <p14:sldId id="308"/>
            <p14:sldId id="327"/>
            <p14:sldId id="285"/>
            <p14:sldId id="341"/>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driny Bt Rusman - Ir (GTS/PD&amp;T)" initials="A(" lastIdx="3" clrIdx="0">
    <p:extLst>
      <p:ext uri="{19B8F6BF-5375-455C-9EA6-DF929625EA0E}">
        <p15:presenceInfo xmlns:p15="http://schemas.microsoft.com/office/powerpoint/2012/main" userId="S::andriny@petronas.com::707d6b90-39d8-47eb-b139-c8925e50390f" providerId="AD"/>
      </p:ext>
    </p:extLst>
  </p:cmAuthor>
  <p:cmAuthor id="2" name="M Fadzli B Wahab (TSD/PCASB)" initials="MFBW(" lastIdx="6" clrIdx="1">
    <p:extLst>
      <p:ext uri="{19B8F6BF-5375-455C-9EA6-DF929625EA0E}">
        <p15:presenceInfo xmlns:p15="http://schemas.microsoft.com/office/powerpoint/2012/main" userId="S::mfadzli.wahab@petronas.com::ffdea144-021a-49f8-bf73-c14dfb89d24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3A7C1"/>
    <a:srgbClr val="20419A"/>
    <a:srgbClr val="3C3835"/>
    <a:srgbClr val="763F98"/>
    <a:srgbClr val="00B1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3896E2-00C8-424B-9765-5047BA6DE04E}" v="7096" dt="2021-07-01T04:19:55.2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748" autoAdjust="0"/>
    <p:restoredTop sz="94694"/>
  </p:normalViewPr>
  <p:slideViewPr>
    <p:cSldViewPr snapToGrid="0" snapToObjects="1" showGuides="1">
      <p:cViewPr>
        <p:scale>
          <a:sx n="200" d="100"/>
          <a:sy n="200" d="100"/>
        </p:scale>
        <p:origin x="-1746" y="-3132"/>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viewProps" Target="viewProps.xml"/><Relationship Id="rId7" Type="http://schemas.openxmlformats.org/officeDocument/2006/relationships/slide" Target="slides/slide2.xml"/><Relationship Id="rId71"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commentAuthors" Target="commentAuthors.xml"/><Relationship Id="rId5" Type="http://schemas.openxmlformats.org/officeDocument/2006/relationships/slideMaster" Target="slideMasters/slideMaster1.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customXml" Target="../customXml/item5.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04-04T21:26:14.836" idx="1">
    <p:pos x="10" y="10"/>
    <p:text>1 thing important to highlight, while we can reap benefits with APC, it is also important to sustain the benefit. And how it is done is continuous monitoring yg also perlukan operator fbk on the APC performance/response</p:text>
    <p:extLst>
      <p:ext uri="{C676402C-5697-4E1C-873F-D02D1690AC5C}">
        <p15:threadingInfo xmlns:p15="http://schemas.microsoft.com/office/powerpoint/2012/main" timeZoneBias="4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1-04-04T22:40:33.071" idx="2">
    <p:pos x="4562" y="474"/>
    <p:text>huhu, x muat 1 slide tu amin</p:text>
    <p:extLst>
      <p:ext uri="{C676402C-5697-4E1C-873F-D02D1690AC5C}">
        <p15:threadingInfo xmlns:p15="http://schemas.microsoft.com/office/powerpoint/2012/main" timeZoneBias="420"/>
      </p:ext>
    </p:extLst>
  </p:cm>
  <p:cm authorId="2" dt="2021-04-22T11:31:28.402" idx="1">
    <p:pos x="2869" y="1569"/>
    <p:text>Yang ni dah guna point baru maybe nanti boleh sync dengan yang FDS document after comment haritu.
The same untuk diepress &amp; IQ Gloss.
And boleh ke separate terus column IP21 &amp; DCS</p:text>
    <p:extLst>
      <p:ext uri="{C676402C-5697-4E1C-873F-D02D1690AC5C}">
        <p15:threadingInfo xmlns:p15="http://schemas.microsoft.com/office/powerpoint/2012/main" timeZoneBias="-480"/>
      </p:ext>
    </p:extLst>
  </p:cm>
  <p:cm authorId="2" dt="2021-04-22T11:33:27.573" idx="3">
    <p:pos x="2534" y="3922"/>
    <p:text>11FIC0602_PVFLT.PV</p:text>
    <p:extLst>
      <p:ext uri="{C676402C-5697-4E1C-873F-D02D1690AC5C}">
        <p15:threadingInfo xmlns:p15="http://schemas.microsoft.com/office/powerpoint/2012/main" timeZoneBias="-4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21-04-22T11:40:18.604" idx="5">
    <p:pos x="3138" y="1887"/>
    <p:text>Can we add the latest data on the prediction vs the lab measurement/analyzer reading for all of the relevant iq</p:text>
    <p:extLst>
      <p:ext uri="{C676402C-5697-4E1C-873F-D02D1690AC5C}">
        <p15:threadingInfo xmlns:p15="http://schemas.microsoft.com/office/powerpoint/2012/main" timeZoneBias="-480"/>
      </p:ext>
    </p:extLst>
  </p:cm>
  <p:cm authorId="2" dt="2021-04-22T13:48:45.047" idx="6">
    <p:pos x="2987" y="1671"/>
    <p:text>Is it possible to include all the logics implemented in the training and some of the logics changes implemented at DCS in the slides.</p:text>
    <p:extLst>
      <p:ext uri="{C676402C-5697-4E1C-873F-D02D1690AC5C}">
        <p15:threadingInfo xmlns:p15="http://schemas.microsoft.com/office/powerpoint/2012/main" timeZoneBias="-4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2" dt="2021-04-22T11:37:05.344" idx="4">
    <p:pos x="4290" y="1190"/>
    <p:text>will manipulate CTA Flow</p:text>
    <p:extLst>
      <p:ext uri="{C676402C-5697-4E1C-873F-D02D1690AC5C}">
        <p15:threadingInfo xmlns:p15="http://schemas.microsoft.com/office/powerpoint/2012/main" timeZoneBias="-4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1-04-04T22:44:50.544" idx="3">
    <p:pos x="5483" y="818"/>
    <p:text>apa tu another 1 inferential? also, prodspex x masuk
</p:text>
    <p:extLst>
      <p:ext uri="{C676402C-5697-4E1C-873F-D02D1690AC5C}">
        <p15:threadingInfo xmlns:p15="http://schemas.microsoft.com/office/powerpoint/2012/main" timeZoneBias="420"/>
      </p:ext>
    </p:extLst>
  </p:cm>
</p:cmLst>
</file>

<file path=ppt/handoutMasters/_rels/handoutMaster1.xml.rels><?xml version="1.0" encoding="UTF-8" standalone="yes"?>
<Relationships xmlns="http://schemas.openxmlformats.org/package/2006/relationships"><Relationship Id="rId2" Type="http://schemas.openxmlformats.org/officeDocument/2006/relationships/tags" Target="../tags/tag2.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C0BE112-10A7-4BBE-91B9-1C357E127A24}" type="datetimeFigureOut">
              <a:rPr lang="en-US" smtClean="0"/>
              <a:t>7/1/2021</a:t>
            </a:fld>
            <a:endParaRPr lang="en-US"/>
          </a:p>
        </p:txBody>
      </p:sp>
      <p:sp>
        <p:nvSpPr>
          <p:cNvPr id="4" name="Footer Placeholder 3"/>
          <p:cNvSpPr>
            <a:spLocks noGrp="1"/>
          </p:cNvSpPr>
          <p:nvPr>
            <p:ph type="ftr" sz="quarter" idx="2"/>
            <p:custDataLst>
              <p:tags r:id="rId2"/>
            </p:custDataLst>
          </p:nvPr>
        </p:nvSpPr>
        <p:spPr>
          <a:xfrm>
            <a:off x="0" y="8685213"/>
            <a:ext cx="6858000" cy="458787"/>
          </a:xfrm>
          <a:prstGeom prst="rect">
            <a:avLst/>
          </a:prstGeom>
        </p:spPr>
        <p:txBody>
          <a:bodyPr vert="horz" lIns="91440" tIns="45720" rIns="91440" bIns="45720" rtlCol="0" anchor="b"/>
          <a:lstStyle>
            <a:lvl1pPr algn="l">
              <a:defRPr sz="1200"/>
            </a:lvl1pPr>
          </a:lstStyle>
          <a:p>
            <a:r>
              <a:rPr lang="en-US" sz="600">
                <a:solidFill>
                  <a:srgbClr val="000000"/>
                </a:solidFill>
                <a:latin typeface="Verdana" panose="020B0604030504040204" pitchFamily="34" charset="0"/>
              </a:rPr>
              <a:t>Internal</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9A616F0-363E-4723-8BD2-F22318136C74}" type="slidenum">
              <a:rPr lang="en-US" smtClean="0"/>
              <a:t>‹#›</a:t>
            </a:fld>
            <a:endParaRPr lang="en-US"/>
          </a:p>
        </p:txBody>
      </p:sp>
    </p:spTree>
    <p:extLst>
      <p:ext uri="{BB962C8B-B14F-4D97-AF65-F5344CB8AC3E}">
        <p14:creationId xmlns:p14="http://schemas.microsoft.com/office/powerpoint/2010/main" val="387599445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984510-EBD7-4DD0-9EAB-33E0103038A4}" type="datetimeFigureOut">
              <a:rPr lang="en-US" smtClean="0"/>
              <a:t>7/1/2021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custDataLst>
              <p:tags r:id="rId2"/>
            </p:custDataLst>
          </p:nvPr>
        </p:nvSpPr>
        <p:spPr>
          <a:xfrm>
            <a:off x="0" y="8685213"/>
            <a:ext cx="6858000" cy="458787"/>
          </a:xfrm>
          <a:prstGeom prst="rect">
            <a:avLst/>
          </a:prstGeom>
        </p:spPr>
        <p:txBody>
          <a:bodyPr vert="horz" lIns="91440" tIns="45720" rIns="91440" bIns="45720" rtlCol="0" anchor="b"/>
          <a:lstStyle>
            <a:lvl1pPr algn="l">
              <a:defRPr lang="en-US" sz="600" b="0" i="0" u="none">
                <a:solidFill>
                  <a:srgbClr val="000000"/>
                </a:solidFill>
                <a:latin typeface="Verdana" panose="020B0604030504040204" pitchFamily="34" charset="0"/>
              </a:defRPr>
            </a:lvl1pPr>
          </a:lstStyle>
          <a:p>
            <a:r>
              <a:rPr lang="en-US"/>
              <a:t>Internal</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411AC2-7164-4381-B2AE-E162FDBE9A19}" type="slidenum">
              <a:rPr lang="en-US" smtClean="0"/>
              <a:t>‹#›</a:t>
            </a:fld>
            <a:endParaRPr lang="en-US"/>
          </a:p>
        </p:txBody>
      </p:sp>
    </p:spTree>
    <p:extLst>
      <p:ext uri="{BB962C8B-B14F-4D97-AF65-F5344CB8AC3E}">
        <p14:creationId xmlns:p14="http://schemas.microsoft.com/office/powerpoint/2010/main" val="4257925848"/>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ags" Target="../tags/tag4.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ags" Target="../tags/tag6.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ags" Target="../tags/tag8.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notesMaster" Target="../notesMasters/notesMaster1.xml"/><Relationship Id="rId1" Type="http://schemas.openxmlformats.org/officeDocument/2006/relationships/tags" Target="../tags/tag10.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notesMaster" Target="../notesMasters/notesMaster1.xml"/><Relationship Id="rId1" Type="http://schemas.openxmlformats.org/officeDocument/2006/relationships/tags" Target="../tags/tag12.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ags" Target="../tags/tag14.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ags" Target="../tags/tag16.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ags" Target="../tags/tag18.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ags" Target="../tags/tag20.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ags" Target="../tags/tag22.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ags" Target="../tags/tag24.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ags" Target="../tags/tag26.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ags" Target="../tags/tag28.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ags" Target="../tags/tag30.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ags" Target="../tags/tag32.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notesMaster" Target="../notesMasters/notesMaster1.xml"/><Relationship Id="rId1" Type="http://schemas.openxmlformats.org/officeDocument/2006/relationships/tags" Target="../tags/tag34.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ags" Target="../tags/tag36.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notesMaster" Target="../notesMasters/notesMaster1.xml"/><Relationship Id="rId1" Type="http://schemas.openxmlformats.org/officeDocument/2006/relationships/tags" Target="../tags/tag38.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tags" Target="../tags/tag40.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notesMaster" Target="../notesMasters/notesMaster1.xml"/><Relationship Id="rId1" Type="http://schemas.openxmlformats.org/officeDocument/2006/relationships/tags" Target="../tags/tag42.xml"/></Relationships>
</file>

<file path=ppt/notesSlides/_rels/notesSlide21.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notesMaster" Target="../notesMasters/notesMaster1.xml"/><Relationship Id="rId1" Type="http://schemas.openxmlformats.org/officeDocument/2006/relationships/tags" Target="../tags/tag44.xml"/></Relationships>
</file>

<file path=ppt/notesSlides/_rels/notesSlide22.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notesMaster" Target="../notesMasters/notesMaster1.xml"/><Relationship Id="rId1" Type="http://schemas.openxmlformats.org/officeDocument/2006/relationships/tags" Target="../tags/tag46.xml"/></Relationships>
</file>

<file path=ppt/notesSlides/_rels/notesSlide23.xml.rels><?xml version="1.0" encoding="UTF-8" standalone="yes"?>
<Relationships xmlns="http://schemas.openxmlformats.org/package/2006/relationships"><Relationship Id="rId3" Type="http://schemas.openxmlformats.org/officeDocument/2006/relationships/slide" Target="../slides/slide23.xml"/><Relationship Id="rId2" Type="http://schemas.openxmlformats.org/officeDocument/2006/relationships/notesMaster" Target="../notesMasters/notesMaster1.xml"/><Relationship Id="rId1" Type="http://schemas.openxmlformats.org/officeDocument/2006/relationships/tags" Target="../tags/tag48.xml"/></Relationships>
</file>

<file path=ppt/notesSlides/_rels/notesSlide24.xml.rels><?xml version="1.0" encoding="UTF-8" standalone="yes"?>
<Relationships xmlns="http://schemas.openxmlformats.org/package/2006/relationships"><Relationship Id="rId3" Type="http://schemas.openxmlformats.org/officeDocument/2006/relationships/slide" Target="../slides/slide24.xml"/><Relationship Id="rId2" Type="http://schemas.openxmlformats.org/officeDocument/2006/relationships/notesMaster" Target="../notesMasters/notesMaster1.xml"/><Relationship Id="rId1" Type="http://schemas.openxmlformats.org/officeDocument/2006/relationships/tags" Target="../tags/tag50.xml"/></Relationships>
</file>

<file path=ppt/notesSlides/_rels/notesSlide25.xml.rels><?xml version="1.0" encoding="UTF-8" standalone="yes"?>
<Relationships xmlns="http://schemas.openxmlformats.org/package/2006/relationships"><Relationship Id="rId3" Type="http://schemas.openxmlformats.org/officeDocument/2006/relationships/slide" Target="../slides/slide25.xml"/><Relationship Id="rId2" Type="http://schemas.openxmlformats.org/officeDocument/2006/relationships/notesMaster" Target="../notesMasters/notesMaster1.xml"/><Relationship Id="rId1" Type="http://schemas.openxmlformats.org/officeDocument/2006/relationships/tags" Target="../tags/tag52.xml"/></Relationships>
</file>

<file path=ppt/notesSlides/_rels/notesSlide26.xml.rels><?xml version="1.0" encoding="UTF-8" standalone="yes"?>
<Relationships xmlns="http://schemas.openxmlformats.org/package/2006/relationships"><Relationship Id="rId3" Type="http://schemas.openxmlformats.org/officeDocument/2006/relationships/slide" Target="../slides/slide26.xml"/><Relationship Id="rId2" Type="http://schemas.openxmlformats.org/officeDocument/2006/relationships/notesMaster" Target="../notesMasters/notesMaster1.xml"/><Relationship Id="rId1" Type="http://schemas.openxmlformats.org/officeDocument/2006/relationships/tags" Target="../tags/tag54.xml"/></Relationships>
</file>

<file path=ppt/notesSlides/_rels/notesSlide27.xml.rels><?xml version="1.0" encoding="UTF-8" standalone="yes"?>
<Relationships xmlns="http://schemas.openxmlformats.org/package/2006/relationships"><Relationship Id="rId3" Type="http://schemas.openxmlformats.org/officeDocument/2006/relationships/slide" Target="../slides/slide27.xml"/><Relationship Id="rId2" Type="http://schemas.openxmlformats.org/officeDocument/2006/relationships/notesMaster" Target="../notesMasters/notesMaster1.xml"/><Relationship Id="rId1" Type="http://schemas.openxmlformats.org/officeDocument/2006/relationships/tags" Target="../tags/tag56.xml"/></Relationships>
</file>

<file path=ppt/notesSlides/_rels/notesSlide28.xml.rels><?xml version="1.0" encoding="UTF-8" standalone="yes"?>
<Relationships xmlns="http://schemas.openxmlformats.org/package/2006/relationships"><Relationship Id="rId3" Type="http://schemas.openxmlformats.org/officeDocument/2006/relationships/slide" Target="../slides/slide28.xml"/><Relationship Id="rId2" Type="http://schemas.openxmlformats.org/officeDocument/2006/relationships/notesMaster" Target="../notesMasters/notesMaster1.xml"/><Relationship Id="rId1" Type="http://schemas.openxmlformats.org/officeDocument/2006/relationships/tags" Target="../tags/tag58.xml"/></Relationships>
</file>

<file path=ppt/notesSlides/_rels/notesSlide29.xml.rels><?xml version="1.0" encoding="UTF-8" standalone="yes"?>
<Relationships xmlns="http://schemas.openxmlformats.org/package/2006/relationships"><Relationship Id="rId3" Type="http://schemas.openxmlformats.org/officeDocument/2006/relationships/slide" Target="../slides/slide29.xml"/><Relationship Id="rId2" Type="http://schemas.openxmlformats.org/officeDocument/2006/relationships/notesMaster" Target="../notesMasters/notesMaster1.xml"/><Relationship Id="rId1" Type="http://schemas.openxmlformats.org/officeDocument/2006/relationships/tags" Target="../tags/tag60.xml"/></Relationships>
</file>

<file path=ppt/notesSlides/_rels/notesSlide30.xml.rels><?xml version="1.0" encoding="UTF-8" standalone="yes"?>
<Relationships xmlns="http://schemas.openxmlformats.org/package/2006/relationships"><Relationship Id="rId3" Type="http://schemas.openxmlformats.org/officeDocument/2006/relationships/slide" Target="../slides/slide30.xml"/><Relationship Id="rId2" Type="http://schemas.openxmlformats.org/officeDocument/2006/relationships/notesMaster" Target="../notesMasters/notesMaster1.xml"/><Relationship Id="rId1" Type="http://schemas.openxmlformats.org/officeDocument/2006/relationships/tags" Target="../tags/tag62.xml"/></Relationships>
</file>

<file path=ppt/notesSlides/_rels/notesSlide31.xml.rels><?xml version="1.0" encoding="UTF-8" standalone="yes"?>
<Relationships xmlns="http://schemas.openxmlformats.org/package/2006/relationships"><Relationship Id="rId3" Type="http://schemas.openxmlformats.org/officeDocument/2006/relationships/slide" Target="../slides/slide31.xml"/><Relationship Id="rId2" Type="http://schemas.openxmlformats.org/officeDocument/2006/relationships/notesMaster" Target="../notesMasters/notesMaster1.xml"/><Relationship Id="rId1" Type="http://schemas.openxmlformats.org/officeDocument/2006/relationships/tags" Target="../tags/tag64.xml"/></Relationships>
</file>

<file path=ppt/notesSlides/_rels/notesSlide32.xml.rels><?xml version="1.0" encoding="UTF-8" standalone="yes"?>
<Relationships xmlns="http://schemas.openxmlformats.org/package/2006/relationships"><Relationship Id="rId3" Type="http://schemas.openxmlformats.org/officeDocument/2006/relationships/slide" Target="../slides/slide32.xml"/><Relationship Id="rId2" Type="http://schemas.openxmlformats.org/officeDocument/2006/relationships/notesMaster" Target="../notesMasters/notesMaster1.xml"/><Relationship Id="rId1" Type="http://schemas.openxmlformats.org/officeDocument/2006/relationships/tags" Target="../tags/tag66.xml"/></Relationships>
</file>

<file path=ppt/notesSlides/_rels/notesSlide33.xml.rels><?xml version="1.0" encoding="UTF-8" standalone="yes"?>
<Relationships xmlns="http://schemas.openxmlformats.org/package/2006/relationships"><Relationship Id="rId3" Type="http://schemas.openxmlformats.org/officeDocument/2006/relationships/slide" Target="../slides/slide33.xml"/><Relationship Id="rId2" Type="http://schemas.openxmlformats.org/officeDocument/2006/relationships/notesMaster" Target="../notesMasters/notesMaster1.xml"/><Relationship Id="rId1" Type="http://schemas.openxmlformats.org/officeDocument/2006/relationships/tags" Target="../tags/tag68.xml"/></Relationships>
</file>

<file path=ppt/notesSlides/_rels/notesSlide34.xml.rels><?xml version="1.0" encoding="UTF-8" standalone="yes"?>
<Relationships xmlns="http://schemas.openxmlformats.org/package/2006/relationships"><Relationship Id="rId3" Type="http://schemas.openxmlformats.org/officeDocument/2006/relationships/slide" Target="../slides/slide34.xml"/><Relationship Id="rId2" Type="http://schemas.openxmlformats.org/officeDocument/2006/relationships/notesMaster" Target="../notesMasters/notesMaster1.xml"/><Relationship Id="rId1" Type="http://schemas.openxmlformats.org/officeDocument/2006/relationships/tags" Target="../tags/tag70.xml"/></Relationships>
</file>

<file path=ppt/notesSlides/_rels/notesSlide35.xml.rels><?xml version="1.0" encoding="UTF-8" standalone="yes"?>
<Relationships xmlns="http://schemas.openxmlformats.org/package/2006/relationships"><Relationship Id="rId3" Type="http://schemas.openxmlformats.org/officeDocument/2006/relationships/slide" Target="../slides/slide35.xml"/><Relationship Id="rId2" Type="http://schemas.openxmlformats.org/officeDocument/2006/relationships/notesMaster" Target="../notesMasters/notesMaster1.xml"/><Relationship Id="rId1" Type="http://schemas.openxmlformats.org/officeDocument/2006/relationships/tags" Target="../tags/tag72.xml"/></Relationships>
</file>

<file path=ppt/notesSlides/_rels/notesSlide36.xml.rels><?xml version="1.0" encoding="UTF-8" standalone="yes"?>
<Relationships xmlns="http://schemas.openxmlformats.org/package/2006/relationships"><Relationship Id="rId3" Type="http://schemas.openxmlformats.org/officeDocument/2006/relationships/slide" Target="../slides/slide36.xml"/><Relationship Id="rId2" Type="http://schemas.openxmlformats.org/officeDocument/2006/relationships/notesMaster" Target="../notesMasters/notesMaster1.xml"/><Relationship Id="rId1" Type="http://schemas.openxmlformats.org/officeDocument/2006/relationships/tags" Target="../tags/tag74.xml"/></Relationships>
</file>

<file path=ppt/notesSlides/_rels/notesSlide37.xml.rels><?xml version="1.0" encoding="UTF-8" standalone="yes"?>
<Relationships xmlns="http://schemas.openxmlformats.org/package/2006/relationships"><Relationship Id="rId3" Type="http://schemas.openxmlformats.org/officeDocument/2006/relationships/slide" Target="../slides/slide37.xml"/><Relationship Id="rId2" Type="http://schemas.openxmlformats.org/officeDocument/2006/relationships/notesMaster" Target="../notesMasters/notesMaster1.xml"/><Relationship Id="rId1" Type="http://schemas.openxmlformats.org/officeDocument/2006/relationships/tags" Target="../tags/tag76.xml"/></Relationships>
</file>

<file path=ppt/notesSlides/_rels/notesSlide38.xml.rels><?xml version="1.0" encoding="UTF-8" standalone="yes"?>
<Relationships xmlns="http://schemas.openxmlformats.org/package/2006/relationships"><Relationship Id="rId3" Type="http://schemas.openxmlformats.org/officeDocument/2006/relationships/slide" Target="../slides/slide38.xml"/><Relationship Id="rId2" Type="http://schemas.openxmlformats.org/officeDocument/2006/relationships/notesMaster" Target="../notesMasters/notesMaster1.xml"/><Relationship Id="rId1" Type="http://schemas.openxmlformats.org/officeDocument/2006/relationships/tags" Target="../tags/tag78.xml"/></Relationships>
</file>

<file path=ppt/notesSlides/_rels/notesSlide39.xml.rels><?xml version="1.0" encoding="UTF-8" standalone="yes"?>
<Relationships xmlns="http://schemas.openxmlformats.org/package/2006/relationships"><Relationship Id="rId3" Type="http://schemas.openxmlformats.org/officeDocument/2006/relationships/slide" Target="../slides/slide39.xml"/><Relationship Id="rId2" Type="http://schemas.openxmlformats.org/officeDocument/2006/relationships/notesMaster" Target="../notesMasters/notesMaster1.xml"/><Relationship Id="rId1" Type="http://schemas.openxmlformats.org/officeDocument/2006/relationships/tags" Target="../tags/tag80.xml"/></Relationships>
</file>

<file path=ppt/notesSlides/_rels/notesSlide40.xml.rels><?xml version="1.0" encoding="UTF-8" standalone="yes"?>
<Relationships xmlns="http://schemas.openxmlformats.org/package/2006/relationships"><Relationship Id="rId3" Type="http://schemas.openxmlformats.org/officeDocument/2006/relationships/slide" Target="../slides/slide40.xml"/><Relationship Id="rId2" Type="http://schemas.openxmlformats.org/officeDocument/2006/relationships/notesMaster" Target="../notesMasters/notesMaster1.xml"/><Relationship Id="rId1" Type="http://schemas.openxmlformats.org/officeDocument/2006/relationships/tags" Target="../tags/tag82.xml"/></Relationships>
</file>

<file path=ppt/notesSlides/_rels/notesSlide41.xml.rels><?xml version="1.0" encoding="UTF-8" standalone="yes"?>
<Relationships xmlns="http://schemas.openxmlformats.org/package/2006/relationships"><Relationship Id="rId3" Type="http://schemas.openxmlformats.org/officeDocument/2006/relationships/slide" Target="../slides/slide41.xml"/><Relationship Id="rId2" Type="http://schemas.openxmlformats.org/officeDocument/2006/relationships/notesMaster" Target="../notesMasters/notesMaster1.xml"/><Relationship Id="rId1" Type="http://schemas.openxmlformats.org/officeDocument/2006/relationships/tags" Target="../tags/tag84.xml"/></Relationships>
</file>

<file path=ppt/notesSlides/_rels/notesSlide42.xml.rels><?xml version="1.0" encoding="UTF-8" standalone="yes"?>
<Relationships xmlns="http://schemas.openxmlformats.org/package/2006/relationships"><Relationship Id="rId3" Type="http://schemas.openxmlformats.org/officeDocument/2006/relationships/slide" Target="../slides/slide42.xml"/><Relationship Id="rId2" Type="http://schemas.openxmlformats.org/officeDocument/2006/relationships/notesMaster" Target="../notesMasters/notesMaster1.xml"/><Relationship Id="rId1" Type="http://schemas.openxmlformats.org/officeDocument/2006/relationships/tags" Target="../tags/tag86.xml"/></Relationships>
</file>

<file path=ppt/notesSlides/_rels/notesSlide43.xml.rels><?xml version="1.0" encoding="UTF-8" standalone="yes"?>
<Relationships xmlns="http://schemas.openxmlformats.org/package/2006/relationships"><Relationship Id="rId3" Type="http://schemas.openxmlformats.org/officeDocument/2006/relationships/slide" Target="../slides/slide43.xml"/><Relationship Id="rId2" Type="http://schemas.openxmlformats.org/officeDocument/2006/relationships/notesMaster" Target="../notesMasters/notesMaster1.xml"/><Relationship Id="rId1" Type="http://schemas.openxmlformats.org/officeDocument/2006/relationships/tags" Target="../tags/tag88.xml"/></Relationships>
</file>

<file path=ppt/notesSlides/_rels/notesSlide44.xml.rels><?xml version="1.0" encoding="UTF-8" standalone="yes"?>
<Relationships xmlns="http://schemas.openxmlformats.org/package/2006/relationships"><Relationship Id="rId3" Type="http://schemas.openxmlformats.org/officeDocument/2006/relationships/slide" Target="../slides/slide44.xml"/><Relationship Id="rId2" Type="http://schemas.openxmlformats.org/officeDocument/2006/relationships/notesMaster" Target="../notesMasters/notesMaster1.xml"/><Relationship Id="rId1" Type="http://schemas.openxmlformats.org/officeDocument/2006/relationships/tags" Target="../tags/tag90.xml"/></Relationships>
</file>

<file path=ppt/notesSlides/_rels/notesSlide45.xml.rels><?xml version="1.0" encoding="UTF-8" standalone="yes"?>
<Relationships xmlns="http://schemas.openxmlformats.org/package/2006/relationships"><Relationship Id="rId3" Type="http://schemas.openxmlformats.org/officeDocument/2006/relationships/slide" Target="../slides/slide45.xml"/><Relationship Id="rId2" Type="http://schemas.openxmlformats.org/officeDocument/2006/relationships/notesMaster" Target="../notesMasters/notesMaster1.xml"/><Relationship Id="rId1" Type="http://schemas.openxmlformats.org/officeDocument/2006/relationships/tags" Target="../tags/tag92.xml"/></Relationships>
</file>

<file path=ppt/notesSlides/_rels/notesSlide46.xml.rels><?xml version="1.0" encoding="UTF-8" standalone="yes"?>
<Relationships xmlns="http://schemas.openxmlformats.org/package/2006/relationships"><Relationship Id="rId3" Type="http://schemas.openxmlformats.org/officeDocument/2006/relationships/slide" Target="../slides/slide46.xml"/><Relationship Id="rId2" Type="http://schemas.openxmlformats.org/officeDocument/2006/relationships/notesMaster" Target="../notesMasters/notesMaster1.xml"/><Relationship Id="rId1" Type="http://schemas.openxmlformats.org/officeDocument/2006/relationships/tags" Target="../tags/tag94.xml"/></Relationships>
</file>

<file path=ppt/notesSlides/_rels/notesSlide47.xml.rels><?xml version="1.0" encoding="UTF-8" standalone="yes"?>
<Relationships xmlns="http://schemas.openxmlformats.org/package/2006/relationships"><Relationship Id="rId3" Type="http://schemas.openxmlformats.org/officeDocument/2006/relationships/slide" Target="../slides/slide47.xml"/><Relationship Id="rId2" Type="http://schemas.openxmlformats.org/officeDocument/2006/relationships/notesMaster" Target="../notesMasters/notesMaster1.xml"/><Relationship Id="rId1" Type="http://schemas.openxmlformats.org/officeDocument/2006/relationships/tags" Target="../tags/tag96.xml"/></Relationships>
</file>

<file path=ppt/notesSlides/_rels/notesSlide48.xml.rels><?xml version="1.0" encoding="UTF-8" standalone="yes"?>
<Relationships xmlns="http://schemas.openxmlformats.org/package/2006/relationships"><Relationship Id="rId3" Type="http://schemas.openxmlformats.org/officeDocument/2006/relationships/slide" Target="../slides/slide48.xml"/><Relationship Id="rId2" Type="http://schemas.openxmlformats.org/officeDocument/2006/relationships/notesMaster" Target="../notesMasters/notesMaster1.xml"/><Relationship Id="rId1" Type="http://schemas.openxmlformats.org/officeDocument/2006/relationships/tags" Target="../tags/tag98.xml"/></Relationships>
</file>

<file path=ppt/notesSlides/_rels/notesSlide49.xml.rels><?xml version="1.0" encoding="UTF-8" standalone="yes"?>
<Relationships xmlns="http://schemas.openxmlformats.org/package/2006/relationships"><Relationship Id="rId3" Type="http://schemas.openxmlformats.org/officeDocument/2006/relationships/slide" Target="../slides/slide49.xml"/><Relationship Id="rId2" Type="http://schemas.openxmlformats.org/officeDocument/2006/relationships/notesMaster" Target="../notesMasters/notesMaster1.xml"/><Relationship Id="rId1" Type="http://schemas.openxmlformats.org/officeDocument/2006/relationships/tags" Target="../tags/tag100.xml"/></Relationships>
</file>

<file path=ppt/notesSlides/_rels/notesSlide50.xml.rels><?xml version="1.0" encoding="UTF-8" standalone="yes"?>
<Relationships xmlns="http://schemas.openxmlformats.org/package/2006/relationships"><Relationship Id="rId3" Type="http://schemas.openxmlformats.org/officeDocument/2006/relationships/slide" Target="../slides/slide50.xml"/><Relationship Id="rId2" Type="http://schemas.openxmlformats.org/officeDocument/2006/relationships/notesMaster" Target="../notesMasters/notesMaster1.xml"/><Relationship Id="rId1" Type="http://schemas.openxmlformats.org/officeDocument/2006/relationships/tags" Target="../tags/tag102.xml"/></Relationships>
</file>

<file path=ppt/notesSlides/_rels/notesSlide51.xml.rels><?xml version="1.0" encoding="UTF-8" standalone="yes"?>
<Relationships xmlns="http://schemas.openxmlformats.org/package/2006/relationships"><Relationship Id="rId3" Type="http://schemas.openxmlformats.org/officeDocument/2006/relationships/slide" Target="../slides/slide51.xml"/><Relationship Id="rId2" Type="http://schemas.openxmlformats.org/officeDocument/2006/relationships/notesMaster" Target="../notesMasters/notesMaster1.xml"/><Relationship Id="rId1" Type="http://schemas.openxmlformats.org/officeDocument/2006/relationships/tags" Target="../tags/tag104.xml"/></Relationships>
</file>

<file path=ppt/notesSlides/_rels/notesSlide52.xml.rels><?xml version="1.0" encoding="UTF-8" standalone="yes"?>
<Relationships xmlns="http://schemas.openxmlformats.org/package/2006/relationships"><Relationship Id="rId3" Type="http://schemas.openxmlformats.org/officeDocument/2006/relationships/slide" Target="../slides/slide52.xml"/><Relationship Id="rId2" Type="http://schemas.openxmlformats.org/officeDocument/2006/relationships/notesMaster" Target="../notesMasters/notesMaster1.xml"/><Relationship Id="rId1" Type="http://schemas.openxmlformats.org/officeDocument/2006/relationships/tags" Target="../tags/tag106.xml"/></Relationships>
</file>

<file path=ppt/notesSlides/_rels/notesSlide53.xml.rels><?xml version="1.0" encoding="UTF-8" standalone="yes"?>
<Relationships xmlns="http://schemas.openxmlformats.org/package/2006/relationships"><Relationship Id="rId3" Type="http://schemas.openxmlformats.org/officeDocument/2006/relationships/slide" Target="../slides/slide53.xml"/><Relationship Id="rId2" Type="http://schemas.openxmlformats.org/officeDocument/2006/relationships/notesMaster" Target="../notesMasters/notesMaster1.xml"/><Relationship Id="rId1" Type="http://schemas.openxmlformats.org/officeDocument/2006/relationships/tags" Target="../tags/tag108.xml"/></Relationships>
</file>

<file path=ppt/notesSlides/_rels/notesSlide54.xml.rels><?xml version="1.0" encoding="UTF-8" standalone="yes"?>
<Relationships xmlns="http://schemas.openxmlformats.org/package/2006/relationships"><Relationship Id="rId3" Type="http://schemas.openxmlformats.org/officeDocument/2006/relationships/slide" Target="../slides/slide54.xml"/><Relationship Id="rId2" Type="http://schemas.openxmlformats.org/officeDocument/2006/relationships/notesMaster" Target="../notesMasters/notesMaster1.xml"/><Relationship Id="rId1" Type="http://schemas.openxmlformats.org/officeDocument/2006/relationships/tags" Target="../tags/tag110.xml"/></Relationships>
</file>

<file path=ppt/notesSlides/_rels/notesSlide55.xml.rels><?xml version="1.0" encoding="UTF-8" standalone="yes"?>
<Relationships xmlns="http://schemas.openxmlformats.org/package/2006/relationships"><Relationship Id="rId3" Type="http://schemas.openxmlformats.org/officeDocument/2006/relationships/slide" Target="../slides/slide55.xml"/><Relationship Id="rId2" Type="http://schemas.openxmlformats.org/officeDocument/2006/relationships/notesMaster" Target="../notesMasters/notesMaster1.xml"/><Relationship Id="rId1" Type="http://schemas.openxmlformats.org/officeDocument/2006/relationships/tags" Target="../tags/tag112.xml"/></Relationships>
</file>

<file path=ppt/notesSlides/_rels/notesSlide56.xml.rels><?xml version="1.0" encoding="UTF-8" standalone="yes"?>
<Relationships xmlns="http://schemas.openxmlformats.org/package/2006/relationships"><Relationship Id="rId3" Type="http://schemas.openxmlformats.org/officeDocument/2006/relationships/slide" Target="../slides/slide56.xml"/><Relationship Id="rId2" Type="http://schemas.openxmlformats.org/officeDocument/2006/relationships/notesMaster" Target="../notesMasters/notesMaster1.xml"/><Relationship Id="rId1" Type="http://schemas.openxmlformats.org/officeDocument/2006/relationships/tags" Target="../tags/tag114.xml"/></Relationships>
</file>

<file path=ppt/notesSlides/_rels/notesSlide57.xml.rels><?xml version="1.0" encoding="UTF-8" standalone="yes"?>
<Relationships xmlns="http://schemas.openxmlformats.org/package/2006/relationships"><Relationship Id="rId3" Type="http://schemas.openxmlformats.org/officeDocument/2006/relationships/slide" Target="../slides/slide57.xml"/><Relationship Id="rId2" Type="http://schemas.openxmlformats.org/officeDocument/2006/relationships/notesMaster" Target="../notesMasters/notesMaster1.xml"/><Relationship Id="rId1" Type="http://schemas.openxmlformats.org/officeDocument/2006/relationships/tags" Target="../tags/tag116.xml"/></Relationships>
</file>

<file path=ppt/notesSlides/_rels/notesSlide58.xml.rels><?xml version="1.0" encoding="UTF-8" standalone="yes"?>
<Relationships xmlns="http://schemas.openxmlformats.org/package/2006/relationships"><Relationship Id="rId3" Type="http://schemas.openxmlformats.org/officeDocument/2006/relationships/slide" Target="../slides/slide58.xml"/><Relationship Id="rId2" Type="http://schemas.openxmlformats.org/officeDocument/2006/relationships/notesMaster" Target="../notesMasters/notesMaster1.xml"/><Relationship Id="rId1" Type="http://schemas.openxmlformats.org/officeDocument/2006/relationships/tags" Target="../tags/tag1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a:xfrm>
            <a:off x="0" y="8685213"/>
            <a:ext cx="6858000" cy="458787"/>
          </a:xfrm>
        </p:spPr>
        <p:txBody>
          <a:bodyPr/>
          <a:lstStyle/>
          <a:p>
            <a:r>
              <a:rPr lang="en-US"/>
              <a:t>Internal</a:t>
            </a:r>
          </a:p>
        </p:txBody>
      </p:sp>
      <p:sp>
        <p:nvSpPr>
          <p:cNvPr id="6" name="Slide Number Placeholder 5"/>
          <p:cNvSpPr>
            <a:spLocks noGrp="1"/>
          </p:cNvSpPr>
          <p:nvPr>
            <p:ph type="sldNum" sz="quarter" idx="12"/>
          </p:nvPr>
        </p:nvSpPr>
        <p:spPr/>
        <p:txBody>
          <a:bodyPr/>
          <a:lstStyle/>
          <a:p>
            <a:fld id="{68411AC2-7164-4381-B2AE-E162FDBE9A19}" type="slidenum">
              <a:rPr lang="en-US" smtClean="0"/>
              <a:t>1</a:t>
            </a:fld>
            <a:endParaRPr lang="en-US"/>
          </a:p>
        </p:txBody>
      </p:sp>
    </p:spTree>
    <p:extLst>
      <p:ext uri="{BB962C8B-B14F-4D97-AF65-F5344CB8AC3E}">
        <p14:creationId xmlns:p14="http://schemas.microsoft.com/office/powerpoint/2010/main" val="22303962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a:xfrm>
            <a:off x="0" y="8685213"/>
            <a:ext cx="6858000" cy="458787"/>
          </a:xfrm>
        </p:spPr>
        <p:txBody>
          <a:bodyPr/>
          <a:lstStyle/>
          <a:p>
            <a:r>
              <a:rPr lang="en-US"/>
              <a:t>Internal</a:t>
            </a:r>
          </a:p>
        </p:txBody>
      </p:sp>
      <p:sp>
        <p:nvSpPr>
          <p:cNvPr id="6" name="Slide Number Placeholder 5"/>
          <p:cNvSpPr>
            <a:spLocks noGrp="1"/>
          </p:cNvSpPr>
          <p:nvPr>
            <p:ph type="sldNum" sz="quarter" idx="12"/>
          </p:nvPr>
        </p:nvSpPr>
        <p:spPr/>
        <p:txBody>
          <a:bodyPr/>
          <a:lstStyle/>
          <a:p>
            <a:fld id="{68411AC2-7164-4381-B2AE-E162FDBE9A19}" type="slidenum">
              <a:rPr lang="en-US" smtClean="0"/>
              <a:t>2</a:t>
            </a:fld>
            <a:endParaRPr lang="en-US"/>
          </a:p>
        </p:txBody>
      </p:sp>
    </p:spTree>
    <p:extLst>
      <p:ext uri="{BB962C8B-B14F-4D97-AF65-F5344CB8AC3E}">
        <p14:creationId xmlns:p14="http://schemas.microsoft.com/office/powerpoint/2010/main" val="261212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a:xfrm>
            <a:off x="0" y="8685213"/>
            <a:ext cx="6858000" cy="458787"/>
          </a:xfrm>
        </p:spPr>
        <p:txBody>
          <a:bodyPr/>
          <a:lstStyle/>
          <a:p>
            <a:r>
              <a:rPr lang="en-US"/>
              <a:t>Internal</a:t>
            </a:r>
          </a:p>
        </p:txBody>
      </p:sp>
      <p:sp>
        <p:nvSpPr>
          <p:cNvPr id="6" name="Slide Number Placeholder 5"/>
          <p:cNvSpPr>
            <a:spLocks noGrp="1"/>
          </p:cNvSpPr>
          <p:nvPr>
            <p:ph type="sldNum" sz="quarter" idx="12"/>
          </p:nvPr>
        </p:nvSpPr>
        <p:spPr/>
        <p:txBody>
          <a:bodyPr/>
          <a:lstStyle/>
          <a:p>
            <a:fld id="{68411AC2-7164-4381-B2AE-E162FDBE9A19}" type="slidenum">
              <a:rPr lang="en-US" smtClean="0"/>
              <a:t>3</a:t>
            </a:fld>
            <a:endParaRPr lang="en-US"/>
          </a:p>
        </p:txBody>
      </p:sp>
    </p:spTree>
    <p:extLst>
      <p:ext uri="{BB962C8B-B14F-4D97-AF65-F5344CB8AC3E}">
        <p14:creationId xmlns:p14="http://schemas.microsoft.com/office/powerpoint/2010/main" val="407916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a:xfrm>
            <a:off x="0" y="8685213"/>
            <a:ext cx="6858000" cy="458787"/>
          </a:xfrm>
        </p:spPr>
        <p:txBody>
          <a:bodyPr/>
          <a:lstStyle/>
          <a:p>
            <a:r>
              <a:rPr lang="en-US"/>
              <a:t>Internal</a:t>
            </a:r>
          </a:p>
        </p:txBody>
      </p:sp>
      <p:sp>
        <p:nvSpPr>
          <p:cNvPr id="6" name="Slide Number Placeholder 5"/>
          <p:cNvSpPr>
            <a:spLocks noGrp="1"/>
          </p:cNvSpPr>
          <p:nvPr>
            <p:ph type="sldNum" sz="quarter" idx="12"/>
          </p:nvPr>
        </p:nvSpPr>
        <p:spPr/>
        <p:txBody>
          <a:bodyPr/>
          <a:lstStyle/>
          <a:p>
            <a:fld id="{68411AC2-7164-4381-B2AE-E162FDBE9A19}" type="slidenum">
              <a:rPr lang="en-US" smtClean="0"/>
              <a:t>4</a:t>
            </a:fld>
            <a:endParaRPr lang="en-US"/>
          </a:p>
        </p:txBody>
      </p:sp>
    </p:spTree>
    <p:extLst>
      <p:ext uri="{BB962C8B-B14F-4D97-AF65-F5344CB8AC3E}">
        <p14:creationId xmlns:p14="http://schemas.microsoft.com/office/powerpoint/2010/main" val="7179226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5</a:t>
            </a:fld>
            <a:endParaRPr lang="en-US"/>
          </a:p>
        </p:txBody>
      </p:sp>
    </p:spTree>
    <p:extLst>
      <p:ext uri="{BB962C8B-B14F-4D97-AF65-F5344CB8AC3E}">
        <p14:creationId xmlns:p14="http://schemas.microsoft.com/office/powerpoint/2010/main" val="1999937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6</a:t>
            </a:fld>
            <a:endParaRPr lang="en-US"/>
          </a:p>
        </p:txBody>
      </p:sp>
    </p:spTree>
    <p:extLst>
      <p:ext uri="{BB962C8B-B14F-4D97-AF65-F5344CB8AC3E}">
        <p14:creationId xmlns:p14="http://schemas.microsoft.com/office/powerpoint/2010/main" val="289773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7</a:t>
            </a:fld>
            <a:endParaRPr lang="en-US"/>
          </a:p>
        </p:txBody>
      </p:sp>
    </p:spTree>
    <p:extLst>
      <p:ext uri="{BB962C8B-B14F-4D97-AF65-F5344CB8AC3E}">
        <p14:creationId xmlns:p14="http://schemas.microsoft.com/office/powerpoint/2010/main" val="24546605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8</a:t>
            </a:fld>
            <a:endParaRPr lang="en-US"/>
          </a:p>
        </p:txBody>
      </p:sp>
    </p:spTree>
    <p:extLst>
      <p:ext uri="{BB962C8B-B14F-4D97-AF65-F5344CB8AC3E}">
        <p14:creationId xmlns:p14="http://schemas.microsoft.com/office/powerpoint/2010/main" val="13422048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9</a:t>
            </a:fld>
            <a:endParaRPr lang="en-US"/>
          </a:p>
        </p:txBody>
      </p:sp>
    </p:spTree>
    <p:extLst>
      <p:ext uri="{BB962C8B-B14F-4D97-AF65-F5344CB8AC3E}">
        <p14:creationId xmlns:p14="http://schemas.microsoft.com/office/powerpoint/2010/main" val="22721743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a:xfrm>
            <a:off x="0" y="8685213"/>
            <a:ext cx="6858000" cy="458787"/>
          </a:xfrm>
        </p:spPr>
        <p:txBody>
          <a:bodyPr/>
          <a:lstStyle/>
          <a:p>
            <a:r>
              <a:rPr lang="en-US"/>
              <a:t>Internal</a:t>
            </a:r>
          </a:p>
        </p:txBody>
      </p:sp>
      <p:sp>
        <p:nvSpPr>
          <p:cNvPr id="6" name="Slide Number Placeholder 5"/>
          <p:cNvSpPr>
            <a:spLocks noGrp="1"/>
          </p:cNvSpPr>
          <p:nvPr>
            <p:ph type="sldNum" sz="quarter" idx="12"/>
          </p:nvPr>
        </p:nvSpPr>
        <p:spPr/>
        <p:txBody>
          <a:bodyPr/>
          <a:lstStyle/>
          <a:p>
            <a:fld id="{68411AC2-7164-4381-B2AE-E162FDBE9A19}" type="slidenum">
              <a:rPr lang="en-US" smtClean="0"/>
              <a:t>10</a:t>
            </a:fld>
            <a:endParaRPr lang="en-US"/>
          </a:p>
        </p:txBody>
      </p:sp>
    </p:spTree>
    <p:extLst>
      <p:ext uri="{BB962C8B-B14F-4D97-AF65-F5344CB8AC3E}">
        <p14:creationId xmlns:p14="http://schemas.microsoft.com/office/powerpoint/2010/main" val="28656396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11</a:t>
            </a:fld>
            <a:endParaRPr lang="en-US"/>
          </a:p>
        </p:txBody>
      </p:sp>
    </p:spTree>
    <p:extLst>
      <p:ext uri="{BB962C8B-B14F-4D97-AF65-F5344CB8AC3E}">
        <p14:creationId xmlns:p14="http://schemas.microsoft.com/office/powerpoint/2010/main" val="27344788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12</a:t>
            </a:fld>
            <a:endParaRPr lang="en-US"/>
          </a:p>
        </p:txBody>
      </p:sp>
    </p:spTree>
    <p:extLst>
      <p:ext uri="{BB962C8B-B14F-4D97-AF65-F5344CB8AC3E}">
        <p14:creationId xmlns:p14="http://schemas.microsoft.com/office/powerpoint/2010/main" val="24787719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13</a:t>
            </a:fld>
            <a:endParaRPr lang="en-US"/>
          </a:p>
        </p:txBody>
      </p:sp>
    </p:spTree>
    <p:extLst>
      <p:ext uri="{BB962C8B-B14F-4D97-AF65-F5344CB8AC3E}">
        <p14:creationId xmlns:p14="http://schemas.microsoft.com/office/powerpoint/2010/main" val="11385665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14</a:t>
            </a:fld>
            <a:endParaRPr lang="en-US"/>
          </a:p>
        </p:txBody>
      </p:sp>
    </p:spTree>
    <p:extLst>
      <p:ext uri="{BB962C8B-B14F-4D97-AF65-F5344CB8AC3E}">
        <p14:creationId xmlns:p14="http://schemas.microsoft.com/office/powerpoint/2010/main" val="14302114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15</a:t>
            </a:fld>
            <a:endParaRPr lang="en-US"/>
          </a:p>
        </p:txBody>
      </p:sp>
    </p:spTree>
    <p:extLst>
      <p:ext uri="{BB962C8B-B14F-4D97-AF65-F5344CB8AC3E}">
        <p14:creationId xmlns:p14="http://schemas.microsoft.com/office/powerpoint/2010/main" val="41182349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a:xfrm>
            <a:off x="0" y="8685213"/>
            <a:ext cx="6858000" cy="458787"/>
          </a:xfrm>
        </p:spPr>
        <p:txBody>
          <a:bodyPr/>
          <a:lstStyle/>
          <a:p>
            <a:r>
              <a:rPr lang="en-US"/>
              <a:t>Internal</a:t>
            </a:r>
          </a:p>
        </p:txBody>
      </p:sp>
      <p:sp>
        <p:nvSpPr>
          <p:cNvPr id="6" name="Slide Number Placeholder 5"/>
          <p:cNvSpPr>
            <a:spLocks noGrp="1"/>
          </p:cNvSpPr>
          <p:nvPr>
            <p:ph type="sldNum" sz="quarter" idx="12"/>
          </p:nvPr>
        </p:nvSpPr>
        <p:spPr/>
        <p:txBody>
          <a:bodyPr/>
          <a:lstStyle/>
          <a:p>
            <a:fld id="{68411AC2-7164-4381-B2AE-E162FDBE9A19}" type="slidenum">
              <a:rPr lang="en-US" smtClean="0"/>
              <a:t>16</a:t>
            </a:fld>
            <a:endParaRPr lang="en-US"/>
          </a:p>
        </p:txBody>
      </p:sp>
    </p:spTree>
    <p:extLst>
      <p:ext uri="{BB962C8B-B14F-4D97-AF65-F5344CB8AC3E}">
        <p14:creationId xmlns:p14="http://schemas.microsoft.com/office/powerpoint/2010/main" val="22774576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17</a:t>
            </a:fld>
            <a:endParaRPr lang="en-US"/>
          </a:p>
        </p:txBody>
      </p:sp>
    </p:spTree>
    <p:extLst>
      <p:ext uri="{BB962C8B-B14F-4D97-AF65-F5344CB8AC3E}">
        <p14:creationId xmlns:p14="http://schemas.microsoft.com/office/powerpoint/2010/main" val="22738080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18</a:t>
            </a:fld>
            <a:endParaRPr lang="en-US"/>
          </a:p>
        </p:txBody>
      </p:sp>
    </p:spTree>
    <p:extLst>
      <p:ext uri="{BB962C8B-B14F-4D97-AF65-F5344CB8AC3E}">
        <p14:creationId xmlns:p14="http://schemas.microsoft.com/office/powerpoint/2010/main" val="38593606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19</a:t>
            </a:fld>
            <a:endParaRPr lang="en-US"/>
          </a:p>
        </p:txBody>
      </p:sp>
    </p:spTree>
    <p:extLst>
      <p:ext uri="{BB962C8B-B14F-4D97-AF65-F5344CB8AC3E}">
        <p14:creationId xmlns:p14="http://schemas.microsoft.com/office/powerpoint/2010/main" val="13183121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20</a:t>
            </a:fld>
            <a:endParaRPr lang="en-US"/>
          </a:p>
        </p:txBody>
      </p:sp>
    </p:spTree>
    <p:extLst>
      <p:ext uri="{BB962C8B-B14F-4D97-AF65-F5344CB8AC3E}">
        <p14:creationId xmlns:p14="http://schemas.microsoft.com/office/powerpoint/2010/main" val="8638482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21</a:t>
            </a:fld>
            <a:endParaRPr lang="en-US"/>
          </a:p>
        </p:txBody>
      </p:sp>
    </p:spTree>
    <p:extLst>
      <p:ext uri="{BB962C8B-B14F-4D97-AF65-F5344CB8AC3E}">
        <p14:creationId xmlns:p14="http://schemas.microsoft.com/office/powerpoint/2010/main" val="5176791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22</a:t>
            </a:fld>
            <a:endParaRPr lang="en-US"/>
          </a:p>
        </p:txBody>
      </p:sp>
    </p:spTree>
    <p:extLst>
      <p:ext uri="{BB962C8B-B14F-4D97-AF65-F5344CB8AC3E}">
        <p14:creationId xmlns:p14="http://schemas.microsoft.com/office/powerpoint/2010/main" val="21184622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23</a:t>
            </a:fld>
            <a:endParaRPr lang="en-US"/>
          </a:p>
        </p:txBody>
      </p:sp>
    </p:spTree>
    <p:extLst>
      <p:ext uri="{BB962C8B-B14F-4D97-AF65-F5344CB8AC3E}">
        <p14:creationId xmlns:p14="http://schemas.microsoft.com/office/powerpoint/2010/main" val="3836229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24</a:t>
            </a:fld>
            <a:endParaRPr lang="en-US"/>
          </a:p>
        </p:txBody>
      </p:sp>
    </p:spTree>
    <p:extLst>
      <p:ext uri="{BB962C8B-B14F-4D97-AF65-F5344CB8AC3E}">
        <p14:creationId xmlns:p14="http://schemas.microsoft.com/office/powerpoint/2010/main" val="13428947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25</a:t>
            </a:fld>
            <a:endParaRPr lang="en-US"/>
          </a:p>
        </p:txBody>
      </p:sp>
    </p:spTree>
    <p:extLst>
      <p:ext uri="{BB962C8B-B14F-4D97-AF65-F5344CB8AC3E}">
        <p14:creationId xmlns:p14="http://schemas.microsoft.com/office/powerpoint/2010/main" val="22150633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26</a:t>
            </a:fld>
            <a:endParaRPr lang="en-US"/>
          </a:p>
        </p:txBody>
      </p:sp>
    </p:spTree>
    <p:extLst>
      <p:ext uri="{BB962C8B-B14F-4D97-AF65-F5344CB8AC3E}">
        <p14:creationId xmlns:p14="http://schemas.microsoft.com/office/powerpoint/2010/main" val="24666299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27</a:t>
            </a:fld>
            <a:endParaRPr lang="en-US"/>
          </a:p>
        </p:txBody>
      </p:sp>
    </p:spTree>
    <p:extLst>
      <p:ext uri="{BB962C8B-B14F-4D97-AF65-F5344CB8AC3E}">
        <p14:creationId xmlns:p14="http://schemas.microsoft.com/office/powerpoint/2010/main" val="27332144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28</a:t>
            </a:fld>
            <a:endParaRPr lang="en-US"/>
          </a:p>
        </p:txBody>
      </p:sp>
    </p:spTree>
    <p:extLst>
      <p:ext uri="{BB962C8B-B14F-4D97-AF65-F5344CB8AC3E}">
        <p14:creationId xmlns:p14="http://schemas.microsoft.com/office/powerpoint/2010/main" val="386369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a:xfrm>
            <a:off x="0" y="8685213"/>
            <a:ext cx="6858000" cy="458787"/>
          </a:xfrm>
        </p:spPr>
        <p:txBody>
          <a:bodyPr/>
          <a:lstStyle/>
          <a:p>
            <a:r>
              <a:rPr lang="en-US"/>
              <a:t>Internal</a:t>
            </a:r>
          </a:p>
        </p:txBody>
      </p:sp>
      <p:sp>
        <p:nvSpPr>
          <p:cNvPr id="6" name="Slide Number Placeholder 5"/>
          <p:cNvSpPr>
            <a:spLocks noGrp="1"/>
          </p:cNvSpPr>
          <p:nvPr>
            <p:ph type="sldNum" sz="quarter" idx="12"/>
          </p:nvPr>
        </p:nvSpPr>
        <p:spPr/>
        <p:txBody>
          <a:bodyPr/>
          <a:lstStyle/>
          <a:p>
            <a:fld id="{68411AC2-7164-4381-B2AE-E162FDBE9A19}" type="slidenum">
              <a:rPr lang="en-US" smtClean="0"/>
              <a:t>29</a:t>
            </a:fld>
            <a:endParaRPr lang="en-US"/>
          </a:p>
        </p:txBody>
      </p:sp>
    </p:spTree>
    <p:extLst>
      <p:ext uri="{BB962C8B-B14F-4D97-AF65-F5344CB8AC3E}">
        <p14:creationId xmlns:p14="http://schemas.microsoft.com/office/powerpoint/2010/main" val="23425290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30</a:t>
            </a:fld>
            <a:endParaRPr lang="en-US"/>
          </a:p>
        </p:txBody>
      </p:sp>
    </p:spTree>
    <p:extLst>
      <p:ext uri="{BB962C8B-B14F-4D97-AF65-F5344CB8AC3E}">
        <p14:creationId xmlns:p14="http://schemas.microsoft.com/office/powerpoint/2010/main" val="38281047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31</a:t>
            </a:fld>
            <a:endParaRPr lang="en-US"/>
          </a:p>
        </p:txBody>
      </p:sp>
    </p:spTree>
    <p:extLst>
      <p:ext uri="{BB962C8B-B14F-4D97-AF65-F5344CB8AC3E}">
        <p14:creationId xmlns:p14="http://schemas.microsoft.com/office/powerpoint/2010/main" val="42630574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32</a:t>
            </a:fld>
            <a:endParaRPr lang="en-US"/>
          </a:p>
        </p:txBody>
      </p:sp>
    </p:spTree>
    <p:extLst>
      <p:ext uri="{BB962C8B-B14F-4D97-AF65-F5344CB8AC3E}">
        <p14:creationId xmlns:p14="http://schemas.microsoft.com/office/powerpoint/2010/main" val="31344598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33</a:t>
            </a:fld>
            <a:endParaRPr lang="en-US"/>
          </a:p>
        </p:txBody>
      </p:sp>
    </p:spTree>
    <p:extLst>
      <p:ext uri="{BB962C8B-B14F-4D97-AF65-F5344CB8AC3E}">
        <p14:creationId xmlns:p14="http://schemas.microsoft.com/office/powerpoint/2010/main" val="16533774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34</a:t>
            </a:fld>
            <a:endParaRPr lang="en-US"/>
          </a:p>
        </p:txBody>
      </p:sp>
    </p:spTree>
    <p:extLst>
      <p:ext uri="{BB962C8B-B14F-4D97-AF65-F5344CB8AC3E}">
        <p14:creationId xmlns:p14="http://schemas.microsoft.com/office/powerpoint/2010/main" val="7022447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35</a:t>
            </a:fld>
            <a:endParaRPr lang="en-US"/>
          </a:p>
        </p:txBody>
      </p:sp>
    </p:spTree>
    <p:extLst>
      <p:ext uri="{BB962C8B-B14F-4D97-AF65-F5344CB8AC3E}">
        <p14:creationId xmlns:p14="http://schemas.microsoft.com/office/powerpoint/2010/main" val="14426325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36</a:t>
            </a:fld>
            <a:endParaRPr lang="en-US"/>
          </a:p>
        </p:txBody>
      </p:sp>
    </p:spTree>
    <p:extLst>
      <p:ext uri="{BB962C8B-B14F-4D97-AF65-F5344CB8AC3E}">
        <p14:creationId xmlns:p14="http://schemas.microsoft.com/office/powerpoint/2010/main" val="27498800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37</a:t>
            </a:fld>
            <a:endParaRPr lang="en-US"/>
          </a:p>
        </p:txBody>
      </p:sp>
    </p:spTree>
    <p:extLst>
      <p:ext uri="{BB962C8B-B14F-4D97-AF65-F5344CB8AC3E}">
        <p14:creationId xmlns:p14="http://schemas.microsoft.com/office/powerpoint/2010/main" val="23221740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38</a:t>
            </a:fld>
            <a:endParaRPr lang="en-US"/>
          </a:p>
        </p:txBody>
      </p:sp>
    </p:spTree>
    <p:extLst>
      <p:ext uri="{BB962C8B-B14F-4D97-AF65-F5344CB8AC3E}">
        <p14:creationId xmlns:p14="http://schemas.microsoft.com/office/powerpoint/2010/main" val="38971847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a:xfrm>
            <a:off x="0" y="8685213"/>
            <a:ext cx="6858000" cy="458787"/>
          </a:xfrm>
        </p:spPr>
        <p:txBody>
          <a:bodyPr/>
          <a:lstStyle/>
          <a:p>
            <a:r>
              <a:rPr lang="en-US"/>
              <a:t>Internal</a:t>
            </a:r>
          </a:p>
        </p:txBody>
      </p:sp>
      <p:sp>
        <p:nvSpPr>
          <p:cNvPr id="6" name="Slide Number Placeholder 5"/>
          <p:cNvSpPr>
            <a:spLocks noGrp="1"/>
          </p:cNvSpPr>
          <p:nvPr>
            <p:ph type="sldNum" sz="quarter" idx="12"/>
          </p:nvPr>
        </p:nvSpPr>
        <p:spPr/>
        <p:txBody>
          <a:bodyPr/>
          <a:lstStyle/>
          <a:p>
            <a:fld id="{68411AC2-7164-4381-B2AE-E162FDBE9A19}" type="slidenum">
              <a:rPr lang="en-US" smtClean="0"/>
              <a:t>39</a:t>
            </a:fld>
            <a:endParaRPr lang="en-US"/>
          </a:p>
        </p:txBody>
      </p:sp>
    </p:spTree>
    <p:extLst>
      <p:ext uri="{BB962C8B-B14F-4D97-AF65-F5344CB8AC3E}">
        <p14:creationId xmlns:p14="http://schemas.microsoft.com/office/powerpoint/2010/main" val="16749761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40</a:t>
            </a:fld>
            <a:endParaRPr lang="en-US"/>
          </a:p>
        </p:txBody>
      </p:sp>
    </p:spTree>
    <p:extLst>
      <p:ext uri="{BB962C8B-B14F-4D97-AF65-F5344CB8AC3E}">
        <p14:creationId xmlns:p14="http://schemas.microsoft.com/office/powerpoint/2010/main" val="30542487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41</a:t>
            </a:fld>
            <a:endParaRPr lang="en-US"/>
          </a:p>
        </p:txBody>
      </p:sp>
    </p:spTree>
    <p:extLst>
      <p:ext uri="{BB962C8B-B14F-4D97-AF65-F5344CB8AC3E}">
        <p14:creationId xmlns:p14="http://schemas.microsoft.com/office/powerpoint/2010/main" val="381193481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42</a:t>
            </a:fld>
            <a:endParaRPr lang="en-US"/>
          </a:p>
        </p:txBody>
      </p:sp>
    </p:spTree>
    <p:extLst>
      <p:ext uri="{BB962C8B-B14F-4D97-AF65-F5344CB8AC3E}">
        <p14:creationId xmlns:p14="http://schemas.microsoft.com/office/powerpoint/2010/main" val="11266278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43</a:t>
            </a:fld>
            <a:endParaRPr lang="en-US"/>
          </a:p>
        </p:txBody>
      </p:sp>
    </p:spTree>
    <p:extLst>
      <p:ext uri="{BB962C8B-B14F-4D97-AF65-F5344CB8AC3E}">
        <p14:creationId xmlns:p14="http://schemas.microsoft.com/office/powerpoint/2010/main" val="7133343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44</a:t>
            </a:fld>
            <a:endParaRPr lang="en-US"/>
          </a:p>
        </p:txBody>
      </p:sp>
    </p:spTree>
    <p:extLst>
      <p:ext uri="{BB962C8B-B14F-4D97-AF65-F5344CB8AC3E}">
        <p14:creationId xmlns:p14="http://schemas.microsoft.com/office/powerpoint/2010/main" val="12175213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45</a:t>
            </a:fld>
            <a:endParaRPr lang="en-US"/>
          </a:p>
        </p:txBody>
      </p:sp>
    </p:spTree>
    <p:extLst>
      <p:ext uri="{BB962C8B-B14F-4D97-AF65-F5344CB8AC3E}">
        <p14:creationId xmlns:p14="http://schemas.microsoft.com/office/powerpoint/2010/main" val="2520439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46</a:t>
            </a:fld>
            <a:endParaRPr lang="en-US"/>
          </a:p>
        </p:txBody>
      </p:sp>
    </p:spTree>
    <p:extLst>
      <p:ext uri="{BB962C8B-B14F-4D97-AF65-F5344CB8AC3E}">
        <p14:creationId xmlns:p14="http://schemas.microsoft.com/office/powerpoint/2010/main" val="381925085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47</a:t>
            </a:fld>
            <a:endParaRPr lang="en-US"/>
          </a:p>
        </p:txBody>
      </p:sp>
    </p:spTree>
    <p:extLst>
      <p:ext uri="{BB962C8B-B14F-4D97-AF65-F5344CB8AC3E}">
        <p14:creationId xmlns:p14="http://schemas.microsoft.com/office/powerpoint/2010/main" val="6701414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a:xfrm>
            <a:off x="0" y="8685213"/>
            <a:ext cx="6858000" cy="458787"/>
          </a:xfrm>
        </p:spPr>
        <p:txBody>
          <a:bodyPr/>
          <a:lstStyle/>
          <a:p>
            <a:r>
              <a:rPr lang="en-US"/>
              <a:t>Internal</a:t>
            </a:r>
          </a:p>
        </p:txBody>
      </p:sp>
      <p:sp>
        <p:nvSpPr>
          <p:cNvPr id="6" name="Slide Number Placeholder 5"/>
          <p:cNvSpPr>
            <a:spLocks noGrp="1"/>
          </p:cNvSpPr>
          <p:nvPr>
            <p:ph type="sldNum" sz="quarter" idx="12"/>
          </p:nvPr>
        </p:nvSpPr>
        <p:spPr/>
        <p:txBody>
          <a:bodyPr/>
          <a:lstStyle/>
          <a:p>
            <a:fld id="{68411AC2-7164-4381-B2AE-E162FDBE9A19}" type="slidenum">
              <a:rPr lang="en-US" smtClean="0"/>
              <a:t>48</a:t>
            </a:fld>
            <a:endParaRPr lang="en-US"/>
          </a:p>
        </p:txBody>
      </p:sp>
    </p:spTree>
    <p:extLst>
      <p:ext uri="{BB962C8B-B14F-4D97-AF65-F5344CB8AC3E}">
        <p14:creationId xmlns:p14="http://schemas.microsoft.com/office/powerpoint/2010/main" val="58617527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49</a:t>
            </a:fld>
            <a:endParaRPr lang="en-US"/>
          </a:p>
        </p:txBody>
      </p:sp>
    </p:spTree>
    <p:extLst>
      <p:ext uri="{BB962C8B-B14F-4D97-AF65-F5344CB8AC3E}">
        <p14:creationId xmlns:p14="http://schemas.microsoft.com/office/powerpoint/2010/main" val="293791859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50</a:t>
            </a:fld>
            <a:endParaRPr lang="en-US"/>
          </a:p>
        </p:txBody>
      </p:sp>
    </p:spTree>
    <p:extLst>
      <p:ext uri="{BB962C8B-B14F-4D97-AF65-F5344CB8AC3E}">
        <p14:creationId xmlns:p14="http://schemas.microsoft.com/office/powerpoint/2010/main" val="201759143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51</a:t>
            </a:fld>
            <a:endParaRPr lang="en-US"/>
          </a:p>
        </p:txBody>
      </p:sp>
    </p:spTree>
    <p:extLst>
      <p:ext uri="{BB962C8B-B14F-4D97-AF65-F5344CB8AC3E}">
        <p14:creationId xmlns:p14="http://schemas.microsoft.com/office/powerpoint/2010/main" val="210947243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52</a:t>
            </a:fld>
            <a:endParaRPr lang="en-US"/>
          </a:p>
        </p:txBody>
      </p:sp>
    </p:spTree>
    <p:extLst>
      <p:ext uri="{BB962C8B-B14F-4D97-AF65-F5344CB8AC3E}">
        <p14:creationId xmlns:p14="http://schemas.microsoft.com/office/powerpoint/2010/main" val="291567291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53</a:t>
            </a:fld>
            <a:endParaRPr lang="en-US"/>
          </a:p>
        </p:txBody>
      </p:sp>
    </p:spTree>
    <p:extLst>
      <p:ext uri="{BB962C8B-B14F-4D97-AF65-F5344CB8AC3E}">
        <p14:creationId xmlns:p14="http://schemas.microsoft.com/office/powerpoint/2010/main" val="113620368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54</a:t>
            </a:fld>
            <a:endParaRPr lang="en-US"/>
          </a:p>
        </p:txBody>
      </p:sp>
    </p:spTree>
    <p:extLst>
      <p:ext uri="{BB962C8B-B14F-4D97-AF65-F5344CB8AC3E}">
        <p14:creationId xmlns:p14="http://schemas.microsoft.com/office/powerpoint/2010/main" val="113294546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55</a:t>
            </a:fld>
            <a:endParaRPr lang="en-US"/>
          </a:p>
        </p:txBody>
      </p:sp>
    </p:spTree>
    <p:extLst>
      <p:ext uri="{BB962C8B-B14F-4D97-AF65-F5344CB8AC3E}">
        <p14:creationId xmlns:p14="http://schemas.microsoft.com/office/powerpoint/2010/main" val="347747241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56</a:t>
            </a:fld>
            <a:endParaRPr lang="en-US"/>
          </a:p>
        </p:txBody>
      </p:sp>
    </p:spTree>
    <p:extLst>
      <p:ext uri="{BB962C8B-B14F-4D97-AF65-F5344CB8AC3E}">
        <p14:creationId xmlns:p14="http://schemas.microsoft.com/office/powerpoint/2010/main" val="265186883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a:xfrm>
            <a:off x="0" y="8685213"/>
            <a:ext cx="6858000" cy="458787"/>
          </a:xfrm>
        </p:spPr>
        <p:txBody>
          <a:bodyPr/>
          <a:lstStyle/>
          <a:p>
            <a:r>
              <a:rPr lang="en-US"/>
              <a:t>Internal</a:t>
            </a:r>
          </a:p>
        </p:txBody>
      </p:sp>
      <p:sp>
        <p:nvSpPr>
          <p:cNvPr id="6" name="Slide Number Placeholder 5"/>
          <p:cNvSpPr>
            <a:spLocks noGrp="1"/>
          </p:cNvSpPr>
          <p:nvPr>
            <p:ph type="sldNum" sz="quarter" idx="12"/>
          </p:nvPr>
        </p:nvSpPr>
        <p:spPr/>
        <p:txBody>
          <a:bodyPr/>
          <a:lstStyle/>
          <a:p>
            <a:fld id="{68411AC2-7164-4381-B2AE-E162FDBE9A19}" type="slidenum">
              <a:rPr lang="en-US" smtClean="0"/>
              <a:t>57</a:t>
            </a:fld>
            <a:endParaRPr lang="en-US"/>
          </a:p>
        </p:txBody>
      </p:sp>
    </p:spTree>
    <p:extLst>
      <p:ext uri="{BB962C8B-B14F-4D97-AF65-F5344CB8AC3E}">
        <p14:creationId xmlns:p14="http://schemas.microsoft.com/office/powerpoint/2010/main" val="31474137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Internal</a:t>
            </a:r>
          </a:p>
        </p:txBody>
      </p:sp>
      <p:sp>
        <p:nvSpPr>
          <p:cNvPr id="6" name="Slide Number Placeholder 5"/>
          <p:cNvSpPr>
            <a:spLocks noGrp="1"/>
          </p:cNvSpPr>
          <p:nvPr>
            <p:ph type="sldNum" sz="quarter" idx="5"/>
          </p:nvPr>
        </p:nvSpPr>
        <p:spPr/>
        <p:txBody>
          <a:bodyPr/>
          <a:lstStyle/>
          <a:p>
            <a:fld id="{68411AC2-7164-4381-B2AE-E162FDBE9A19}" type="slidenum">
              <a:rPr lang="en-US" smtClean="0"/>
              <a:t>58</a:t>
            </a:fld>
            <a:endParaRPr lang="en-US"/>
          </a:p>
        </p:txBody>
      </p:sp>
    </p:spTree>
    <p:extLst>
      <p:ext uri="{BB962C8B-B14F-4D97-AF65-F5344CB8AC3E}">
        <p14:creationId xmlns:p14="http://schemas.microsoft.com/office/powerpoint/2010/main" val="6474901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9C21B92-1E2B-CE49-B96B-14BDF32AEBF9}"/>
              </a:ext>
            </a:extLst>
          </p:cNvPr>
          <p:cNvSpPr>
            <a:spLocks noGrp="1"/>
          </p:cNvSpPr>
          <p:nvPr>
            <p:ph type="ctrTitle" hasCustomPrompt="1"/>
          </p:nvPr>
        </p:nvSpPr>
        <p:spPr>
          <a:xfrm>
            <a:off x="446489" y="1685333"/>
            <a:ext cx="8265712" cy="1743666"/>
          </a:xfrm>
        </p:spPr>
        <p:txBody>
          <a:bodyPr anchor="b">
            <a:noAutofit/>
          </a:bodyPr>
          <a:lstStyle>
            <a:lvl1pPr algn="l">
              <a:defRPr sz="2800" b="1" i="0">
                <a:solidFill>
                  <a:schemeClr val="bg1"/>
                </a:solidFill>
                <a:latin typeface="Arial" panose="020B0604020202020204" pitchFamily="34" charset="0"/>
                <a:cs typeface="Arial" panose="020B0604020202020204" pitchFamily="34" charset="0"/>
              </a:defRPr>
            </a:lvl1pPr>
          </a:lstStyle>
          <a:p>
            <a:r>
              <a:rPr lang="en-US" dirty="0"/>
              <a:t>Insert title here</a:t>
            </a:r>
          </a:p>
        </p:txBody>
      </p:sp>
      <p:sp>
        <p:nvSpPr>
          <p:cNvPr id="9" name="Subtitle 2">
            <a:extLst>
              <a:ext uri="{FF2B5EF4-FFF2-40B4-BE49-F238E27FC236}">
                <a16:creationId xmlns:a16="http://schemas.microsoft.com/office/drawing/2014/main" id="{9AD28AFC-4846-DD4C-AC3A-E46D60EF9D36}"/>
              </a:ext>
            </a:extLst>
          </p:cNvPr>
          <p:cNvSpPr>
            <a:spLocks noGrp="1"/>
          </p:cNvSpPr>
          <p:nvPr>
            <p:ph type="subTitle" idx="1" hasCustomPrompt="1"/>
          </p:nvPr>
        </p:nvSpPr>
        <p:spPr>
          <a:xfrm>
            <a:off x="447057" y="3434400"/>
            <a:ext cx="5322807" cy="1026042"/>
          </a:xfrm>
        </p:spPr>
        <p:txBody>
          <a:bodyPr>
            <a:no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Insert subtitles here</a:t>
            </a:r>
          </a:p>
        </p:txBody>
      </p:sp>
      <p:sp>
        <p:nvSpPr>
          <p:cNvPr id="10" name="TextBox 9">
            <a:extLst>
              <a:ext uri="{FF2B5EF4-FFF2-40B4-BE49-F238E27FC236}">
                <a16:creationId xmlns:a16="http://schemas.microsoft.com/office/drawing/2014/main" id="{0B7F4DD8-DD0E-424C-9238-BD6B2322A50B}"/>
              </a:ext>
            </a:extLst>
          </p:cNvPr>
          <p:cNvSpPr txBox="1"/>
          <p:nvPr userDrawn="1"/>
        </p:nvSpPr>
        <p:spPr>
          <a:xfrm>
            <a:off x="446488" y="6028035"/>
            <a:ext cx="6841595" cy="461665"/>
          </a:xfrm>
          <a:prstGeom prst="rect">
            <a:avLst/>
          </a:prstGeom>
          <a:noFill/>
        </p:spPr>
        <p:txBody>
          <a:bodyPr wrap="square" rtlCol="0" anchor="b" anchorCtr="0">
            <a:spAutoFit/>
          </a:bodyPr>
          <a:lstStyle/>
          <a:p>
            <a:r>
              <a:rPr lang="en-SG" sz="800" b="1" i="0" dirty="0">
                <a:solidFill>
                  <a:schemeClr val="bg1"/>
                </a:solidFill>
                <a:latin typeface="Arial" panose="020B0604020202020204" pitchFamily="34" charset="0"/>
                <a:cs typeface="Arial" panose="020B0604020202020204" pitchFamily="34" charset="0"/>
              </a:rPr>
              <a:t>© 2021 Petroliam Nasional </a:t>
            </a:r>
            <a:r>
              <a:rPr lang="en-SG" sz="800" b="1" i="0" dirty="0" err="1">
                <a:solidFill>
                  <a:schemeClr val="bg1"/>
                </a:solidFill>
                <a:latin typeface="Arial" panose="020B0604020202020204" pitchFamily="34" charset="0"/>
                <a:cs typeface="Arial" panose="020B0604020202020204" pitchFamily="34" charset="0"/>
              </a:rPr>
              <a:t>Berhad</a:t>
            </a:r>
            <a:r>
              <a:rPr lang="en-SG" sz="800" b="1" i="0" dirty="0">
                <a:solidFill>
                  <a:schemeClr val="bg1"/>
                </a:solidFill>
                <a:latin typeface="Arial" panose="020B0604020202020204" pitchFamily="34" charset="0"/>
                <a:cs typeface="Arial" panose="020B0604020202020204" pitchFamily="34" charset="0"/>
              </a:rPr>
              <a:t> (PETRONAS)</a:t>
            </a:r>
          </a:p>
          <a:p>
            <a:r>
              <a:rPr lang="en-SG" sz="800" b="0" i="0" dirty="0">
                <a:solidFill>
                  <a:schemeClr val="bg1"/>
                </a:solidFill>
                <a:latin typeface="Arial" panose="020B0604020202020204" pitchFamily="34" charset="0"/>
                <a:cs typeface="Arial" panose="020B0604020202020204" pitchFamily="34" charset="0"/>
              </a:rPr>
              <a:t>All rights reserved. No part of this document may be reproduced in any form possible, stored in a retrieval system, transmitted and/or disseminated in any form or by any means (digital, mechanical, hard copy, recording or otherwise) without the permission of the copyright owner.</a:t>
            </a:r>
          </a:p>
        </p:txBody>
      </p:sp>
      <p:sp>
        <p:nvSpPr>
          <p:cNvPr id="11" name="Text Placeholder 14">
            <a:extLst>
              <a:ext uri="{FF2B5EF4-FFF2-40B4-BE49-F238E27FC236}">
                <a16:creationId xmlns:a16="http://schemas.microsoft.com/office/drawing/2014/main" id="{43F93652-951A-1F46-B179-8A71E309687E}"/>
              </a:ext>
            </a:extLst>
          </p:cNvPr>
          <p:cNvSpPr>
            <a:spLocks noGrp="1"/>
          </p:cNvSpPr>
          <p:nvPr>
            <p:ph type="body" sz="quarter" idx="10" hasCustomPrompt="1"/>
          </p:nvPr>
        </p:nvSpPr>
        <p:spPr>
          <a:xfrm>
            <a:off x="446488" y="4795239"/>
            <a:ext cx="4125512" cy="284762"/>
          </a:xfrm>
        </p:spPr>
        <p:txBody>
          <a:bodyPr>
            <a:noAutofit/>
          </a:bodyPr>
          <a:lstStyle>
            <a:lvl1pPr marL="0" indent="0">
              <a:lnSpc>
                <a:spcPct val="100000"/>
              </a:lnSpc>
              <a:spcBef>
                <a:spcPts val="0"/>
              </a:spcBef>
              <a:buNone/>
              <a:defRPr sz="1600">
                <a:solidFill>
                  <a:schemeClr val="bg1"/>
                </a:solidFill>
              </a:defRPr>
            </a:lvl1pPr>
          </a:lstStyle>
          <a:p>
            <a:pPr lvl="0"/>
            <a:r>
              <a:rPr lang="en-US" dirty="0"/>
              <a:t>Presentation to xxx</a:t>
            </a:r>
          </a:p>
        </p:txBody>
      </p:sp>
      <p:sp>
        <p:nvSpPr>
          <p:cNvPr id="12" name="Text Placeholder 16">
            <a:extLst>
              <a:ext uri="{FF2B5EF4-FFF2-40B4-BE49-F238E27FC236}">
                <a16:creationId xmlns:a16="http://schemas.microsoft.com/office/drawing/2014/main" id="{9E05A1FD-FDF4-F946-9942-0EA914A195D6}"/>
              </a:ext>
            </a:extLst>
          </p:cNvPr>
          <p:cNvSpPr>
            <a:spLocks noGrp="1"/>
          </p:cNvSpPr>
          <p:nvPr>
            <p:ph type="body" sz="quarter" idx="11" hasCustomPrompt="1"/>
          </p:nvPr>
        </p:nvSpPr>
        <p:spPr>
          <a:xfrm>
            <a:off x="446488" y="5106663"/>
            <a:ext cx="1292542" cy="284762"/>
          </a:xfr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solidFill>
                  <a:schemeClr val="bg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DD.MM.YY</a:t>
            </a:r>
          </a:p>
        </p:txBody>
      </p:sp>
      <p:pic>
        <p:nvPicPr>
          <p:cNvPr id="14" name="Picture 13">
            <a:extLst>
              <a:ext uri="{FF2B5EF4-FFF2-40B4-BE49-F238E27FC236}">
                <a16:creationId xmlns:a16="http://schemas.microsoft.com/office/drawing/2014/main" id="{5A41726F-A7B1-BD44-A16A-D405E7CF856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22313" y="578758"/>
            <a:ext cx="869007" cy="874800"/>
          </a:xfrm>
          <a:prstGeom prst="rect">
            <a:avLst/>
          </a:prstGeom>
        </p:spPr>
      </p:pic>
    </p:spTree>
    <p:extLst>
      <p:ext uri="{BB962C8B-B14F-4D97-AF65-F5344CB8AC3E}">
        <p14:creationId xmlns:p14="http://schemas.microsoft.com/office/powerpoint/2010/main" val="3910539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dirty="0"/>
              <a:t>Content</a:t>
            </a:r>
            <a:endParaRPr lang="en-US" dirty="0"/>
          </a:p>
        </p:txBody>
      </p:sp>
      <p:sp>
        <p:nvSpPr>
          <p:cNvPr id="7" name="Content Placeholder 2">
            <a:extLst>
              <a:ext uri="{FF2B5EF4-FFF2-40B4-BE49-F238E27FC236}">
                <a16:creationId xmlns:a16="http://schemas.microsoft.com/office/drawing/2014/main" id="{90E2BA46-4FE3-0047-9509-7517639C3BCA}"/>
              </a:ext>
            </a:extLst>
          </p:cNvPr>
          <p:cNvSpPr>
            <a:spLocks noGrp="1"/>
          </p:cNvSpPr>
          <p:nvPr>
            <p:ph idx="1" hasCustomPrompt="1"/>
          </p:nvPr>
        </p:nvSpPr>
        <p:spPr>
          <a:xfrm>
            <a:off x="878840" y="1261555"/>
            <a:ext cx="7228840" cy="4838400"/>
          </a:xfrm>
        </p:spPr>
        <p:txBody>
          <a:bodyPr wrap="square" numCol="1" spcCol="0">
            <a:noAutofit/>
          </a:bodyPr>
          <a:lstStyle>
            <a:lvl1pPr marL="0" indent="0">
              <a:buFont typeface="+mj-lt"/>
              <a:buNone/>
              <a:defRPr sz="1600" b="1" i="0">
                <a:solidFill>
                  <a:srgbClr val="00B1A9"/>
                </a:solidFill>
                <a:latin typeface="Arial" panose="020B0604020202020204" pitchFamily="34" charset="0"/>
                <a:cs typeface="Arial" panose="020B0604020202020204" pitchFamily="34" charset="0"/>
              </a:defRPr>
            </a:lvl1pPr>
            <a:lvl2pPr marL="0" indent="0">
              <a:buFontTx/>
              <a:buNone/>
              <a:defRPr sz="1600">
                <a:solidFill>
                  <a:srgbClr val="3C3835"/>
                </a:solidFill>
              </a:defRPr>
            </a:lvl2pPr>
          </a:lstStyle>
          <a:p>
            <a:pPr lvl="0"/>
            <a:r>
              <a:rPr lang="en-US" dirty="0"/>
              <a:t>Insert section title lorem ipsum</a:t>
            </a:r>
          </a:p>
          <a:p>
            <a:pPr lvl="1"/>
            <a:r>
              <a:rPr lang="en-US" dirty="0"/>
              <a:t>Insert section sub-title</a:t>
            </a:r>
          </a:p>
        </p:txBody>
      </p:sp>
      <p:sp>
        <p:nvSpPr>
          <p:cNvPr id="8" name="Text Placeholder 9">
            <a:extLst>
              <a:ext uri="{FF2B5EF4-FFF2-40B4-BE49-F238E27FC236}">
                <a16:creationId xmlns:a16="http://schemas.microsoft.com/office/drawing/2014/main" id="{26BAAF8A-815F-4A40-B0CA-E8B05C7E02AF}"/>
              </a:ext>
            </a:extLst>
          </p:cNvPr>
          <p:cNvSpPr>
            <a:spLocks noGrp="1"/>
          </p:cNvSpPr>
          <p:nvPr>
            <p:ph type="body" sz="quarter" idx="13" hasCustomPrompt="1"/>
          </p:nvPr>
        </p:nvSpPr>
        <p:spPr>
          <a:xfrm>
            <a:off x="431800" y="1261174"/>
            <a:ext cx="426719" cy="4838400"/>
          </a:xfrm>
        </p:spPr>
        <p:txBody>
          <a:bodyPr rIns="0">
            <a:noAutofit/>
          </a:bodyPr>
          <a:lstStyle>
            <a:lvl1pPr marL="0" indent="0" algn="l">
              <a:buNone/>
              <a:defRPr b="1" i="0">
                <a:solidFill>
                  <a:srgbClr val="00B1A9"/>
                </a:solidFill>
                <a:latin typeface="Arial" panose="020B0604020202020204" pitchFamily="34" charset="0"/>
                <a:cs typeface="Arial" panose="020B0604020202020204" pitchFamily="34" charset="0"/>
              </a:defRPr>
            </a:lvl1pPr>
          </a:lstStyle>
          <a:p>
            <a:pPr lvl="0"/>
            <a:r>
              <a:rPr lang="en-US" dirty="0"/>
              <a:t>01.</a:t>
            </a:r>
          </a:p>
        </p:txBody>
      </p:sp>
      <p:sp>
        <p:nvSpPr>
          <p:cNvPr id="9" name="Text Placeholder 9">
            <a:extLst>
              <a:ext uri="{FF2B5EF4-FFF2-40B4-BE49-F238E27FC236}">
                <a16:creationId xmlns:a16="http://schemas.microsoft.com/office/drawing/2014/main" id="{A88BF6A1-F5F6-4146-8EA5-0C81C0382498}"/>
              </a:ext>
            </a:extLst>
          </p:cNvPr>
          <p:cNvSpPr>
            <a:spLocks noGrp="1"/>
          </p:cNvSpPr>
          <p:nvPr>
            <p:ph type="body" sz="quarter" idx="14" hasCustomPrompt="1"/>
          </p:nvPr>
        </p:nvSpPr>
        <p:spPr>
          <a:xfrm>
            <a:off x="8288596" y="1261174"/>
            <a:ext cx="426720" cy="4838400"/>
          </a:xfrm>
        </p:spPr>
        <p:txBody>
          <a:bodyPr>
            <a:noAutofit/>
          </a:bodyPr>
          <a:lstStyle>
            <a:lvl1pPr marL="0" indent="0" algn="r">
              <a:buNone/>
              <a:defRPr b="0" i="0">
                <a:solidFill>
                  <a:srgbClr val="00B1A9"/>
                </a:solidFill>
                <a:latin typeface="Arial" panose="020B0604020202020204" pitchFamily="34" charset="0"/>
                <a:cs typeface="Arial" panose="020B0604020202020204" pitchFamily="34" charset="0"/>
              </a:defRPr>
            </a:lvl1pPr>
          </a:lstStyle>
          <a:p>
            <a:pPr lvl="0"/>
            <a:r>
              <a:rPr lang="en-US" dirty="0"/>
              <a:t>02</a:t>
            </a:r>
          </a:p>
        </p:txBody>
      </p:sp>
      <p:sp>
        <p:nvSpPr>
          <p:cNvPr id="10" name="TextBox 9">
            <a:extLst>
              <a:ext uri="{FF2B5EF4-FFF2-40B4-BE49-F238E27FC236}">
                <a16:creationId xmlns:a16="http://schemas.microsoft.com/office/drawing/2014/main" id="{CEE87B92-2B66-BF46-9DB3-DB52029508FF}"/>
              </a:ext>
            </a:extLst>
          </p:cNvPr>
          <p:cNvSpPr txBox="1"/>
          <p:nvPr userDrawn="1"/>
        </p:nvSpPr>
        <p:spPr>
          <a:xfrm>
            <a:off x="5956388"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dirty="0">
                <a:solidFill>
                  <a:srgbClr val="00B1A9"/>
                </a:solidFill>
                <a:latin typeface="Arial" panose="020B0604020202020204" pitchFamily="34" charset="0"/>
                <a:cs typeface="Arial" panose="020B0604020202020204" pitchFamily="34" charset="0"/>
              </a:rPr>
              <a:t>© 2021 Petroliam Nasional Berhad (PETRONAS)     |</a:t>
            </a:r>
            <a:endParaRPr lang="en-US" sz="800" dirty="0">
              <a:solidFill>
                <a:srgbClr val="00B1A9"/>
              </a:solidFill>
              <a:latin typeface="Arial" panose="020B0604020202020204" pitchFamily="34" charset="0"/>
              <a:cs typeface="Arial" panose="020B0604020202020204" pitchFamily="34" charset="0"/>
            </a:endParaRPr>
          </a:p>
        </p:txBody>
      </p:sp>
      <p:sp>
        <p:nvSpPr>
          <p:cNvPr id="11" name="Slide Number Placeholder 5">
            <a:extLst>
              <a:ext uri="{FF2B5EF4-FFF2-40B4-BE49-F238E27FC236}">
                <a16:creationId xmlns:a16="http://schemas.microsoft.com/office/drawing/2014/main" id="{F149AE20-A93A-3647-A93A-973C37F5EB2C}"/>
              </a:ext>
            </a:extLst>
          </p:cNvPr>
          <p:cNvSpPr>
            <a:spLocks noGrp="1"/>
          </p:cNvSpPr>
          <p:nvPr>
            <p:ph type="sldNum" sz="quarter" idx="4"/>
          </p:nvPr>
        </p:nvSpPr>
        <p:spPr>
          <a:xfrm>
            <a:off x="8474473" y="6345063"/>
            <a:ext cx="237725" cy="215444"/>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a:t>
            </a:fld>
            <a:endParaRPr lang="en-US" dirty="0"/>
          </a:p>
        </p:txBody>
      </p:sp>
      <p:pic>
        <p:nvPicPr>
          <p:cNvPr id="14" name="Picture 13">
            <a:extLst>
              <a:ext uri="{FF2B5EF4-FFF2-40B4-BE49-F238E27FC236}">
                <a16:creationId xmlns:a16="http://schemas.microsoft.com/office/drawing/2014/main" id="{2F30F01C-D4E0-684A-9E16-7BC69447612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9957" y="6349459"/>
            <a:ext cx="835200" cy="300672"/>
          </a:xfrm>
          <a:prstGeom prst="rect">
            <a:avLst/>
          </a:prstGeom>
        </p:spPr>
      </p:pic>
    </p:spTree>
    <p:extLst>
      <p:ext uri="{BB962C8B-B14F-4D97-AF65-F5344CB8AC3E}">
        <p14:creationId xmlns:p14="http://schemas.microsoft.com/office/powerpoint/2010/main" val="1757280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BEA4F08-3EE7-2B41-B91A-2D8DB8E18D81}"/>
              </a:ext>
            </a:extLst>
          </p:cNvPr>
          <p:cNvSpPr>
            <a:spLocks noGrp="1"/>
          </p:cNvSpPr>
          <p:nvPr>
            <p:ph type="ctrTitle" hasCustomPrompt="1"/>
          </p:nvPr>
        </p:nvSpPr>
        <p:spPr>
          <a:xfrm>
            <a:off x="446489" y="1685333"/>
            <a:ext cx="5322807" cy="1743666"/>
          </a:xfrm>
        </p:spPr>
        <p:txBody>
          <a:bodyPr anchor="b">
            <a:noAutofit/>
          </a:bodyPr>
          <a:lstStyle>
            <a:lvl1pPr algn="l">
              <a:defRPr sz="2800" b="1" i="0">
                <a:solidFill>
                  <a:srgbClr val="00B1A9"/>
                </a:solidFill>
                <a:latin typeface="Arial" panose="020B0604020202020204" pitchFamily="34" charset="0"/>
                <a:cs typeface="Arial" panose="020B0604020202020204" pitchFamily="34" charset="0"/>
              </a:defRPr>
            </a:lvl1pPr>
          </a:lstStyle>
          <a:p>
            <a:r>
              <a:rPr lang="en-US" dirty="0"/>
              <a:t>Insert title here</a:t>
            </a:r>
          </a:p>
        </p:txBody>
      </p:sp>
      <p:sp>
        <p:nvSpPr>
          <p:cNvPr id="8" name="Subtitle 2">
            <a:extLst>
              <a:ext uri="{FF2B5EF4-FFF2-40B4-BE49-F238E27FC236}">
                <a16:creationId xmlns:a16="http://schemas.microsoft.com/office/drawing/2014/main" id="{209CC427-036A-DF41-B3F4-26E0589F9AB5}"/>
              </a:ext>
            </a:extLst>
          </p:cNvPr>
          <p:cNvSpPr>
            <a:spLocks noGrp="1"/>
          </p:cNvSpPr>
          <p:nvPr>
            <p:ph type="subTitle" idx="1" hasCustomPrompt="1"/>
          </p:nvPr>
        </p:nvSpPr>
        <p:spPr>
          <a:xfrm>
            <a:off x="447057" y="3434400"/>
            <a:ext cx="5322807" cy="1026042"/>
          </a:xfrm>
        </p:spPr>
        <p:txBody>
          <a:bodyPr>
            <a:noAutofit/>
          </a:bodyPr>
          <a:lstStyle>
            <a:lvl1pPr marL="0" indent="0" algn="l">
              <a:buNone/>
              <a:defRPr sz="1800" b="0" i="0">
                <a:solidFill>
                  <a:srgbClr val="3C3835"/>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Insert subtitles here</a:t>
            </a:r>
          </a:p>
        </p:txBody>
      </p:sp>
      <p:pic>
        <p:nvPicPr>
          <p:cNvPr id="10" name="Picture 9">
            <a:extLst>
              <a:ext uri="{FF2B5EF4-FFF2-40B4-BE49-F238E27FC236}">
                <a16:creationId xmlns:a16="http://schemas.microsoft.com/office/drawing/2014/main" id="{39EF6038-5824-0642-A122-B43A8A1E551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0266" y="6351691"/>
            <a:ext cx="832659" cy="297469"/>
          </a:xfrm>
          <a:prstGeom prst="rect">
            <a:avLst/>
          </a:prstGeom>
        </p:spPr>
      </p:pic>
      <p:sp>
        <p:nvSpPr>
          <p:cNvPr id="12" name="Text Placeholder 14">
            <a:extLst>
              <a:ext uri="{FF2B5EF4-FFF2-40B4-BE49-F238E27FC236}">
                <a16:creationId xmlns:a16="http://schemas.microsoft.com/office/drawing/2014/main" id="{2844DB65-4804-FD49-BA71-3CEF7318713F}"/>
              </a:ext>
            </a:extLst>
          </p:cNvPr>
          <p:cNvSpPr>
            <a:spLocks noGrp="1"/>
          </p:cNvSpPr>
          <p:nvPr>
            <p:ph type="body" sz="quarter" idx="10" hasCustomPrompt="1"/>
          </p:nvPr>
        </p:nvSpPr>
        <p:spPr>
          <a:xfrm>
            <a:off x="446488" y="4795238"/>
            <a:ext cx="5322806" cy="596893"/>
          </a:xfrm>
        </p:spPr>
        <p:txBody>
          <a:bodyPr>
            <a:noAutofit/>
          </a:bodyPr>
          <a:lstStyle>
            <a:lvl1pPr marL="0" indent="0">
              <a:lnSpc>
                <a:spcPct val="100000"/>
              </a:lnSpc>
              <a:spcBef>
                <a:spcPts val="0"/>
              </a:spcBef>
              <a:buNone/>
              <a:defRPr sz="1600">
                <a:solidFill>
                  <a:srgbClr val="3C3835"/>
                </a:solidFill>
              </a:defRPr>
            </a:lvl1pPr>
          </a:lstStyle>
          <a:p>
            <a:pPr lvl="0"/>
            <a:r>
              <a:rPr lang="en-US" dirty="0"/>
              <a:t>Description (optional).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11" name="Picture 10">
            <a:extLst>
              <a:ext uri="{FF2B5EF4-FFF2-40B4-BE49-F238E27FC236}">
                <a16:creationId xmlns:a16="http://schemas.microsoft.com/office/drawing/2014/main" id="{EC3414D3-2441-A840-A2D7-D8A423B5EB0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449957" y="6349459"/>
            <a:ext cx="835200" cy="300672"/>
          </a:xfrm>
          <a:prstGeom prst="rect">
            <a:avLst/>
          </a:prstGeom>
        </p:spPr>
      </p:pic>
    </p:spTree>
    <p:extLst>
      <p:ext uri="{BB962C8B-B14F-4D97-AF65-F5344CB8AC3E}">
        <p14:creationId xmlns:p14="http://schemas.microsoft.com/office/powerpoint/2010/main" val="346840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1800" y="376702"/>
            <a:ext cx="8280400" cy="744146"/>
          </a:xfrm>
        </p:spPr>
        <p:txBody>
          <a:bodyPr/>
          <a:lstStyle/>
          <a:p>
            <a:r>
              <a:rPr lang="en-GB" dirty="0"/>
              <a:t>Insert header keeping to a maximum of two lines</a:t>
            </a:r>
            <a:endParaRPr lang="en-US" dirty="0"/>
          </a:p>
        </p:txBody>
      </p:sp>
      <p:sp>
        <p:nvSpPr>
          <p:cNvPr id="8" name="TextBox 7">
            <a:extLst>
              <a:ext uri="{FF2B5EF4-FFF2-40B4-BE49-F238E27FC236}">
                <a16:creationId xmlns:a16="http://schemas.microsoft.com/office/drawing/2014/main" id="{45DD160B-CBC5-B34B-BE0E-799A8F8DFB60}"/>
              </a:ext>
            </a:extLst>
          </p:cNvPr>
          <p:cNvSpPr txBox="1"/>
          <p:nvPr userDrawn="1"/>
        </p:nvSpPr>
        <p:spPr>
          <a:xfrm>
            <a:off x="5956388"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dirty="0">
                <a:solidFill>
                  <a:srgbClr val="00B1A9"/>
                </a:solidFill>
                <a:latin typeface="Arial" panose="020B0604020202020204" pitchFamily="34" charset="0"/>
                <a:cs typeface="Arial" panose="020B0604020202020204" pitchFamily="34" charset="0"/>
              </a:rPr>
              <a:t>© 2021 Petroliam Nasional Berhad (PETRONAS)     |</a:t>
            </a:r>
            <a:endParaRPr lang="en-US" sz="800" dirty="0">
              <a:solidFill>
                <a:srgbClr val="00B1A9"/>
              </a:solidFill>
              <a:latin typeface="Arial" panose="020B0604020202020204" pitchFamily="34" charset="0"/>
              <a:cs typeface="Arial" panose="020B0604020202020204" pitchFamily="34" charset="0"/>
            </a:endParaRPr>
          </a:p>
        </p:txBody>
      </p:sp>
      <p:sp>
        <p:nvSpPr>
          <p:cNvPr id="9" name="Slide Number Placeholder 5">
            <a:extLst>
              <a:ext uri="{FF2B5EF4-FFF2-40B4-BE49-F238E27FC236}">
                <a16:creationId xmlns:a16="http://schemas.microsoft.com/office/drawing/2014/main" id="{DB778110-4AE8-2C45-B79C-9F68FCEA23CA}"/>
              </a:ext>
            </a:extLst>
          </p:cNvPr>
          <p:cNvSpPr>
            <a:spLocks noGrp="1"/>
          </p:cNvSpPr>
          <p:nvPr>
            <p:ph type="sldNum" sz="quarter" idx="4"/>
          </p:nvPr>
        </p:nvSpPr>
        <p:spPr>
          <a:xfrm>
            <a:off x="8474473" y="6345063"/>
            <a:ext cx="237725" cy="215444"/>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a:t>
            </a:fld>
            <a:endParaRPr lang="en-US" dirty="0"/>
          </a:p>
        </p:txBody>
      </p:sp>
      <p:sp>
        <p:nvSpPr>
          <p:cNvPr id="11" name="Text Placeholder 14">
            <a:extLst>
              <a:ext uri="{FF2B5EF4-FFF2-40B4-BE49-F238E27FC236}">
                <a16:creationId xmlns:a16="http://schemas.microsoft.com/office/drawing/2014/main" id="{6917BEC2-45FB-5A4F-B8E7-668ABD1CB750}"/>
              </a:ext>
            </a:extLst>
          </p:cNvPr>
          <p:cNvSpPr>
            <a:spLocks noGrp="1"/>
          </p:cNvSpPr>
          <p:nvPr>
            <p:ph type="body" sz="quarter" idx="10" hasCustomPrompt="1"/>
          </p:nvPr>
        </p:nvSpPr>
        <p:spPr>
          <a:xfrm>
            <a:off x="426168" y="1306800"/>
            <a:ext cx="8286032" cy="4838400"/>
          </a:xfrm>
        </p:spPr>
        <p:txBody>
          <a:bodyPr>
            <a:noAutofit/>
          </a:bodyPr>
          <a:lstStyle>
            <a:lvl1pPr marL="0" indent="0">
              <a:lnSpc>
                <a:spcPct val="100000"/>
              </a:lnSpc>
              <a:spcBef>
                <a:spcPts val="0"/>
              </a:spcBef>
              <a:buNone/>
              <a:defRPr sz="1600">
                <a:solidFill>
                  <a:schemeClr val="tx1"/>
                </a:solidFill>
              </a:defRPr>
            </a:lvl1pPr>
          </a:lstStyle>
          <a:p>
            <a:pPr marL="0" indent="0">
              <a:lnSpc>
                <a:spcPct val="100000"/>
              </a:lnSpc>
              <a:buNone/>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a:p>
            <a:pPr marL="0" indent="0">
              <a:lnSpc>
                <a:spcPct val="100000"/>
              </a:lnSpc>
              <a:buNone/>
            </a:pPr>
            <a:endParaRPr lang="en-US" dirty="0"/>
          </a:p>
          <a:p>
            <a:pPr marL="0" indent="0">
              <a:lnSpc>
                <a:spcPct val="100000"/>
              </a:lnSpc>
              <a:buNone/>
            </a:pPr>
            <a:r>
              <a:rPr lang="en-US" dirty="0"/>
              <a:t>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sunt in culpa qui official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a:t>
            </a:r>
          </a:p>
        </p:txBody>
      </p:sp>
      <p:pic>
        <p:nvPicPr>
          <p:cNvPr id="7" name="Picture 6">
            <a:extLst>
              <a:ext uri="{FF2B5EF4-FFF2-40B4-BE49-F238E27FC236}">
                <a16:creationId xmlns:a16="http://schemas.microsoft.com/office/drawing/2014/main" id="{54934649-81EA-C040-8624-BAA45A60EF2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9957" y="6349459"/>
            <a:ext cx="835200" cy="300672"/>
          </a:xfrm>
          <a:prstGeom prst="rect">
            <a:avLst/>
          </a:prstGeom>
        </p:spPr>
      </p:pic>
    </p:spTree>
    <p:extLst>
      <p:ext uri="{BB962C8B-B14F-4D97-AF65-F5344CB8AC3E}">
        <p14:creationId xmlns:p14="http://schemas.microsoft.com/office/powerpoint/2010/main" val="1127615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1800" y="376702"/>
            <a:ext cx="8280400" cy="744146"/>
          </a:xfrm>
        </p:spPr>
        <p:txBody>
          <a:bodyPr/>
          <a:lstStyle>
            <a:lvl1pPr>
              <a:defRPr/>
            </a:lvl1pPr>
          </a:lstStyle>
          <a:p>
            <a:r>
              <a:rPr lang="en-GB" dirty="0"/>
              <a:t>Insert header keeping to a maximum of two lines</a:t>
            </a:r>
            <a:endParaRPr lang="en-US" dirty="0"/>
          </a:p>
        </p:txBody>
      </p:sp>
      <p:sp>
        <p:nvSpPr>
          <p:cNvPr id="4" name="Content Placeholder 3"/>
          <p:cNvSpPr>
            <a:spLocks noGrp="1"/>
          </p:cNvSpPr>
          <p:nvPr>
            <p:ph sz="half" idx="2"/>
          </p:nvPr>
        </p:nvSpPr>
        <p:spPr>
          <a:xfrm>
            <a:off x="4718962" y="1306799"/>
            <a:ext cx="3978000" cy="4838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Box 7">
            <a:extLst>
              <a:ext uri="{FF2B5EF4-FFF2-40B4-BE49-F238E27FC236}">
                <a16:creationId xmlns:a16="http://schemas.microsoft.com/office/drawing/2014/main" id="{45DD160B-CBC5-B34B-BE0E-799A8F8DFB60}"/>
              </a:ext>
            </a:extLst>
          </p:cNvPr>
          <p:cNvSpPr txBox="1"/>
          <p:nvPr userDrawn="1"/>
        </p:nvSpPr>
        <p:spPr>
          <a:xfrm>
            <a:off x="5956388"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dirty="0">
                <a:solidFill>
                  <a:srgbClr val="00B1A9"/>
                </a:solidFill>
                <a:latin typeface="Arial" panose="020B0604020202020204" pitchFamily="34" charset="0"/>
                <a:cs typeface="Arial" panose="020B0604020202020204" pitchFamily="34" charset="0"/>
              </a:rPr>
              <a:t>© 2021 Petroliam Nasional Berhad (PETRONAS)     |</a:t>
            </a:r>
            <a:endParaRPr lang="en-US" sz="800" dirty="0">
              <a:solidFill>
                <a:srgbClr val="00B1A9"/>
              </a:solidFill>
              <a:latin typeface="Arial" panose="020B0604020202020204" pitchFamily="34" charset="0"/>
              <a:cs typeface="Arial" panose="020B0604020202020204" pitchFamily="34" charset="0"/>
            </a:endParaRPr>
          </a:p>
        </p:txBody>
      </p:sp>
      <p:sp>
        <p:nvSpPr>
          <p:cNvPr id="9" name="Slide Number Placeholder 5">
            <a:extLst>
              <a:ext uri="{FF2B5EF4-FFF2-40B4-BE49-F238E27FC236}">
                <a16:creationId xmlns:a16="http://schemas.microsoft.com/office/drawing/2014/main" id="{DB778110-4AE8-2C45-B79C-9F68FCEA23CA}"/>
              </a:ext>
            </a:extLst>
          </p:cNvPr>
          <p:cNvSpPr>
            <a:spLocks noGrp="1"/>
          </p:cNvSpPr>
          <p:nvPr>
            <p:ph type="sldNum" sz="quarter" idx="4"/>
          </p:nvPr>
        </p:nvSpPr>
        <p:spPr>
          <a:xfrm>
            <a:off x="8474473" y="6345063"/>
            <a:ext cx="237725" cy="215444"/>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a:t>
            </a:fld>
            <a:endParaRPr lang="en-US" dirty="0"/>
          </a:p>
        </p:txBody>
      </p:sp>
      <p:sp>
        <p:nvSpPr>
          <p:cNvPr id="11" name="Text Placeholder 14">
            <a:extLst>
              <a:ext uri="{FF2B5EF4-FFF2-40B4-BE49-F238E27FC236}">
                <a16:creationId xmlns:a16="http://schemas.microsoft.com/office/drawing/2014/main" id="{6917BEC2-45FB-5A4F-B8E7-668ABD1CB750}"/>
              </a:ext>
            </a:extLst>
          </p:cNvPr>
          <p:cNvSpPr>
            <a:spLocks noGrp="1"/>
          </p:cNvSpPr>
          <p:nvPr>
            <p:ph type="body" sz="quarter" idx="10" hasCustomPrompt="1"/>
          </p:nvPr>
        </p:nvSpPr>
        <p:spPr>
          <a:xfrm>
            <a:off x="426168" y="1306800"/>
            <a:ext cx="3987695" cy="4838400"/>
          </a:xfrm>
        </p:spPr>
        <p:txBody>
          <a:bodyPr>
            <a:noAutofit/>
          </a:bodyPr>
          <a:lstStyle>
            <a:lvl1pPr marL="0" indent="0">
              <a:lnSpc>
                <a:spcPct val="100000"/>
              </a:lnSpc>
              <a:spcBef>
                <a:spcPts val="0"/>
              </a:spcBef>
              <a:buNone/>
              <a:defRPr sz="1600">
                <a:solidFill>
                  <a:schemeClr val="tx1"/>
                </a:solidFill>
              </a:defRPr>
            </a:lvl1pPr>
          </a:lstStyle>
          <a:p>
            <a:pPr marL="0" indent="0">
              <a:lnSpc>
                <a:spcPct val="100000"/>
              </a:lnSpc>
              <a:buNone/>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a:p>
            <a:pPr marL="0" indent="0">
              <a:lnSpc>
                <a:spcPct val="100000"/>
              </a:lnSpc>
              <a:buNone/>
            </a:pPr>
            <a:endParaRPr lang="en-US" dirty="0"/>
          </a:p>
          <a:p>
            <a:pPr marL="0" indent="0">
              <a:lnSpc>
                <a:spcPct val="100000"/>
              </a:lnSpc>
              <a:buNone/>
            </a:pPr>
            <a:r>
              <a:rPr lang="en-US" dirty="0"/>
              <a:t>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sunt in culpa qui official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a:t>
            </a:r>
          </a:p>
        </p:txBody>
      </p:sp>
      <p:pic>
        <p:nvPicPr>
          <p:cNvPr id="12" name="Picture 11">
            <a:extLst>
              <a:ext uri="{FF2B5EF4-FFF2-40B4-BE49-F238E27FC236}">
                <a16:creationId xmlns:a16="http://schemas.microsoft.com/office/drawing/2014/main" id="{367A2514-6E82-B148-ABE2-89EB820D20D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9957" y="6349459"/>
            <a:ext cx="835200" cy="300672"/>
          </a:xfrm>
          <a:prstGeom prst="rect">
            <a:avLst/>
          </a:prstGeom>
        </p:spPr>
      </p:pic>
    </p:spTree>
    <p:extLst>
      <p:ext uri="{BB962C8B-B14F-4D97-AF65-F5344CB8AC3E}">
        <p14:creationId xmlns:p14="http://schemas.microsoft.com/office/powerpoint/2010/main" val="389917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1800" y="376702"/>
            <a:ext cx="8280400" cy="744146"/>
          </a:xfrm>
        </p:spPr>
        <p:txBody>
          <a:bodyPr/>
          <a:lstStyle>
            <a:lvl1pPr>
              <a:defRPr/>
            </a:lvl1pPr>
          </a:lstStyle>
          <a:p>
            <a:r>
              <a:rPr lang="en-GB" dirty="0"/>
              <a:t>Insert header keeping to a maximum of two lines</a:t>
            </a:r>
            <a:endParaRPr lang="en-US" dirty="0"/>
          </a:p>
        </p:txBody>
      </p:sp>
      <p:sp>
        <p:nvSpPr>
          <p:cNvPr id="8" name="TextBox 7">
            <a:extLst>
              <a:ext uri="{FF2B5EF4-FFF2-40B4-BE49-F238E27FC236}">
                <a16:creationId xmlns:a16="http://schemas.microsoft.com/office/drawing/2014/main" id="{45DD160B-CBC5-B34B-BE0E-799A8F8DFB60}"/>
              </a:ext>
            </a:extLst>
          </p:cNvPr>
          <p:cNvSpPr txBox="1"/>
          <p:nvPr userDrawn="1"/>
        </p:nvSpPr>
        <p:spPr>
          <a:xfrm>
            <a:off x="5956388"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dirty="0">
                <a:solidFill>
                  <a:srgbClr val="00B1A9"/>
                </a:solidFill>
                <a:latin typeface="Arial" panose="020B0604020202020204" pitchFamily="34" charset="0"/>
                <a:cs typeface="Arial" panose="020B0604020202020204" pitchFamily="34" charset="0"/>
              </a:rPr>
              <a:t>© 2021 Petroliam Nasional Berhad (PETRONAS)     |</a:t>
            </a:r>
            <a:endParaRPr lang="en-US" sz="800" dirty="0">
              <a:solidFill>
                <a:srgbClr val="00B1A9"/>
              </a:solidFill>
              <a:latin typeface="Arial" panose="020B0604020202020204" pitchFamily="34" charset="0"/>
              <a:cs typeface="Arial" panose="020B0604020202020204" pitchFamily="34" charset="0"/>
            </a:endParaRPr>
          </a:p>
        </p:txBody>
      </p:sp>
      <p:sp>
        <p:nvSpPr>
          <p:cNvPr id="9" name="Slide Number Placeholder 5">
            <a:extLst>
              <a:ext uri="{FF2B5EF4-FFF2-40B4-BE49-F238E27FC236}">
                <a16:creationId xmlns:a16="http://schemas.microsoft.com/office/drawing/2014/main" id="{DB778110-4AE8-2C45-B79C-9F68FCEA23CA}"/>
              </a:ext>
            </a:extLst>
          </p:cNvPr>
          <p:cNvSpPr>
            <a:spLocks noGrp="1"/>
          </p:cNvSpPr>
          <p:nvPr>
            <p:ph type="sldNum" sz="quarter" idx="4"/>
          </p:nvPr>
        </p:nvSpPr>
        <p:spPr>
          <a:xfrm>
            <a:off x="8474473" y="6345063"/>
            <a:ext cx="237725" cy="215444"/>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a:t>
            </a:fld>
            <a:endParaRPr lang="en-US" dirty="0"/>
          </a:p>
        </p:txBody>
      </p:sp>
      <p:sp>
        <p:nvSpPr>
          <p:cNvPr id="11" name="Text Placeholder 14">
            <a:extLst>
              <a:ext uri="{FF2B5EF4-FFF2-40B4-BE49-F238E27FC236}">
                <a16:creationId xmlns:a16="http://schemas.microsoft.com/office/drawing/2014/main" id="{6917BEC2-45FB-5A4F-B8E7-668ABD1CB750}"/>
              </a:ext>
            </a:extLst>
          </p:cNvPr>
          <p:cNvSpPr>
            <a:spLocks noGrp="1"/>
          </p:cNvSpPr>
          <p:nvPr>
            <p:ph type="body" sz="quarter" idx="10" hasCustomPrompt="1"/>
          </p:nvPr>
        </p:nvSpPr>
        <p:spPr>
          <a:xfrm>
            <a:off x="6040122" y="1306800"/>
            <a:ext cx="2666446" cy="4838400"/>
          </a:xfrm>
        </p:spPr>
        <p:txBody>
          <a:bodyPr>
            <a:noAutofit/>
          </a:bodyPr>
          <a:lstStyle>
            <a:lvl1pPr marL="0" indent="0">
              <a:lnSpc>
                <a:spcPct val="100000"/>
              </a:lnSpc>
              <a:spcBef>
                <a:spcPts val="0"/>
              </a:spcBef>
              <a:buNone/>
              <a:defRPr sz="1600">
                <a:solidFill>
                  <a:schemeClr val="tx1"/>
                </a:solidFill>
              </a:defRPr>
            </a:lvl1pPr>
          </a:lstStyle>
          <a:p>
            <a:pPr marL="0" indent="0">
              <a:lnSpc>
                <a:spcPct val="100000"/>
              </a:lnSpc>
              <a:buNone/>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
        <p:nvSpPr>
          <p:cNvPr id="10" name="Content Placeholder 3">
            <a:extLst>
              <a:ext uri="{FF2B5EF4-FFF2-40B4-BE49-F238E27FC236}">
                <a16:creationId xmlns:a16="http://schemas.microsoft.com/office/drawing/2014/main" id="{B22114B2-EC77-C74B-9459-C66CF7E83624}"/>
              </a:ext>
            </a:extLst>
          </p:cNvPr>
          <p:cNvSpPr>
            <a:spLocks noGrp="1"/>
          </p:cNvSpPr>
          <p:nvPr>
            <p:ph sz="half" idx="11"/>
          </p:nvPr>
        </p:nvSpPr>
        <p:spPr>
          <a:xfrm>
            <a:off x="431800" y="1306799"/>
            <a:ext cx="5325968" cy="4838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Picture 11">
            <a:extLst>
              <a:ext uri="{FF2B5EF4-FFF2-40B4-BE49-F238E27FC236}">
                <a16:creationId xmlns:a16="http://schemas.microsoft.com/office/drawing/2014/main" id="{90F4185F-75D6-314D-89B0-BF87B6479CA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9957" y="6349459"/>
            <a:ext cx="835200" cy="300672"/>
          </a:xfrm>
          <a:prstGeom prst="rect">
            <a:avLst/>
          </a:prstGeom>
        </p:spPr>
      </p:pic>
    </p:spTree>
    <p:extLst>
      <p:ext uri="{BB962C8B-B14F-4D97-AF65-F5344CB8AC3E}">
        <p14:creationId xmlns:p14="http://schemas.microsoft.com/office/powerpoint/2010/main" val="4164719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1800" y="376702"/>
            <a:ext cx="8280400" cy="744146"/>
          </a:xfrm>
        </p:spPr>
        <p:txBody>
          <a:bodyPr/>
          <a:lstStyle>
            <a:lvl1pPr>
              <a:defRPr/>
            </a:lvl1pPr>
          </a:lstStyle>
          <a:p>
            <a:r>
              <a:rPr lang="en-GB" dirty="0"/>
              <a:t>Insert header keeping to a maximum of two lines</a:t>
            </a:r>
            <a:endParaRPr lang="en-US" dirty="0"/>
          </a:p>
        </p:txBody>
      </p:sp>
      <p:sp>
        <p:nvSpPr>
          <p:cNvPr id="8" name="TextBox 7">
            <a:extLst>
              <a:ext uri="{FF2B5EF4-FFF2-40B4-BE49-F238E27FC236}">
                <a16:creationId xmlns:a16="http://schemas.microsoft.com/office/drawing/2014/main" id="{45DD160B-CBC5-B34B-BE0E-799A8F8DFB60}"/>
              </a:ext>
            </a:extLst>
          </p:cNvPr>
          <p:cNvSpPr txBox="1"/>
          <p:nvPr userDrawn="1"/>
        </p:nvSpPr>
        <p:spPr>
          <a:xfrm>
            <a:off x="5956388"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dirty="0">
                <a:solidFill>
                  <a:srgbClr val="00B1A9"/>
                </a:solidFill>
                <a:latin typeface="Arial" panose="020B0604020202020204" pitchFamily="34" charset="0"/>
                <a:cs typeface="Arial" panose="020B0604020202020204" pitchFamily="34" charset="0"/>
              </a:rPr>
              <a:t>© 2021 Petroliam Nasional Berhad (PETRONAS)     |</a:t>
            </a:r>
            <a:endParaRPr lang="en-US" sz="800" dirty="0">
              <a:solidFill>
                <a:srgbClr val="00B1A9"/>
              </a:solidFill>
              <a:latin typeface="Arial" panose="020B0604020202020204" pitchFamily="34" charset="0"/>
              <a:cs typeface="Arial" panose="020B0604020202020204" pitchFamily="34" charset="0"/>
            </a:endParaRPr>
          </a:p>
        </p:txBody>
      </p:sp>
      <p:sp>
        <p:nvSpPr>
          <p:cNvPr id="9" name="Slide Number Placeholder 5">
            <a:extLst>
              <a:ext uri="{FF2B5EF4-FFF2-40B4-BE49-F238E27FC236}">
                <a16:creationId xmlns:a16="http://schemas.microsoft.com/office/drawing/2014/main" id="{DB778110-4AE8-2C45-B79C-9F68FCEA23CA}"/>
              </a:ext>
            </a:extLst>
          </p:cNvPr>
          <p:cNvSpPr>
            <a:spLocks noGrp="1"/>
          </p:cNvSpPr>
          <p:nvPr>
            <p:ph type="sldNum" sz="quarter" idx="4"/>
          </p:nvPr>
        </p:nvSpPr>
        <p:spPr>
          <a:xfrm>
            <a:off x="8474473" y="6345063"/>
            <a:ext cx="237725" cy="215444"/>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a:t>
            </a:fld>
            <a:endParaRPr lang="en-US" dirty="0"/>
          </a:p>
        </p:txBody>
      </p:sp>
      <p:sp>
        <p:nvSpPr>
          <p:cNvPr id="11" name="Text Placeholder 14">
            <a:extLst>
              <a:ext uri="{FF2B5EF4-FFF2-40B4-BE49-F238E27FC236}">
                <a16:creationId xmlns:a16="http://schemas.microsoft.com/office/drawing/2014/main" id="{6917BEC2-45FB-5A4F-B8E7-668ABD1CB750}"/>
              </a:ext>
            </a:extLst>
          </p:cNvPr>
          <p:cNvSpPr>
            <a:spLocks noGrp="1"/>
          </p:cNvSpPr>
          <p:nvPr>
            <p:ph type="body" sz="quarter" idx="10" hasCustomPrompt="1"/>
          </p:nvPr>
        </p:nvSpPr>
        <p:spPr>
          <a:xfrm>
            <a:off x="431800" y="1306800"/>
            <a:ext cx="2666446" cy="4838400"/>
          </a:xfrm>
        </p:spPr>
        <p:txBody>
          <a:bodyPr>
            <a:noAutofit/>
          </a:bodyPr>
          <a:lstStyle>
            <a:lvl1pPr marL="0" indent="0">
              <a:lnSpc>
                <a:spcPct val="100000"/>
              </a:lnSpc>
              <a:spcBef>
                <a:spcPts val="0"/>
              </a:spcBef>
              <a:buNone/>
              <a:defRPr sz="1600">
                <a:solidFill>
                  <a:schemeClr val="tx1"/>
                </a:solidFill>
              </a:defRPr>
            </a:lvl1pPr>
          </a:lstStyle>
          <a:p>
            <a:pPr marL="0" indent="0">
              <a:lnSpc>
                <a:spcPct val="100000"/>
              </a:lnSpc>
              <a:buNone/>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
        <p:nvSpPr>
          <p:cNvPr id="10" name="Content Placeholder 3">
            <a:extLst>
              <a:ext uri="{FF2B5EF4-FFF2-40B4-BE49-F238E27FC236}">
                <a16:creationId xmlns:a16="http://schemas.microsoft.com/office/drawing/2014/main" id="{B22114B2-EC77-C74B-9459-C66CF7E83624}"/>
              </a:ext>
            </a:extLst>
          </p:cNvPr>
          <p:cNvSpPr>
            <a:spLocks noGrp="1"/>
          </p:cNvSpPr>
          <p:nvPr>
            <p:ph sz="half" idx="11"/>
          </p:nvPr>
        </p:nvSpPr>
        <p:spPr>
          <a:xfrm>
            <a:off x="3382772" y="1306799"/>
            <a:ext cx="5325968" cy="4838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a:extLst>
              <a:ext uri="{FF2B5EF4-FFF2-40B4-BE49-F238E27FC236}">
                <a16:creationId xmlns:a16="http://schemas.microsoft.com/office/drawing/2014/main" id="{7D937ACC-68A5-C241-8D13-BE5E3AAF0D3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9957" y="6349459"/>
            <a:ext cx="835200" cy="300672"/>
          </a:xfrm>
          <a:prstGeom prst="rect">
            <a:avLst/>
          </a:prstGeom>
        </p:spPr>
      </p:pic>
    </p:spTree>
    <p:extLst>
      <p:ext uri="{BB962C8B-B14F-4D97-AF65-F5344CB8AC3E}">
        <p14:creationId xmlns:p14="http://schemas.microsoft.com/office/powerpoint/2010/main" val="2918797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1800" y="376702"/>
            <a:ext cx="3982063" cy="744146"/>
          </a:xfrm>
        </p:spPr>
        <p:txBody>
          <a:bodyPr/>
          <a:lstStyle>
            <a:lvl1pPr>
              <a:defRPr/>
            </a:lvl1pPr>
          </a:lstStyle>
          <a:p>
            <a:r>
              <a:rPr lang="en-GB" dirty="0"/>
              <a:t>Insert header keeping to a maximum of two lines</a:t>
            </a:r>
            <a:endParaRPr lang="en-US" dirty="0"/>
          </a:p>
        </p:txBody>
      </p:sp>
      <p:sp>
        <p:nvSpPr>
          <p:cNvPr id="8" name="TextBox 7">
            <a:extLst>
              <a:ext uri="{FF2B5EF4-FFF2-40B4-BE49-F238E27FC236}">
                <a16:creationId xmlns:a16="http://schemas.microsoft.com/office/drawing/2014/main" id="{45DD160B-CBC5-B34B-BE0E-799A8F8DFB60}"/>
              </a:ext>
            </a:extLst>
          </p:cNvPr>
          <p:cNvSpPr txBox="1"/>
          <p:nvPr userDrawn="1"/>
        </p:nvSpPr>
        <p:spPr>
          <a:xfrm>
            <a:off x="5956388"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dirty="0">
                <a:solidFill>
                  <a:srgbClr val="00B1A9"/>
                </a:solidFill>
                <a:latin typeface="Arial" panose="020B0604020202020204" pitchFamily="34" charset="0"/>
                <a:cs typeface="Arial" panose="020B0604020202020204" pitchFamily="34" charset="0"/>
              </a:rPr>
              <a:t>© 2019 </a:t>
            </a:r>
            <a:r>
              <a:rPr lang="pt" sz="800" dirty="0" err="1">
                <a:solidFill>
                  <a:srgbClr val="00B1A9"/>
                </a:solidFill>
                <a:latin typeface="Arial" panose="020B0604020202020204" pitchFamily="34" charset="0"/>
                <a:cs typeface="Arial" panose="020B0604020202020204" pitchFamily="34" charset="0"/>
              </a:rPr>
              <a:t>Petroliam</a:t>
            </a:r>
            <a:r>
              <a:rPr lang="pt" sz="800" dirty="0">
                <a:solidFill>
                  <a:srgbClr val="00B1A9"/>
                </a:solidFill>
                <a:latin typeface="Arial" panose="020B0604020202020204" pitchFamily="34" charset="0"/>
                <a:cs typeface="Arial" panose="020B0604020202020204" pitchFamily="34" charset="0"/>
              </a:rPr>
              <a:t> </a:t>
            </a:r>
            <a:r>
              <a:rPr lang="pt" sz="800" dirty="0" err="1">
                <a:solidFill>
                  <a:srgbClr val="00B1A9"/>
                </a:solidFill>
                <a:latin typeface="Arial" panose="020B0604020202020204" pitchFamily="34" charset="0"/>
                <a:cs typeface="Arial" panose="020B0604020202020204" pitchFamily="34" charset="0"/>
              </a:rPr>
              <a:t>Nasional</a:t>
            </a:r>
            <a:r>
              <a:rPr lang="pt" sz="800" dirty="0">
                <a:solidFill>
                  <a:srgbClr val="00B1A9"/>
                </a:solidFill>
                <a:latin typeface="Arial" panose="020B0604020202020204" pitchFamily="34" charset="0"/>
                <a:cs typeface="Arial" panose="020B0604020202020204" pitchFamily="34" charset="0"/>
              </a:rPr>
              <a:t> </a:t>
            </a:r>
            <a:r>
              <a:rPr lang="pt" sz="800" dirty="0" err="1">
                <a:solidFill>
                  <a:srgbClr val="00B1A9"/>
                </a:solidFill>
                <a:latin typeface="Arial" panose="020B0604020202020204" pitchFamily="34" charset="0"/>
                <a:cs typeface="Arial" panose="020B0604020202020204" pitchFamily="34" charset="0"/>
              </a:rPr>
              <a:t>Berhad</a:t>
            </a:r>
            <a:r>
              <a:rPr lang="pt" sz="800" dirty="0">
                <a:solidFill>
                  <a:srgbClr val="00B1A9"/>
                </a:solidFill>
                <a:latin typeface="Arial" panose="020B0604020202020204" pitchFamily="34" charset="0"/>
                <a:cs typeface="Arial" panose="020B0604020202020204" pitchFamily="34" charset="0"/>
              </a:rPr>
              <a:t> (PETRONAS)     |</a:t>
            </a:r>
            <a:endParaRPr lang="en-US" sz="800" dirty="0">
              <a:solidFill>
                <a:srgbClr val="00B1A9"/>
              </a:solidFill>
              <a:latin typeface="Arial" panose="020B0604020202020204" pitchFamily="34" charset="0"/>
              <a:cs typeface="Arial" panose="020B0604020202020204" pitchFamily="34" charset="0"/>
            </a:endParaRPr>
          </a:p>
        </p:txBody>
      </p:sp>
      <p:sp>
        <p:nvSpPr>
          <p:cNvPr id="9" name="Slide Number Placeholder 5">
            <a:extLst>
              <a:ext uri="{FF2B5EF4-FFF2-40B4-BE49-F238E27FC236}">
                <a16:creationId xmlns:a16="http://schemas.microsoft.com/office/drawing/2014/main" id="{DB778110-4AE8-2C45-B79C-9F68FCEA23CA}"/>
              </a:ext>
            </a:extLst>
          </p:cNvPr>
          <p:cNvSpPr>
            <a:spLocks noGrp="1"/>
          </p:cNvSpPr>
          <p:nvPr>
            <p:ph type="sldNum" sz="quarter" idx="4"/>
          </p:nvPr>
        </p:nvSpPr>
        <p:spPr>
          <a:xfrm>
            <a:off x="8474473" y="6345063"/>
            <a:ext cx="237725" cy="215444"/>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a:t>
            </a:fld>
            <a:endParaRPr lang="en-US" dirty="0"/>
          </a:p>
        </p:txBody>
      </p:sp>
      <p:sp>
        <p:nvSpPr>
          <p:cNvPr id="11" name="Text Placeholder 14">
            <a:extLst>
              <a:ext uri="{FF2B5EF4-FFF2-40B4-BE49-F238E27FC236}">
                <a16:creationId xmlns:a16="http://schemas.microsoft.com/office/drawing/2014/main" id="{6917BEC2-45FB-5A4F-B8E7-668ABD1CB750}"/>
              </a:ext>
            </a:extLst>
          </p:cNvPr>
          <p:cNvSpPr>
            <a:spLocks noGrp="1"/>
          </p:cNvSpPr>
          <p:nvPr>
            <p:ph type="body" sz="quarter" idx="10" hasCustomPrompt="1"/>
          </p:nvPr>
        </p:nvSpPr>
        <p:spPr>
          <a:xfrm>
            <a:off x="426168" y="1306800"/>
            <a:ext cx="3987695" cy="4838400"/>
          </a:xfrm>
        </p:spPr>
        <p:txBody>
          <a:bodyPr>
            <a:noAutofit/>
          </a:bodyPr>
          <a:lstStyle>
            <a:lvl1pPr marL="0" indent="0">
              <a:lnSpc>
                <a:spcPct val="100000"/>
              </a:lnSpc>
              <a:spcBef>
                <a:spcPts val="0"/>
              </a:spcBef>
              <a:buNone/>
              <a:defRPr sz="1600">
                <a:solidFill>
                  <a:schemeClr val="tx1"/>
                </a:solidFill>
              </a:defRPr>
            </a:lvl1pPr>
          </a:lstStyle>
          <a:p>
            <a:pPr marL="0" indent="0">
              <a:lnSpc>
                <a:spcPct val="100000"/>
              </a:lnSpc>
              <a:buNone/>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a:p>
            <a:pPr marL="0" indent="0">
              <a:lnSpc>
                <a:spcPct val="100000"/>
              </a:lnSpc>
              <a:buNone/>
            </a:pPr>
            <a:endParaRPr lang="en-US" dirty="0"/>
          </a:p>
          <a:p>
            <a:pPr marL="0" indent="0">
              <a:lnSpc>
                <a:spcPct val="100000"/>
              </a:lnSpc>
              <a:buNone/>
            </a:pPr>
            <a:r>
              <a:rPr lang="en-US" dirty="0"/>
              <a:t>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sunt in culpa qui official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a:t>
            </a:r>
          </a:p>
        </p:txBody>
      </p:sp>
      <p:sp>
        <p:nvSpPr>
          <p:cNvPr id="10" name="Picture Placeholder 4">
            <a:extLst>
              <a:ext uri="{FF2B5EF4-FFF2-40B4-BE49-F238E27FC236}">
                <a16:creationId xmlns:a16="http://schemas.microsoft.com/office/drawing/2014/main" id="{23DA2F86-CD1B-514F-B078-071E73B69447}"/>
              </a:ext>
            </a:extLst>
          </p:cNvPr>
          <p:cNvSpPr>
            <a:spLocks noGrp="1"/>
          </p:cNvSpPr>
          <p:nvPr>
            <p:ph type="pic" sz="quarter" idx="11" hasCustomPrompt="1"/>
          </p:nvPr>
        </p:nvSpPr>
        <p:spPr>
          <a:xfrm>
            <a:off x="4719639" y="0"/>
            <a:ext cx="4424362" cy="6858000"/>
          </a:xfrm>
          <a:solidFill>
            <a:schemeClr val="bg1">
              <a:lumMod val="95000"/>
            </a:schemeClr>
          </a:solidFill>
        </p:spPr>
        <p:txBody>
          <a:bodyPr anchor="ctr" anchorCtr="0">
            <a:normAutofit/>
          </a:bodyPr>
          <a:lstStyle>
            <a:lvl1pPr marL="0" indent="0" algn="ctr">
              <a:buNone/>
              <a:defRPr sz="1200">
                <a:solidFill>
                  <a:schemeClr val="tx1"/>
                </a:solidFill>
              </a:defRPr>
            </a:lvl1pPr>
          </a:lstStyle>
          <a:p>
            <a:r>
              <a:rPr lang="en-US" dirty="0"/>
              <a:t>Click to insert image</a:t>
            </a:r>
          </a:p>
        </p:txBody>
      </p:sp>
      <p:pic>
        <p:nvPicPr>
          <p:cNvPr id="12" name="Picture 11">
            <a:extLst>
              <a:ext uri="{FF2B5EF4-FFF2-40B4-BE49-F238E27FC236}">
                <a16:creationId xmlns:a16="http://schemas.microsoft.com/office/drawing/2014/main" id="{5F8988C3-8A48-4245-9FD0-9E2303A181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9957" y="6349459"/>
            <a:ext cx="835200" cy="300672"/>
          </a:xfrm>
          <a:prstGeom prst="rect">
            <a:avLst/>
          </a:prstGeom>
        </p:spPr>
      </p:pic>
    </p:spTree>
    <p:extLst>
      <p:ext uri="{BB962C8B-B14F-4D97-AF65-F5344CB8AC3E}">
        <p14:creationId xmlns:p14="http://schemas.microsoft.com/office/powerpoint/2010/main" val="2448361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1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1800" y="376702"/>
            <a:ext cx="5325968" cy="744146"/>
          </a:xfrm>
        </p:spPr>
        <p:txBody>
          <a:bodyPr/>
          <a:lstStyle>
            <a:lvl1pPr>
              <a:defRPr/>
            </a:lvl1pPr>
          </a:lstStyle>
          <a:p>
            <a:r>
              <a:rPr lang="en-GB" dirty="0"/>
              <a:t>Insert header keeping to a maximum of two lines</a:t>
            </a:r>
            <a:endParaRPr lang="en-US" dirty="0"/>
          </a:p>
        </p:txBody>
      </p:sp>
      <p:sp>
        <p:nvSpPr>
          <p:cNvPr id="8" name="TextBox 7">
            <a:extLst>
              <a:ext uri="{FF2B5EF4-FFF2-40B4-BE49-F238E27FC236}">
                <a16:creationId xmlns:a16="http://schemas.microsoft.com/office/drawing/2014/main" id="{45DD160B-CBC5-B34B-BE0E-799A8F8DFB60}"/>
              </a:ext>
            </a:extLst>
          </p:cNvPr>
          <p:cNvSpPr txBox="1"/>
          <p:nvPr userDrawn="1"/>
        </p:nvSpPr>
        <p:spPr>
          <a:xfrm>
            <a:off x="5956388"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dirty="0">
                <a:solidFill>
                  <a:srgbClr val="00B1A9"/>
                </a:solidFill>
                <a:latin typeface="Arial" panose="020B0604020202020204" pitchFamily="34" charset="0"/>
                <a:cs typeface="Arial" panose="020B0604020202020204" pitchFamily="34" charset="0"/>
              </a:rPr>
              <a:t>© 2019 </a:t>
            </a:r>
            <a:r>
              <a:rPr lang="pt" sz="800" dirty="0" err="1">
                <a:solidFill>
                  <a:srgbClr val="00B1A9"/>
                </a:solidFill>
                <a:latin typeface="Arial" panose="020B0604020202020204" pitchFamily="34" charset="0"/>
                <a:cs typeface="Arial" panose="020B0604020202020204" pitchFamily="34" charset="0"/>
              </a:rPr>
              <a:t>Petroliam</a:t>
            </a:r>
            <a:r>
              <a:rPr lang="pt" sz="800" dirty="0">
                <a:solidFill>
                  <a:srgbClr val="00B1A9"/>
                </a:solidFill>
                <a:latin typeface="Arial" panose="020B0604020202020204" pitchFamily="34" charset="0"/>
                <a:cs typeface="Arial" panose="020B0604020202020204" pitchFamily="34" charset="0"/>
              </a:rPr>
              <a:t> </a:t>
            </a:r>
            <a:r>
              <a:rPr lang="pt" sz="800" dirty="0" err="1">
                <a:solidFill>
                  <a:srgbClr val="00B1A9"/>
                </a:solidFill>
                <a:latin typeface="Arial" panose="020B0604020202020204" pitchFamily="34" charset="0"/>
                <a:cs typeface="Arial" panose="020B0604020202020204" pitchFamily="34" charset="0"/>
              </a:rPr>
              <a:t>Nasional</a:t>
            </a:r>
            <a:r>
              <a:rPr lang="pt" sz="800" dirty="0">
                <a:solidFill>
                  <a:srgbClr val="00B1A9"/>
                </a:solidFill>
                <a:latin typeface="Arial" panose="020B0604020202020204" pitchFamily="34" charset="0"/>
                <a:cs typeface="Arial" panose="020B0604020202020204" pitchFamily="34" charset="0"/>
              </a:rPr>
              <a:t> </a:t>
            </a:r>
            <a:r>
              <a:rPr lang="pt" sz="800" dirty="0" err="1">
                <a:solidFill>
                  <a:srgbClr val="00B1A9"/>
                </a:solidFill>
                <a:latin typeface="Arial" panose="020B0604020202020204" pitchFamily="34" charset="0"/>
                <a:cs typeface="Arial" panose="020B0604020202020204" pitchFamily="34" charset="0"/>
              </a:rPr>
              <a:t>Berhad</a:t>
            </a:r>
            <a:r>
              <a:rPr lang="pt" sz="800" dirty="0">
                <a:solidFill>
                  <a:srgbClr val="00B1A9"/>
                </a:solidFill>
                <a:latin typeface="Arial" panose="020B0604020202020204" pitchFamily="34" charset="0"/>
                <a:cs typeface="Arial" panose="020B0604020202020204" pitchFamily="34" charset="0"/>
              </a:rPr>
              <a:t> (PETRONAS)     |</a:t>
            </a:r>
            <a:endParaRPr lang="en-US" sz="800" dirty="0">
              <a:solidFill>
                <a:srgbClr val="00B1A9"/>
              </a:solidFill>
              <a:latin typeface="Arial" panose="020B0604020202020204" pitchFamily="34" charset="0"/>
              <a:cs typeface="Arial" panose="020B0604020202020204" pitchFamily="34" charset="0"/>
            </a:endParaRPr>
          </a:p>
        </p:txBody>
      </p:sp>
      <p:sp>
        <p:nvSpPr>
          <p:cNvPr id="9" name="Slide Number Placeholder 5">
            <a:extLst>
              <a:ext uri="{FF2B5EF4-FFF2-40B4-BE49-F238E27FC236}">
                <a16:creationId xmlns:a16="http://schemas.microsoft.com/office/drawing/2014/main" id="{DB778110-4AE8-2C45-B79C-9F68FCEA23CA}"/>
              </a:ext>
            </a:extLst>
          </p:cNvPr>
          <p:cNvSpPr>
            <a:spLocks noGrp="1"/>
          </p:cNvSpPr>
          <p:nvPr>
            <p:ph type="sldNum" sz="quarter" idx="4"/>
          </p:nvPr>
        </p:nvSpPr>
        <p:spPr>
          <a:xfrm>
            <a:off x="8474473" y="6345063"/>
            <a:ext cx="237725" cy="215444"/>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a:t>
            </a:fld>
            <a:endParaRPr lang="en-US" dirty="0"/>
          </a:p>
        </p:txBody>
      </p:sp>
      <p:sp>
        <p:nvSpPr>
          <p:cNvPr id="7" name="Picture Placeholder 4">
            <a:extLst>
              <a:ext uri="{FF2B5EF4-FFF2-40B4-BE49-F238E27FC236}">
                <a16:creationId xmlns:a16="http://schemas.microsoft.com/office/drawing/2014/main" id="{313FE915-D00F-1945-A8B6-CD92D0DF0E5C}"/>
              </a:ext>
            </a:extLst>
          </p:cNvPr>
          <p:cNvSpPr>
            <a:spLocks noGrp="1"/>
          </p:cNvSpPr>
          <p:nvPr>
            <p:ph type="pic" sz="quarter" idx="11" hasCustomPrompt="1"/>
          </p:nvPr>
        </p:nvSpPr>
        <p:spPr>
          <a:xfrm>
            <a:off x="6045753" y="0"/>
            <a:ext cx="3098247" cy="6858000"/>
          </a:xfrm>
          <a:solidFill>
            <a:schemeClr val="bg1">
              <a:lumMod val="95000"/>
            </a:schemeClr>
          </a:solidFill>
        </p:spPr>
        <p:txBody>
          <a:bodyPr anchor="ctr" anchorCtr="0">
            <a:normAutofit/>
          </a:bodyPr>
          <a:lstStyle>
            <a:lvl1pPr marL="0" indent="0" algn="ctr">
              <a:buNone/>
              <a:defRPr sz="1200">
                <a:solidFill>
                  <a:schemeClr val="tx1"/>
                </a:solidFill>
              </a:defRPr>
            </a:lvl1pPr>
          </a:lstStyle>
          <a:p>
            <a:r>
              <a:rPr lang="en-US" dirty="0"/>
              <a:t>Click to insert image</a:t>
            </a:r>
          </a:p>
        </p:txBody>
      </p:sp>
      <p:sp>
        <p:nvSpPr>
          <p:cNvPr id="11" name="Text Placeholder 14">
            <a:extLst>
              <a:ext uri="{FF2B5EF4-FFF2-40B4-BE49-F238E27FC236}">
                <a16:creationId xmlns:a16="http://schemas.microsoft.com/office/drawing/2014/main" id="{6917BEC2-45FB-5A4F-B8E7-668ABD1CB750}"/>
              </a:ext>
            </a:extLst>
          </p:cNvPr>
          <p:cNvSpPr>
            <a:spLocks noGrp="1"/>
          </p:cNvSpPr>
          <p:nvPr>
            <p:ph type="body" sz="quarter" idx="10" hasCustomPrompt="1"/>
          </p:nvPr>
        </p:nvSpPr>
        <p:spPr>
          <a:xfrm>
            <a:off x="431800" y="1306800"/>
            <a:ext cx="5325968" cy="4838400"/>
          </a:xfrm>
        </p:spPr>
        <p:txBody>
          <a:bodyPr>
            <a:noAutofit/>
          </a:bodyPr>
          <a:lstStyle>
            <a:lvl1pPr marL="0" indent="0">
              <a:lnSpc>
                <a:spcPct val="100000"/>
              </a:lnSpc>
              <a:spcBef>
                <a:spcPts val="0"/>
              </a:spcBef>
              <a:buNone/>
              <a:defRPr sz="1600">
                <a:solidFill>
                  <a:schemeClr val="tx1"/>
                </a:solidFill>
              </a:defRPr>
            </a:lvl1pPr>
          </a:lstStyle>
          <a:p>
            <a:pPr marL="0" indent="0">
              <a:lnSpc>
                <a:spcPct val="100000"/>
              </a:lnSpc>
              <a:buNone/>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pic>
        <p:nvPicPr>
          <p:cNvPr id="12" name="Picture 11">
            <a:extLst>
              <a:ext uri="{FF2B5EF4-FFF2-40B4-BE49-F238E27FC236}">
                <a16:creationId xmlns:a16="http://schemas.microsoft.com/office/drawing/2014/main" id="{D5B7B3DA-5732-3440-99BA-E3C630F9861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9957" y="6349459"/>
            <a:ext cx="835200" cy="300672"/>
          </a:xfrm>
          <a:prstGeom prst="rect">
            <a:avLst/>
          </a:prstGeom>
        </p:spPr>
      </p:pic>
    </p:spTree>
    <p:extLst>
      <p:ext uri="{BB962C8B-B14F-4D97-AF65-F5344CB8AC3E}">
        <p14:creationId xmlns:p14="http://schemas.microsoft.com/office/powerpoint/2010/main" val="854932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86232" y="376702"/>
            <a:ext cx="5325968" cy="744146"/>
          </a:xfrm>
        </p:spPr>
        <p:txBody>
          <a:bodyPr/>
          <a:lstStyle>
            <a:lvl1pPr>
              <a:defRPr/>
            </a:lvl1pPr>
          </a:lstStyle>
          <a:p>
            <a:r>
              <a:rPr lang="en-GB" dirty="0"/>
              <a:t>Insert header keeping to a maximum of two lines</a:t>
            </a:r>
            <a:endParaRPr lang="en-US" dirty="0"/>
          </a:p>
        </p:txBody>
      </p:sp>
      <p:sp>
        <p:nvSpPr>
          <p:cNvPr id="8" name="TextBox 7">
            <a:extLst>
              <a:ext uri="{FF2B5EF4-FFF2-40B4-BE49-F238E27FC236}">
                <a16:creationId xmlns:a16="http://schemas.microsoft.com/office/drawing/2014/main" id="{45DD160B-CBC5-B34B-BE0E-799A8F8DFB60}"/>
              </a:ext>
            </a:extLst>
          </p:cNvPr>
          <p:cNvSpPr txBox="1"/>
          <p:nvPr userDrawn="1"/>
        </p:nvSpPr>
        <p:spPr>
          <a:xfrm>
            <a:off x="5956388"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dirty="0">
                <a:solidFill>
                  <a:srgbClr val="00B1A9"/>
                </a:solidFill>
                <a:latin typeface="Arial" panose="020B0604020202020204" pitchFamily="34" charset="0"/>
                <a:cs typeface="Arial" panose="020B0604020202020204" pitchFamily="34" charset="0"/>
              </a:rPr>
              <a:t>© 2021 Petroliam Nasional Berhad (PETRONAS)     |</a:t>
            </a:r>
            <a:endParaRPr lang="en-US" sz="800" dirty="0">
              <a:solidFill>
                <a:srgbClr val="00B1A9"/>
              </a:solidFill>
              <a:latin typeface="Arial" panose="020B0604020202020204" pitchFamily="34" charset="0"/>
              <a:cs typeface="Arial" panose="020B0604020202020204" pitchFamily="34" charset="0"/>
            </a:endParaRPr>
          </a:p>
        </p:txBody>
      </p:sp>
      <p:sp>
        <p:nvSpPr>
          <p:cNvPr id="9" name="Slide Number Placeholder 5">
            <a:extLst>
              <a:ext uri="{FF2B5EF4-FFF2-40B4-BE49-F238E27FC236}">
                <a16:creationId xmlns:a16="http://schemas.microsoft.com/office/drawing/2014/main" id="{DB778110-4AE8-2C45-B79C-9F68FCEA23CA}"/>
              </a:ext>
            </a:extLst>
          </p:cNvPr>
          <p:cNvSpPr>
            <a:spLocks noGrp="1"/>
          </p:cNvSpPr>
          <p:nvPr>
            <p:ph type="sldNum" sz="quarter" idx="4"/>
          </p:nvPr>
        </p:nvSpPr>
        <p:spPr>
          <a:xfrm>
            <a:off x="8474473" y="6345063"/>
            <a:ext cx="237725" cy="215444"/>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a:t>
            </a:fld>
            <a:endParaRPr lang="en-US" dirty="0"/>
          </a:p>
        </p:txBody>
      </p:sp>
      <p:sp>
        <p:nvSpPr>
          <p:cNvPr id="7" name="Picture Placeholder 4">
            <a:extLst>
              <a:ext uri="{FF2B5EF4-FFF2-40B4-BE49-F238E27FC236}">
                <a16:creationId xmlns:a16="http://schemas.microsoft.com/office/drawing/2014/main" id="{313FE915-D00F-1945-A8B6-CD92D0DF0E5C}"/>
              </a:ext>
            </a:extLst>
          </p:cNvPr>
          <p:cNvSpPr>
            <a:spLocks noGrp="1"/>
          </p:cNvSpPr>
          <p:nvPr>
            <p:ph type="pic" sz="quarter" idx="11" hasCustomPrompt="1"/>
          </p:nvPr>
        </p:nvSpPr>
        <p:spPr>
          <a:xfrm>
            <a:off x="0" y="0"/>
            <a:ext cx="3098247" cy="6858000"/>
          </a:xfrm>
          <a:solidFill>
            <a:schemeClr val="bg1">
              <a:lumMod val="95000"/>
            </a:schemeClr>
          </a:solidFill>
        </p:spPr>
        <p:txBody>
          <a:bodyPr anchor="ctr" anchorCtr="0">
            <a:normAutofit/>
          </a:bodyPr>
          <a:lstStyle>
            <a:lvl1pPr marL="0" indent="0" algn="ctr">
              <a:buNone/>
              <a:defRPr sz="1200">
                <a:solidFill>
                  <a:schemeClr val="tx1"/>
                </a:solidFill>
              </a:defRPr>
            </a:lvl1pPr>
          </a:lstStyle>
          <a:p>
            <a:r>
              <a:rPr lang="en-US" dirty="0"/>
              <a:t>Click to insert image</a:t>
            </a:r>
          </a:p>
        </p:txBody>
      </p:sp>
      <p:sp>
        <p:nvSpPr>
          <p:cNvPr id="12" name="Text Placeholder 14">
            <a:extLst>
              <a:ext uri="{FF2B5EF4-FFF2-40B4-BE49-F238E27FC236}">
                <a16:creationId xmlns:a16="http://schemas.microsoft.com/office/drawing/2014/main" id="{2E2ED0D0-2C22-BB4C-8B0E-07933DF6A0ED}"/>
              </a:ext>
            </a:extLst>
          </p:cNvPr>
          <p:cNvSpPr>
            <a:spLocks noGrp="1"/>
          </p:cNvSpPr>
          <p:nvPr>
            <p:ph type="body" sz="quarter" idx="10" hasCustomPrompt="1"/>
          </p:nvPr>
        </p:nvSpPr>
        <p:spPr>
          <a:xfrm>
            <a:off x="3386232" y="1306800"/>
            <a:ext cx="5325968" cy="4838400"/>
          </a:xfrm>
        </p:spPr>
        <p:txBody>
          <a:bodyPr>
            <a:noAutofit/>
          </a:bodyPr>
          <a:lstStyle>
            <a:lvl1pPr marL="0" indent="0">
              <a:lnSpc>
                <a:spcPct val="100000"/>
              </a:lnSpc>
              <a:spcBef>
                <a:spcPts val="0"/>
              </a:spcBef>
              <a:buNone/>
              <a:defRPr sz="1600">
                <a:solidFill>
                  <a:schemeClr val="tx1"/>
                </a:solidFill>
              </a:defRPr>
            </a:lvl1pPr>
          </a:lstStyle>
          <a:p>
            <a:pPr marL="0" indent="0">
              <a:lnSpc>
                <a:spcPct val="100000"/>
              </a:lnSpc>
              <a:buNone/>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Tree>
    <p:extLst>
      <p:ext uri="{BB962C8B-B14F-4D97-AF65-F5344CB8AC3E}">
        <p14:creationId xmlns:p14="http://schemas.microsoft.com/office/powerpoint/2010/main" val="3761099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with quo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1800" y="376702"/>
            <a:ext cx="8280400" cy="744146"/>
          </a:xfrm>
        </p:spPr>
        <p:txBody>
          <a:bodyPr/>
          <a:lstStyle>
            <a:lvl1pPr>
              <a:defRPr/>
            </a:lvl1pPr>
          </a:lstStyle>
          <a:p>
            <a:r>
              <a:rPr lang="en-GB" dirty="0"/>
              <a:t>Insert header keeping to a maximum of two lines</a:t>
            </a:r>
            <a:endParaRPr lang="en-US" dirty="0"/>
          </a:p>
        </p:txBody>
      </p:sp>
      <p:sp>
        <p:nvSpPr>
          <p:cNvPr id="8" name="TextBox 7">
            <a:extLst>
              <a:ext uri="{FF2B5EF4-FFF2-40B4-BE49-F238E27FC236}">
                <a16:creationId xmlns:a16="http://schemas.microsoft.com/office/drawing/2014/main" id="{45DD160B-CBC5-B34B-BE0E-799A8F8DFB60}"/>
              </a:ext>
            </a:extLst>
          </p:cNvPr>
          <p:cNvSpPr txBox="1"/>
          <p:nvPr userDrawn="1"/>
        </p:nvSpPr>
        <p:spPr>
          <a:xfrm>
            <a:off x="5956388"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dirty="0">
                <a:solidFill>
                  <a:srgbClr val="00B1A9"/>
                </a:solidFill>
                <a:latin typeface="Arial" panose="020B0604020202020204" pitchFamily="34" charset="0"/>
                <a:cs typeface="Arial" panose="020B0604020202020204" pitchFamily="34" charset="0"/>
              </a:rPr>
              <a:t>© 2021 Petroliam Nasional Berhad (PETRONAS)     |</a:t>
            </a:r>
            <a:endParaRPr lang="en-US" sz="800" dirty="0">
              <a:solidFill>
                <a:srgbClr val="00B1A9"/>
              </a:solidFill>
              <a:latin typeface="Arial" panose="020B0604020202020204" pitchFamily="34" charset="0"/>
              <a:cs typeface="Arial" panose="020B0604020202020204" pitchFamily="34" charset="0"/>
            </a:endParaRPr>
          </a:p>
        </p:txBody>
      </p:sp>
      <p:sp>
        <p:nvSpPr>
          <p:cNvPr id="9" name="Slide Number Placeholder 5">
            <a:extLst>
              <a:ext uri="{FF2B5EF4-FFF2-40B4-BE49-F238E27FC236}">
                <a16:creationId xmlns:a16="http://schemas.microsoft.com/office/drawing/2014/main" id="{DB778110-4AE8-2C45-B79C-9F68FCEA23CA}"/>
              </a:ext>
            </a:extLst>
          </p:cNvPr>
          <p:cNvSpPr>
            <a:spLocks noGrp="1"/>
          </p:cNvSpPr>
          <p:nvPr>
            <p:ph type="sldNum" sz="quarter" idx="4"/>
          </p:nvPr>
        </p:nvSpPr>
        <p:spPr>
          <a:xfrm>
            <a:off x="8474473" y="6345063"/>
            <a:ext cx="237725" cy="215444"/>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a:t>
            </a:fld>
            <a:endParaRPr lang="en-US" dirty="0"/>
          </a:p>
        </p:txBody>
      </p:sp>
      <p:sp>
        <p:nvSpPr>
          <p:cNvPr id="11" name="Text Placeholder 14">
            <a:extLst>
              <a:ext uri="{FF2B5EF4-FFF2-40B4-BE49-F238E27FC236}">
                <a16:creationId xmlns:a16="http://schemas.microsoft.com/office/drawing/2014/main" id="{6917BEC2-45FB-5A4F-B8E7-668ABD1CB750}"/>
              </a:ext>
            </a:extLst>
          </p:cNvPr>
          <p:cNvSpPr>
            <a:spLocks noGrp="1"/>
          </p:cNvSpPr>
          <p:nvPr>
            <p:ph type="body" sz="quarter" idx="10" hasCustomPrompt="1"/>
          </p:nvPr>
        </p:nvSpPr>
        <p:spPr>
          <a:xfrm>
            <a:off x="426168" y="1306800"/>
            <a:ext cx="3987695" cy="4838400"/>
          </a:xfrm>
        </p:spPr>
        <p:txBody>
          <a:bodyPr>
            <a:noAutofit/>
          </a:bodyPr>
          <a:lstStyle>
            <a:lvl1pPr marL="0" indent="0">
              <a:lnSpc>
                <a:spcPct val="100000"/>
              </a:lnSpc>
              <a:spcBef>
                <a:spcPts val="0"/>
              </a:spcBef>
              <a:buNone/>
              <a:defRPr sz="3800" b="1" i="0">
                <a:solidFill>
                  <a:srgbClr val="00B1A9"/>
                </a:solidFill>
                <a:latin typeface="Arial Black" panose="020B0604020202020204" pitchFamily="34" charset="0"/>
                <a:cs typeface="Arial Black" panose="020B0604020202020204" pitchFamily="34" charset="0"/>
              </a:defRPr>
            </a:lvl1pPr>
          </a:lstStyle>
          <a:p>
            <a:pPr marL="0" indent="0">
              <a:lnSpc>
                <a:spcPct val="100000"/>
              </a:lnSpc>
              <a:buNone/>
            </a:pPr>
            <a:r>
              <a:rPr lang="en-US" dirty="0"/>
              <a:t>“Insert a quote here investing in visionary thinkers and technologies”</a:t>
            </a:r>
          </a:p>
        </p:txBody>
      </p:sp>
      <p:sp>
        <p:nvSpPr>
          <p:cNvPr id="10" name="Text Placeholder 14">
            <a:extLst>
              <a:ext uri="{FF2B5EF4-FFF2-40B4-BE49-F238E27FC236}">
                <a16:creationId xmlns:a16="http://schemas.microsoft.com/office/drawing/2014/main" id="{8A3E5904-DF31-1E44-90BD-C581B58E32EF}"/>
              </a:ext>
            </a:extLst>
          </p:cNvPr>
          <p:cNvSpPr>
            <a:spLocks noGrp="1"/>
          </p:cNvSpPr>
          <p:nvPr>
            <p:ph type="body" sz="quarter" idx="11" hasCustomPrompt="1"/>
          </p:nvPr>
        </p:nvSpPr>
        <p:spPr>
          <a:xfrm>
            <a:off x="4718873" y="1306800"/>
            <a:ext cx="3987695" cy="4838400"/>
          </a:xfrm>
        </p:spPr>
        <p:txBody>
          <a:bodyPr>
            <a:noAutofit/>
          </a:bodyPr>
          <a:lstStyle>
            <a:lvl1pPr marL="0" indent="0">
              <a:lnSpc>
                <a:spcPct val="100000"/>
              </a:lnSpc>
              <a:spcBef>
                <a:spcPts val="0"/>
              </a:spcBef>
              <a:buNone/>
              <a:defRPr sz="1600">
                <a:solidFill>
                  <a:schemeClr val="tx1"/>
                </a:solidFill>
              </a:defRPr>
            </a:lvl1pPr>
          </a:lstStyle>
          <a:p>
            <a:pPr marL="0" indent="0">
              <a:lnSpc>
                <a:spcPct val="100000"/>
              </a:lnSpc>
              <a:buNone/>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a:p>
            <a:pPr marL="0" indent="0">
              <a:lnSpc>
                <a:spcPct val="100000"/>
              </a:lnSpc>
              <a:buNone/>
            </a:pPr>
            <a:endParaRPr lang="en-US" dirty="0"/>
          </a:p>
          <a:p>
            <a:pPr marL="0" indent="0">
              <a:lnSpc>
                <a:spcPct val="100000"/>
              </a:lnSpc>
              <a:buNone/>
            </a:pPr>
            <a:r>
              <a:rPr lang="en-US" dirty="0"/>
              <a:t>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sunt in culpa qui official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a:t>
            </a:r>
          </a:p>
        </p:txBody>
      </p:sp>
      <p:pic>
        <p:nvPicPr>
          <p:cNvPr id="12" name="Picture 11">
            <a:extLst>
              <a:ext uri="{FF2B5EF4-FFF2-40B4-BE49-F238E27FC236}">
                <a16:creationId xmlns:a16="http://schemas.microsoft.com/office/drawing/2014/main" id="{10D31D17-7B06-514D-8550-14E9B760A39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9957" y="6349459"/>
            <a:ext cx="835200" cy="300672"/>
          </a:xfrm>
          <a:prstGeom prst="rect">
            <a:avLst/>
          </a:prstGeom>
        </p:spPr>
      </p:pic>
    </p:spTree>
    <p:extLst>
      <p:ext uri="{BB962C8B-B14F-4D97-AF65-F5344CB8AC3E}">
        <p14:creationId xmlns:p14="http://schemas.microsoft.com/office/powerpoint/2010/main" val="3042509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con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1800" y="376702"/>
            <a:ext cx="8280400" cy="744146"/>
          </a:xfrm>
        </p:spPr>
        <p:txBody>
          <a:bodyPr/>
          <a:lstStyle/>
          <a:p>
            <a:r>
              <a:rPr lang="en-GB" dirty="0"/>
              <a:t>Insert header keeping to a maximum of two lines</a:t>
            </a:r>
            <a:endParaRPr lang="en-US" dirty="0"/>
          </a:p>
        </p:txBody>
      </p:sp>
      <p:sp>
        <p:nvSpPr>
          <p:cNvPr id="8" name="TextBox 7">
            <a:extLst>
              <a:ext uri="{FF2B5EF4-FFF2-40B4-BE49-F238E27FC236}">
                <a16:creationId xmlns:a16="http://schemas.microsoft.com/office/drawing/2014/main" id="{45DD160B-CBC5-B34B-BE0E-799A8F8DFB60}"/>
              </a:ext>
            </a:extLst>
          </p:cNvPr>
          <p:cNvSpPr txBox="1"/>
          <p:nvPr userDrawn="1"/>
        </p:nvSpPr>
        <p:spPr>
          <a:xfrm>
            <a:off x="5956388"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dirty="0">
                <a:solidFill>
                  <a:srgbClr val="00B1A9"/>
                </a:solidFill>
                <a:latin typeface="Arial" panose="020B0604020202020204" pitchFamily="34" charset="0"/>
                <a:cs typeface="Arial" panose="020B0604020202020204" pitchFamily="34" charset="0"/>
              </a:rPr>
              <a:t>© 2021 Petroliam Nasional Berhad (PETRONAS)     |</a:t>
            </a:r>
            <a:endParaRPr lang="en-US" sz="800" dirty="0">
              <a:solidFill>
                <a:srgbClr val="00B1A9"/>
              </a:solidFill>
              <a:latin typeface="Arial" panose="020B0604020202020204" pitchFamily="34" charset="0"/>
              <a:cs typeface="Arial" panose="020B0604020202020204" pitchFamily="34" charset="0"/>
            </a:endParaRPr>
          </a:p>
        </p:txBody>
      </p:sp>
      <p:sp>
        <p:nvSpPr>
          <p:cNvPr id="9" name="Slide Number Placeholder 5">
            <a:extLst>
              <a:ext uri="{FF2B5EF4-FFF2-40B4-BE49-F238E27FC236}">
                <a16:creationId xmlns:a16="http://schemas.microsoft.com/office/drawing/2014/main" id="{DB778110-4AE8-2C45-B79C-9F68FCEA23CA}"/>
              </a:ext>
            </a:extLst>
          </p:cNvPr>
          <p:cNvSpPr>
            <a:spLocks noGrp="1"/>
          </p:cNvSpPr>
          <p:nvPr>
            <p:ph type="sldNum" sz="quarter" idx="4"/>
          </p:nvPr>
        </p:nvSpPr>
        <p:spPr>
          <a:xfrm>
            <a:off x="8474473" y="6345063"/>
            <a:ext cx="237725" cy="215444"/>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a:t>
            </a:fld>
            <a:endParaRPr lang="en-US" dirty="0"/>
          </a:p>
        </p:txBody>
      </p:sp>
      <p:sp>
        <p:nvSpPr>
          <p:cNvPr id="21" name="Text Placeholder 15">
            <a:extLst>
              <a:ext uri="{FF2B5EF4-FFF2-40B4-BE49-F238E27FC236}">
                <a16:creationId xmlns:a16="http://schemas.microsoft.com/office/drawing/2014/main" id="{93E86E4E-05EA-9F44-BA85-F2B1EE480B4F}"/>
              </a:ext>
            </a:extLst>
          </p:cNvPr>
          <p:cNvSpPr>
            <a:spLocks noGrp="1"/>
          </p:cNvSpPr>
          <p:nvPr>
            <p:ph type="body" sz="quarter" idx="17" hasCustomPrompt="1"/>
          </p:nvPr>
        </p:nvSpPr>
        <p:spPr>
          <a:xfrm>
            <a:off x="431800" y="3748183"/>
            <a:ext cx="2098986" cy="320675"/>
          </a:xfrm>
        </p:spPr>
        <p:txBody>
          <a:bodyPr>
            <a:noAutofit/>
          </a:bodyPr>
          <a:lstStyle>
            <a:lvl1pPr marL="0" indent="0" algn="ctr">
              <a:buNone/>
              <a:defRPr sz="1600" b="1" i="0">
                <a:solidFill>
                  <a:schemeClr val="tx1"/>
                </a:solidFill>
                <a:latin typeface="Arial" panose="020B0604020202020204" pitchFamily="34" charset="0"/>
                <a:cs typeface="Arial" panose="020B0604020202020204" pitchFamily="34" charset="0"/>
              </a:defRPr>
            </a:lvl1pPr>
            <a:lvl2pPr>
              <a:defRPr sz="1600">
                <a:solidFill>
                  <a:srgbClr val="00B1A9"/>
                </a:solidFill>
              </a:defRPr>
            </a:lvl2pPr>
            <a:lvl3pPr>
              <a:defRPr sz="1600">
                <a:solidFill>
                  <a:srgbClr val="00B1A9"/>
                </a:solidFill>
              </a:defRPr>
            </a:lvl3pPr>
            <a:lvl4pPr>
              <a:defRPr sz="1600">
                <a:solidFill>
                  <a:srgbClr val="00B1A9"/>
                </a:solidFill>
              </a:defRPr>
            </a:lvl4pPr>
            <a:lvl5pPr>
              <a:defRPr sz="1600">
                <a:solidFill>
                  <a:srgbClr val="00B1A9"/>
                </a:solidFill>
              </a:defRPr>
            </a:lvl5pPr>
          </a:lstStyle>
          <a:p>
            <a:pPr lvl="0"/>
            <a:r>
              <a:rPr lang="en-US" dirty="0"/>
              <a:t>Title of icon</a:t>
            </a:r>
          </a:p>
        </p:txBody>
      </p:sp>
      <p:sp>
        <p:nvSpPr>
          <p:cNvPr id="22" name="Text Placeholder 15">
            <a:extLst>
              <a:ext uri="{FF2B5EF4-FFF2-40B4-BE49-F238E27FC236}">
                <a16:creationId xmlns:a16="http://schemas.microsoft.com/office/drawing/2014/main" id="{89496E08-6F62-3F48-A55D-062F08267993}"/>
              </a:ext>
            </a:extLst>
          </p:cNvPr>
          <p:cNvSpPr>
            <a:spLocks noGrp="1"/>
          </p:cNvSpPr>
          <p:nvPr>
            <p:ph type="body" sz="quarter" idx="18" hasCustomPrompt="1"/>
          </p:nvPr>
        </p:nvSpPr>
        <p:spPr>
          <a:xfrm>
            <a:off x="431800" y="4073278"/>
            <a:ext cx="2098986" cy="801868"/>
          </a:xfrm>
        </p:spPr>
        <p:txBody>
          <a:bodyPr>
            <a:noAutofit/>
          </a:bodyPr>
          <a:lstStyle>
            <a:lvl1pPr marL="0" indent="0" algn="ctr">
              <a:buNone/>
              <a:defRPr sz="1400" b="0" i="0">
                <a:solidFill>
                  <a:srgbClr val="3C3835"/>
                </a:solidFill>
                <a:latin typeface="Arial" panose="020B0604020202020204" pitchFamily="34" charset="0"/>
                <a:cs typeface="Arial" panose="020B0604020202020204" pitchFamily="34" charset="0"/>
              </a:defRPr>
            </a:lvl1pPr>
            <a:lvl2pPr>
              <a:defRPr sz="1600">
                <a:solidFill>
                  <a:srgbClr val="00B1A9"/>
                </a:solidFill>
              </a:defRPr>
            </a:lvl2pPr>
            <a:lvl3pPr>
              <a:defRPr sz="1600">
                <a:solidFill>
                  <a:srgbClr val="00B1A9"/>
                </a:solidFill>
              </a:defRPr>
            </a:lvl3pPr>
            <a:lvl4pPr>
              <a:defRPr sz="1600">
                <a:solidFill>
                  <a:srgbClr val="00B1A9"/>
                </a:solidFill>
              </a:defRPr>
            </a:lvl4pPr>
            <a:lvl5pPr>
              <a:defRPr sz="1600">
                <a:solidFill>
                  <a:srgbClr val="00B1A9"/>
                </a:solidFill>
              </a:defRPr>
            </a:lvl5pPr>
          </a:lstStyle>
          <a:p>
            <a:pPr lvl="0"/>
            <a:r>
              <a:rPr lang="en-US" dirty="0"/>
              <a:t>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a:t>
            </a:r>
          </a:p>
        </p:txBody>
      </p:sp>
      <p:sp>
        <p:nvSpPr>
          <p:cNvPr id="23" name="Text Placeholder 15">
            <a:extLst>
              <a:ext uri="{FF2B5EF4-FFF2-40B4-BE49-F238E27FC236}">
                <a16:creationId xmlns:a16="http://schemas.microsoft.com/office/drawing/2014/main" id="{564AC605-A8C9-5347-BFD8-357CFE9121EC}"/>
              </a:ext>
            </a:extLst>
          </p:cNvPr>
          <p:cNvSpPr>
            <a:spLocks noGrp="1"/>
          </p:cNvSpPr>
          <p:nvPr>
            <p:ph type="body" sz="quarter" idx="19" hasCustomPrompt="1"/>
          </p:nvPr>
        </p:nvSpPr>
        <p:spPr>
          <a:xfrm>
            <a:off x="3525125" y="3748183"/>
            <a:ext cx="2098986" cy="320675"/>
          </a:xfrm>
        </p:spPr>
        <p:txBody>
          <a:bodyPr>
            <a:noAutofit/>
          </a:bodyPr>
          <a:lstStyle>
            <a:lvl1pPr marL="0" indent="0" algn="ctr">
              <a:buNone/>
              <a:defRPr sz="1600" b="1" i="0">
                <a:solidFill>
                  <a:schemeClr val="tx1"/>
                </a:solidFill>
                <a:latin typeface="Arial" panose="020B0604020202020204" pitchFamily="34" charset="0"/>
                <a:cs typeface="Arial" panose="020B0604020202020204" pitchFamily="34" charset="0"/>
              </a:defRPr>
            </a:lvl1pPr>
            <a:lvl2pPr>
              <a:defRPr sz="1600">
                <a:solidFill>
                  <a:srgbClr val="00B1A9"/>
                </a:solidFill>
              </a:defRPr>
            </a:lvl2pPr>
            <a:lvl3pPr>
              <a:defRPr sz="1600">
                <a:solidFill>
                  <a:srgbClr val="00B1A9"/>
                </a:solidFill>
              </a:defRPr>
            </a:lvl3pPr>
            <a:lvl4pPr>
              <a:defRPr sz="1600">
                <a:solidFill>
                  <a:srgbClr val="00B1A9"/>
                </a:solidFill>
              </a:defRPr>
            </a:lvl4pPr>
            <a:lvl5pPr>
              <a:defRPr sz="1600">
                <a:solidFill>
                  <a:srgbClr val="00B1A9"/>
                </a:solidFill>
              </a:defRPr>
            </a:lvl5pPr>
          </a:lstStyle>
          <a:p>
            <a:pPr lvl="0"/>
            <a:r>
              <a:rPr lang="en-US" dirty="0"/>
              <a:t>Title of icon</a:t>
            </a:r>
          </a:p>
        </p:txBody>
      </p:sp>
      <p:sp>
        <p:nvSpPr>
          <p:cNvPr id="24" name="Text Placeholder 15">
            <a:extLst>
              <a:ext uri="{FF2B5EF4-FFF2-40B4-BE49-F238E27FC236}">
                <a16:creationId xmlns:a16="http://schemas.microsoft.com/office/drawing/2014/main" id="{EEF7C4AD-214F-6145-B2C3-DAD206C7FC16}"/>
              </a:ext>
            </a:extLst>
          </p:cNvPr>
          <p:cNvSpPr>
            <a:spLocks noGrp="1"/>
          </p:cNvSpPr>
          <p:nvPr>
            <p:ph type="body" sz="quarter" idx="20" hasCustomPrompt="1"/>
          </p:nvPr>
        </p:nvSpPr>
        <p:spPr>
          <a:xfrm>
            <a:off x="3525125" y="4073278"/>
            <a:ext cx="2098986" cy="801868"/>
          </a:xfrm>
        </p:spPr>
        <p:txBody>
          <a:bodyPr>
            <a:noAutofit/>
          </a:bodyPr>
          <a:lstStyle>
            <a:lvl1pPr marL="0" indent="0" algn="ctr">
              <a:buNone/>
              <a:defRPr sz="1400" b="0" i="0">
                <a:solidFill>
                  <a:srgbClr val="3C3835"/>
                </a:solidFill>
                <a:latin typeface="Arial" panose="020B0604020202020204" pitchFamily="34" charset="0"/>
                <a:cs typeface="Arial" panose="020B0604020202020204" pitchFamily="34" charset="0"/>
              </a:defRPr>
            </a:lvl1pPr>
            <a:lvl2pPr>
              <a:defRPr sz="1600">
                <a:solidFill>
                  <a:srgbClr val="00B1A9"/>
                </a:solidFill>
              </a:defRPr>
            </a:lvl2pPr>
            <a:lvl3pPr>
              <a:defRPr sz="1600">
                <a:solidFill>
                  <a:srgbClr val="00B1A9"/>
                </a:solidFill>
              </a:defRPr>
            </a:lvl3pPr>
            <a:lvl4pPr>
              <a:defRPr sz="1600">
                <a:solidFill>
                  <a:srgbClr val="00B1A9"/>
                </a:solidFill>
              </a:defRPr>
            </a:lvl4pPr>
            <a:lvl5pPr>
              <a:defRPr sz="1600">
                <a:solidFill>
                  <a:srgbClr val="00B1A9"/>
                </a:solidFill>
              </a:defRPr>
            </a:lvl5pPr>
          </a:lstStyle>
          <a:p>
            <a:pPr lvl="0"/>
            <a:r>
              <a:rPr lang="en-US" dirty="0"/>
              <a:t>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a:t>
            </a:r>
          </a:p>
        </p:txBody>
      </p:sp>
      <p:sp>
        <p:nvSpPr>
          <p:cNvPr id="25" name="Text Placeholder 15">
            <a:extLst>
              <a:ext uri="{FF2B5EF4-FFF2-40B4-BE49-F238E27FC236}">
                <a16:creationId xmlns:a16="http://schemas.microsoft.com/office/drawing/2014/main" id="{8A05E654-2C17-F442-A60A-E6D82D651266}"/>
              </a:ext>
            </a:extLst>
          </p:cNvPr>
          <p:cNvSpPr>
            <a:spLocks noGrp="1"/>
          </p:cNvSpPr>
          <p:nvPr>
            <p:ph type="body" sz="quarter" idx="21" hasCustomPrompt="1"/>
          </p:nvPr>
        </p:nvSpPr>
        <p:spPr>
          <a:xfrm>
            <a:off x="6630381" y="3748183"/>
            <a:ext cx="2090191" cy="320675"/>
          </a:xfrm>
        </p:spPr>
        <p:txBody>
          <a:bodyPr>
            <a:noAutofit/>
          </a:bodyPr>
          <a:lstStyle>
            <a:lvl1pPr marL="0" indent="0" algn="ctr">
              <a:buNone/>
              <a:defRPr sz="1600" b="1" i="0">
                <a:solidFill>
                  <a:schemeClr val="tx1"/>
                </a:solidFill>
                <a:latin typeface="Arial" panose="020B0604020202020204" pitchFamily="34" charset="0"/>
                <a:cs typeface="Arial" panose="020B0604020202020204" pitchFamily="34" charset="0"/>
              </a:defRPr>
            </a:lvl1pPr>
            <a:lvl2pPr>
              <a:defRPr sz="1600">
                <a:solidFill>
                  <a:srgbClr val="00B1A9"/>
                </a:solidFill>
              </a:defRPr>
            </a:lvl2pPr>
            <a:lvl3pPr>
              <a:defRPr sz="1600">
                <a:solidFill>
                  <a:srgbClr val="00B1A9"/>
                </a:solidFill>
              </a:defRPr>
            </a:lvl3pPr>
            <a:lvl4pPr>
              <a:defRPr sz="1600">
                <a:solidFill>
                  <a:srgbClr val="00B1A9"/>
                </a:solidFill>
              </a:defRPr>
            </a:lvl4pPr>
            <a:lvl5pPr>
              <a:defRPr sz="1600">
                <a:solidFill>
                  <a:srgbClr val="00B1A9"/>
                </a:solidFill>
              </a:defRPr>
            </a:lvl5pPr>
          </a:lstStyle>
          <a:p>
            <a:pPr lvl="0"/>
            <a:r>
              <a:rPr lang="en-US" dirty="0"/>
              <a:t>Title of icon</a:t>
            </a:r>
          </a:p>
        </p:txBody>
      </p:sp>
      <p:sp>
        <p:nvSpPr>
          <p:cNvPr id="26" name="Text Placeholder 15">
            <a:extLst>
              <a:ext uri="{FF2B5EF4-FFF2-40B4-BE49-F238E27FC236}">
                <a16:creationId xmlns:a16="http://schemas.microsoft.com/office/drawing/2014/main" id="{B21C1733-6E92-EF4A-95D2-CB540BDF899A}"/>
              </a:ext>
            </a:extLst>
          </p:cNvPr>
          <p:cNvSpPr>
            <a:spLocks noGrp="1"/>
          </p:cNvSpPr>
          <p:nvPr>
            <p:ph type="body" sz="quarter" idx="22" hasCustomPrompt="1"/>
          </p:nvPr>
        </p:nvSpPr>
        <p:spPr>
          <a:xfrm>
            <a:off x="6621586" y="4073278"/>
            <a:ext cx="2098986" cy="801868"/>
          </a:xfrm>
        </p:spPr>
        <p:txBody>
          <a:bodyPr>
            <a:noAutofit/>
          </a:bodyPr>
          <a:lstStyle>
            <a:lvl1pPr marL="0" indent="0" algn="ctr">
              <a:buNone/>
              <a:defRPr sz="1400" b="0" i="0">
                <a:solidFill>
                  <a:srgbClr val="3C3835"/>
                </a:solidFill>
                <a:latin typeface="Arial" panose="020B0604020202020204" pitchFamily="34" charset="0"/>
                <a:cs typeface="Arial" panose="020B0604020202020204" pitchFamily="34" charset="0"/>
              </a:defRPr>
            </a:lvl1pPr>
            <a:lvl2pPr>
              <a:defRPr sz="1600">
                <a:solidFill>
                  <a:srgbClr val="00B1A9"/>
                </a:solidFill>
              </a:defRPr>
            </a:lvl2pPr>
            <a:lvl3pPr>
              <a:defRPr sz="1600">
                <a:solidFill>
                  <a:srgbClr val="00B1A9"/>
                </a:solidFill>
              </a:defRPr>
            </a:lvl3pPr>
            <a:lvl4pPr>
              <a:defRPr sz="1600">
                <a:solidFill>
                  <a:srgbClr val="00B1A9"/>
                </a:solidFill>
              </a:defRPr>
            </a:lvl4pPr>
            <a:lvl5pPr>
              <a:defRPr sz="1600">
                <a:solidFill>
                  <a:srgbClr val="00B1A9"/>
                </a:solidFill>
              </a:defRPr>
            </a:lvl5pPr>
          </a:lstStyle>
          <a:p>
            <a:pPr lvl="0"/>
            <a:r>
              <a:rPr lang="en-US" dirty="0"/>
              <a:t>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a:t>
            </a:r>
          </a:p>
        </p:txBody>
      </p:sp>
      <p:sp>
        <p:nvSpPr>
          <p:cNvPr id="29" name="Picture Placeholder 8">
            <a:extLst>
              <a:ext uri="{FF2B5EF4-FFF2-40B4-BE49-F238E27FC236}">
                <a16:creationId xmlns:a16="http://schemas.microsoft.com/office/drawing/2014/main" id="{9AA14840-8BCD-8848-8088-BF992AE25EFC}"/>
              </a:ext>
            </a:extLst>
          </p:cNvPr>
          <p:cNvSpPr>
            <a:spLocks noGrp="1" noChangeAspect="1"/>
          </p:cNvSpPr>
          <p:nvPr>
            <p:ph type="pic" sz="quarter" idx="13" hasCustomPrompt="1"/>
          </p:nvPr>
        </p:nvSpPr>
        <p:spPr>
          <a:xfrm>
            <a:off x="732493" y="1989312"/>
            <a:ext cx="1497600" cy="1317600"/>
          </a:xfrm>
          <a:blipFill>
            <a:blip r:embed="rId2"/>
            <a:stretch>
              <a:fillRect/>
            </a:stretch>
          </a:blipFill>
        </p:spPr>
        <p:txBody>
          <a:bodyPr anchor="ctr" anchorCtr="0">
            <a:normAutofit/>
          </a:bodyPr>
          <a:lstStyle>
            <a:lvl1pPr marL="0" indent="0" algn="ctr">
              <a:buNone/>
              <a:defRPr sz="800">
                <a:solidFill>
                  <a:srgbClr val="3C3835"/>
                </a:solidFill>
              </a:defRPr>
            </a:lvl1pPr>
          </a:lstStyle>
          <a:p>
            <a:r>
              <a:rPr lang="en-US" dirty="0"/>
              <a:t>Click to replace</a:t>
            </a:r>
          </a:p>
        </p:txBody>
      </p:sp>
      <p:sp>
        <p:nvSpPr>
          <p:cNvPr id="30" name="Picture Placeholder 8">
            <a:extLst>
              <a:ext uri="{FF2B5EF4-FFF2-40B4-BE49-F238E27FC236}">
                <a16:creationId xmlns:a16="http://schemas.microsoft.com/office/drawing/2014/main" id="{DCD6480D-FBF1-224A-8E18-4EE6A75E5F34}"/>
              </a:ext>
            </a:extLst>
          </p:cNvPr>
          <p:cNvSpPr>
            <a:spLocks noGrp="1"/>
          </p:cNvSpPr>
          <p:nvPr>
            <p:ph type="pic" sz="quarter" idx="14" hasCustomPrompt="1"/>
          </p:nvPr>
        </p:nvSpPr>
        <p:spPr>
          <a:xfrm>
            <a:off x="3716019" y="2088312"/>
            <a:ext cx="1717199" cy="1170000"/>
          </a:xfrm>
          <a:blipFill>
            <a:blip r:embed="rId3"/>
            <a:stretch>
              <a:fillRect/>
            </a:stretch>
          </a:blipFill>
        </p:spPr>
        <p:txBody>
          <a:bodyPr anchor="ctr" anchorCtr="0">
            <a:normAutofit/>
          </a:bodyPr>
          <a:lstStyle>
            <a:lvl1pPr marL="0" indent="0" algn="ctr">
              <a:buNone/>
              <a:defRPr sz="800">
                <a:solidFill>
                  <a:srgbClr val="3C3835"/>
                </a:solidFill>
              </a:defRPr>
            </a:lvl1pPr>
          </a:lstStyle>
          <a:p>
            <a:r>
              <a:rPr lang="en-US" dirty="0"/>
              <a:t>Click to replace</a:t>
            </a:r>
          </a:p>
        </p:txBody>
      </p:sp>
      <p:sp>
        <p:nvSpPr>
          <p:cNvPr id="31" name="Picture Placeholder 8">
            <a:extLst>
              <a:ext uri="{FF2B5EF4-FFF2-40B4-BE49-F238E27FC236}">
                <a16:creationId xmlns:a16="http://schemas.microsoft.com/office/drawing/2014/main" id="{DA157309-5AB4-2744-9F3E-4FBE257646CE}"/>
              </a:ext>
            </a:extLst>
          </p:cNvPr>
          <p:cNvSpPr>
            <a:spLocks noGrp="1"/>
          </p:cNvSpPr>
          <p:nvPr>
            <p:ph type="pic" sz="quarter" idx="15" hasCustomPrompt="1"/>
          </p:nvPr>
        </p:nvSpPr>
        <p:spPr>
          <a:xfrm>
            <a:off x="7222879" y="2037912"/>
            <a:ext cx="896400" cy="1220400"/>
          </a:xfrm>
          <a:blipFill>
            <a:blip r:embed="rId4"/>
            <a:stretch>
              <a:fillRect/>
            </a:stretch>
          </a:blipFill>
        </p:spPr>
        <p:txBody>
          <a:bodyPr anchor="ctr" anchorCtr="0">
            <a:normAutofit/>
          </a:bodyPr>
          <a:lstStyle>
            <a:lvl1pPr marL="0" indent="0" algn="ctr">
              <a:buNone/>
              <a:defRPr sz="800">
                <a:solidFill>
                  <a:srgbClr val="3C3835"/>
                </a:solidFill>
              </a:defRPr>
            </a:lvl1pPr>
          </a:lstStyle>
          <a:p>
            <a:r>
              <a:rPr lang="en-US" dirty="0"/>
              <a:t>Click to replace</a:t>
            </a:r>
          </a:p>
        </p:txBody>
      </p:sp>
      <p:pic>
        <p:nvPicPr>
          <p:cNvPr id="16" name="Picture 15">
            <a:extLst>
              <a:ext uri="{FF2B5EF4-FFF2-40B4-BE49-F238E27FC236}">
                <a16:creationId xmlns:a16="http://schemas.microsoft.com/office/drawing/2014/main" id="{42B0126C-8CFE-EE46-B3E9-1255A6DEDB2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449957" y="6349459"/>
            <a:ext cx="835200" cy="300672"/>
          </a:xfrm>
          <a:prstGeom prst="rect">
            <a:avLst/>
          </a:prstGeom>
        </p:spPr>
      </p:pic>
    </p:spTree>
    <p:extLst>
      <p:ext uri="{BB962C8B-B14F-4D97-AF65-F5344CB8AC3E}">
        <p14:creationId xmlns:p14="http://schemas.microsoft.com/office/powerpoint/2010/main" val="4293341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media">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44A912FB-8A4A-2347-9713-20B37768DEDC}"/>
              </a:ext>
            </a:extLst>
          </p:cNvPr>
          <p:cNvSpPr>
            <a:spLocks noGrp="1"/>
          </p:cNvSpPr>
          <p:nvPr>
            <p:ph type="pic" sz="quarter" idx="10" hasCustomPrompt="1"/>
          </p:nvPr>
        </p:nvSpPr>
        <p:spPr>
          <a:xfrm>
            <a:off x="0" y="0"/>
            <a:ext cx="9144000" cy="6860187"/>
          </a:xfrm>
          <a:solidFill>
            <a:schemeClr val="bg1">
              <a:lumMod val="95000"/>
            </a:schemeClr>
          </a:solidFill>
        </p:spPr>
        <p:txBody>
          <a:bodyPr anchor="ctr" anchorCtr="0">
            <a:normAutofit/>
          </a:bodyPr>
          <a:lstStyle>
            <a:lvl1pPr marL="0" indent="0" algn="ctr">
              <a:buNone/>
              <a:defRPr sz="1200">
                <a:solidFill>
                  <a:schemeClr val="tx1"/>
                </a:solidFill>
              </a:defRPr>
            </a:lvl1pPr>
          </a:lstStyle>
          <a:p>
            <a:r>
              <a:rPr lang="en-US" dirty="0"/>
              <a:t>Click to insert image</a:t>
            </a:r>
          </a:p>
        </p:txBody>
      </p:sp>
      <p:sp>
        <p:nvSpPr>
          <p:cNvPr id="6" name="Text Placeholder 5">
            <a:extLst>
              <a:ext uri="{FF2B5EF4-FFF2-40B4-BE49-F238E27FC236}">
                <a16:creationId xmlns:a16="http://schemas.microsoft.com/office/drawing/2014/main" id="{873AFE18-50B1-A84C-9986-C859606BB510}"/>
              </a:ext>
            </a:extLst>
          </p:cNvPr>
          <p:cNvSpPr>
            <a:spLocks noGrp="1"/>
          </p:cNvSpPr>
          <p:nvPr>
            <p:ph type="body" sz="quarter" idx="11" hasCustomPrompt="1"/>
          </p:nvPr>
        </p:nvSpPr>
        <p:spPr>
          <a:xfrm>
            <a:off x="4572000" y="368300"/>
            <a:ext cx="4140199" cy="1471612"/>
          </a:xfrm>
        </p:spPr>
        <p:txBody>
          <a:bodyPr>
            <a:noAutofit/>
          </a:bodyPr>
          <a:lstStyle>
            <a:lvl1pPr marL="0" indent="0">
              <a:buNone/>
              <a:defRPr sz="4800" b="1" i="0">
                <a:solidFill>
                  <a:srgbClr val="00B1A9"/>
                </a:solidFill>
                <a:latin typeface="Arial Black" panose="020B0604020202020204" pitchFamily="34" charset="0"/>
                <a:cs typeface="Arial Black" panose="020B0604020202020204" pitchFamily="34" charset="0"/>
              </a:defRPr>
            </a:lvl1pPr>
          </a:lstStyle>
          <a:p>
            <a:pPr lvl="0"/>
            <a:r>
              <a:rPr lang="en-GB" dirty="0"/>
              <a:t>“Insert a quote here”</a:t>
            </a:r>
            <a:endParaRPr lang="en-US" dirty="0"/>
          </a:p>
        </p:txBody>
      </p:sp>
      <p:pic>
        <p:nvPicPr>
          <p:cNvPr id="7" name="Picture 6">
            <a:extLst>
              <a:ext uri="{FF2B5EF4-FFF2-40B4-BE49-F238E27FC236}">
                <a16:creationId xmlns:a16="http://schemas.microsoft.com/office/drawing/2014/main" id="{1DDCEF33-99DE-5242-AB52-7CBF69C1B37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38675" y="6336000"/>
            <a:ext cx="842400" cy="324324"/>
          </a:xfrm>
          <a:prstGeom prst="rect">
            <a:avLst/>
          </a:prstGeom>
        </p:spPr>
      </p:pic>
    </p:spTree>
    <p:extLst>
      <p:ext uri="{BB962C8B-B14F-4D97-AF65-F5344CB8AC3E}">
        <p14:creationId xmlns:p14="http://schemas.microsoft.com/office/powerpoint/2010/main" val="28016607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F2205C8-902D-4A44-9657-01148E44C4AB}"/>
              </a:ext>
            </a:extLst>
          </p:cNvPr>
          <p:cNvSpPr>
            <a:spLocks noGrp="1"/>
          </p:cNvSpPr>
          <p:nvPr>
            <p:ph type="ctrTitle" hasCustomPrompt="1"/>
          </p:nvPr>
        </p:nvSpPr>
        <p:spPr>
          <a:xfrm>
            <a:off x="1907033" y="3122491"/>
            <a:ext cx="8280400" cy="613017"/>
          </a:xfrm>
        </p:spPr>
        <p:txBody>
          <a:bodyPr anchor="ctr" anchorCtr="0">
            <a:noAutofit/>
          </a:bodyPr>
          <a:lstStyle>
            <a:lvl1pPr algn="l">
              <a:defRPr sz="2800">
                <a:solidFill>
                  <a:schemeClr val="bg1"/>
                </a:solidFill>
              </a:defRPr>
            </a:lvl1pPr>
          </a:lstStyle>
          <a:p>
            <a:r>
              <a:rPr lang="en-US" dirty="0"/>
              <a:t>PETRONAS</a:t>
            </a:r>
            <a:br>
              <a:rPr lang="en-US" dirty="0"/>
            </a:br>
            <a:r>
              <a:rPr lang="en-US" dirty="0"/>
              <a:t>Passionate about Progress</a:t>
            </a:r>
          </a:p>
        </p:txBody>
      </p:sp>
    </p:spTree>
    <p:extLst>
      <p:ext uri="{BB962C8B-B14F-4D97-AF65-F5344CB8AC3E}">
        <p14:creationId xmlns:p14="http://schemas.microsoft.com/office/powerpoint/2010/main" val="2929790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1800" y="365127"/>
            <a:ext cx="8280400" cy="744146"/>
          </a:xfrm>
          <a:prstGeom prst="rect">
            <a:avLst/>
          </a:prstGeom>
        </p:spPr>
        <p:txBody>
          <a:bodyPr vert="horz" lIns="91440" tIns="45720" rIns="91440" bIns="4572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431799" y="1306800"/>
            <a:ext cx="8280399" cy="487067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a:extLst>
              <a:ext uri="{FF2B5EF4-FFF2-40B4-BE49-F238E27FC236}">
                <a16:creationId xmlns:a16="http://schemas.microsoft.com/office/drawing/2014/main" id="{C1F02E52-6825-6A46-BE64-733D0090607A}"/>
              </a:ext>
            </a:extLst>
          </p:cNvPr>
          <p:cNvSpPr>
            <a:spLocks noGrp="1"/>
          </p:cNvSpPr>
          <p:nvPr>
            <p:ph type="sldNum" sz="quarter" idx="4"/>
          </p:nvPr>
        </p:nvSpPr>
        <p:spPr>
          <a:xfrm>
            <a:off x="8474473" y="6414550"/>
            <a:ext cx="237725" cy="75150"/>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a:t>
            </a:fld>
            <a:endParaRPr lang="en-US" dirty="0"/>
          </a:p>
        </p:txBody>
      </p:sp>
      <p:sp>
        <p:nvSpPr>
          <p:cNvPr id="4" name="MSIPCMContentMarking" descr="{&quot;HashCode&quot;:1022658440,&quot;Placement&quot;:&quot;Header&quot;,&quot;Top&quot;:0.0,&quot;Left&quot;:335.18985,&quot;SlideWidth&quot;:720,&quot;SlideHeight&quot;:540}">
            <a:extLst>
              <a:ext uri="{FF2B5EF4-FFF2-40B4-BE49-F238E27FC236}">
                <a16:creationId xmlns:a16="http://schemas.microsoft.com/office/drawing/2014/main" id="{40EB7921-D068-4631-BB1D-D3BF40EC053E}"/>
              </a:ext>
            </a:extLst>
          </p:cNvPr>
          <p:cNvSpPr txBox="1"/>
          <p:nvPr userDrawn="1"/>
        </p:nvSpPr>
        <p:spPr>
          <a:xfrm>
            <a:off x="4256911" y="0"/>
            <a:ext cx="630177" cy="262344"/>
          </a:xfrm>
          <a:prstGeom prst="rect">
            <a:avLst/>
          </a:prstGeom>
          <a:noFill/>
        </p:spPr>
        <p:txBody>
          <a:bodyPr vert="horz" wrap="square" lIns="0" tIns="0" rIns="0" bIns="0" rtlCol="0" anchor="ctr" anchorCtr="1">
            <a:spAutoFit/>
          </a:bodyPr>
          <a:lstStyle/>
          <a:p>
            <a:pPr algn="ctr">
              <a:spcBef>
                <a:spcPts val="0"/>
              </a:spcBef>
              <a:spcAft>
                <a:spcPts val="0"/>
              </a:spcAft>
            </a:pPr>
            <a:r>
              <a:rPr lang="en-US" sz="1000">
                <a:solidFill>
                  <a:srgbClr val="0078D7"/>
                </a:solidFill>
                <a:latin typeface="Calibri" panose="020F0502020204030204" pitchFamily="34" charset="0"/>
              </a:rPr>
              <a:t>[Open]</a:t>
            </a:r>
          </a:p>
        </p:txBody>
      </p:sp>
    </p:spTree>
    <p:extLst>
      <p:ext uri="{BB962C8B-B14F-4D97-AF65-F5344CB8AC3E}">
        <p14:creationId xmlns:p14="http://schemas.microsoft.com/office/powerpoint/2010/main" val="40339534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64"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Lst>
  <p:hf sldNum="0" hdr="0" dt="0"/>
  <p:txStyles>
    <p:titleStyle>
      <a:lvl1pPr algn="l" defTabSz="914400" rtl="0" eaLnBrk="1" latinLnBrk="0" hangingPunct="1">
        <a:lnSpc>
          <a:spcPct val="90000"/>
        </a:lnSpc>
        <a:spcBef>
          <a:spcPct val="0"/>
        </a:spcBef>
        <a:buNone/>
        <a:defRPr sz="2400" b="1" i="0" kern="1200">
          <a:solidFill>
            <a:srgbClr val="00B1A9"/>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userDrawn="1">
          <p15:clr>
            <a:srgbClr val="F26B43"/>
          </p15:clr>
        </p15:guide>
        <p15:guide id="2" orient="horz" pos="232" userDrawn="1">
          <p15:clr>
            <a:srgbClr val="F26B43"/>
          </p15:clr>
        </p15:guide>
        <p15:guide id="3" pos="272" userDrawn="1">
          <p15:clr>
            <a:srgbClr val="F26B43"/>
          </p15:clr>
        </p15:guide>
        <p15:guide id="4" orient="horz" pos="4088" userDrawn="1">
          <p15:clr>
            <a:srgbClr val="F26B43"/>
          </p15:clr>
        </p15:guide>
        <p15:guide id="5" orient="horz" pos="2160" userDrawn="1">
          <p15:clr>
            <a:srgbClr val="F26B43"/>
          </p15:clr>
        </p15:guide>
        <p15:guide id="6" pos="54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13.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15.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1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9.xml"/><Relationship Id="rId6" Type="http://schemas.openxmlformats.org/officeDocument/2006/relationships/comments" Target="../comments/comment1.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23.xml"/><Relationship Id="rId5" Type="http://schemas.openxmlformats.org/officeDocument/2006/relationships/image" Target="../media/image17.emf"/><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2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27.xml"/><Relationship Id="rId4" Type="http://schemas.openxmlformats.org/officeDocument/2006/relationships/comments" Target="../comments/commen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29.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31.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ags" Target="../tags/tag33.xml"/><Relationship Id="rId4" Type="http://schemas.openxmlformats.org/officeDocument/2006/relationships/comments" Target="../comments/comment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35.xml"/><Relationship Id="rId4" Type="http://schemas.openxmlformats.org/officeDocument/2006/relationships/comments" Target="../comments/comment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37.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39.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4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43.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4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47.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49.xml"/><Relationship Id="rId4" Type="http://schemas.openxmlformats.org/officeDocument/2006/relationships/slide" Target="slide28.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51.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53.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5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5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tags" Target="../tags/tag59.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tags" Target="../tags/tag61.xml"/><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63.xml"/><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65.xml"/><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67.xml"/><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4.xml"/><Relationship Id="rId1" Type="http://schemas.openxmlformats.org/officeDocument/2006/relationships/tags" Target="../tags/tag69.xml"/><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71.xml"/><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tags" Target="../tags/tag73.xml"/><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75.xml"/><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tags" Target="../tags/tag77.xml"/><Relationship Id="rId5" Type="http://schemas.openxmlformats.org/officeDocument/2006/relationships/image" Target="../media/image27.png"/><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xml"/><Relationship Id="rId1" Type="http://schemas.openxmlformats.org/officeDocument/2006/relationships/tags" Target="../tags/tag79.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4.xml"/><Relationship Id="rId1" Type="http://schemas.openxmlformats.org/officeDocument/2006/relationships/tags" Target="../tags/tag81.xml"/><Relationship Id="rId5" Type="http://schemas.openxmlformats.org/officeDocument/2006/relationships/comments" Target="../comments/comment5.xml"/><Relationship Id="rId4" Type="http://schemas.openxmlformats.org/officeDocument/2006/relationships/image" Target="../media/image28.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4.xml"/><Relationship Id="rId1" Type="http://schemas.openxmlformats.org/officeDocument/2006/relationships/tags" Target="../tags/tag83.xml"/><Relationship Id="rId4" Type="http://schemas.openxmlformats.org/officeDocument/2006/relationships/image" Target="../media/image29.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85.xml"/><Relationship Id="rId4" Type="http://schemas.openxmlformats.org/officeDocument/2006/relationships/image" Target="../media/image30.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4.xml"/><Relationship Id="rId1" Type="http://schemas.openxmlformats.org/officeDocument/2006/relationships/tags" Target="../tags/tag87.xml"/><Relationship Id="rId4" Type="http://schemas.openxmlformats.org/officeDocument/2006/relationships/image" Target="../media/image31.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xml"/><Relationship Id="rId1" Type="http://schemas.openxmlformats.org/officeDocument/2006/relationships/tags" Target="../tags/tag89.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4.xml"/><Relationship Id="rId1" Type="http://schemas.openxmlformats.org/officeDocument/2006/relationships/tags" Target="../tags/tag91.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4.xml"/><Relationship Id="rId1" Type="http://schemas.openxmlformats.org/officeDocument/2006/relationships/tags" Target="../tags/tag93.xml"/><Relationship Id="rId4" Type="http://schemas.openxmlformats.org/officeDocument/2006/relationships/image" Target="../media/image32.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4.xml"/><Relationship Id="rId1" Type="http://schemas.openxmlformats.org/officeDocument/2006/relationships/tags" Target="../tags/tag95.xml"/><Relationship Id="rId4" Type="http://schemas.openxmlformats.org/officeDocument/2006/relationships/image" Target="../media/image33.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3.xml"/><Relationship Id="rId1" Type="http://schemas.openxmlformats.org/officeDocument/2006/relationships/tags" Target="../tags/tag97.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4.xml"/><Relationship Id="rId1" Type="http://schemas.openxmlformats.org/officeDocument/2006/relationships/tags" Target="../tags/tag99.xml"/><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4.xml"/><Relationship Id="rId1" Type="http://schemas.openxmlformats.org/officeDocument/2006/relationships/tags" Target="../tags/tag101.xml"/><Relationship Id="rId4" Type="http://schemas.openxmlformats.org/officeDocument/2006/relationships/image" Target="../media/image35.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4.xml"/><Relationship Id="rId1" Type="http://schemas.openxmlformats.org/officeDocument/2006/relationships/tags" Target="../tags/tag103.xml"/><Relationship Id="rId4" Type="http://schemas.openxmlformats.org/officeDocument/2006/relationships/image" Target="../media/image36.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4.xml"/><Relationship Id="rId1" Type="http://schemas.openxmlformats.org/officeDocument/2006/relationships/tags" Target="../tags/tag105.xml"/><Relationship Id="rId4" Type="http://schemas.openxmlformats.org/officeDocument/2006/relationships/image" Target="../media/image37.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xml"/><Relationship Id="rId1" Type="http://schemas.openxmlformats.org/officeDocument/2006/relationships/tags" Target="../tags/tag107.xml"/><Relationship Id="rId4" Type="http://schemas.openxmlformats.org/officeDocument/2006/relationships/image" Target="../media/image38.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4.xml"/><Relationship Id="rId1" Type="http://schemas.openxmlformats.org/officeDocument/2006/relationships/tags" Target="../tags/tag109.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4.xml"/><Relationship Id="rId1" Type="http://schemas.openxmlformats.org/officeDocument/2006/relationships/tags" Target="../tags/tag111.xml"/><Relationship Id="rId5" Type="http://schemas.openxmlformats.org/officeDocument/2006/relationships/image" Target="../media/image40.png"/><Relationship Id="rId4" Type="http://schemas.openxmlformats.org/officeDocument/2006/relationships/image" Target="../media/image39.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4.xml"/><Relationship Id="rId1" Type="http://schemas.openxmlformats.org/officeDocument/2006/relationships/tags" Target="../tags/tag113.xml"/><Relationship Id="rId5" Type="http://schemas.openxmlformats.org/officeDocument/2006/relationships/image" Target="../media/image42.png"/><Relationship Id="rId4" Type="http://schemas.openxmlformats.org/officeDocument/2006/relationships/image" Target="../media/image41.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4.xml"/><Relationship Id="rId1" Type="http://schemas.openxmlformats.org/officeDocument/2006/relationships/tags" Target="../tags/tag115.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4.xml"/><Relationship Id="rId1" Type="http://schemas.openxmlformats.org/officeDocument/2006/relationships/tags" Target="../tags/tag117.xml"/><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28DE8-371A-0F4D-AC2D-16A082E0DC32}"/>
              </a:ext>
            </a:extLst>
          </p:cNvPr>
          <p:cNvSpPr>
            <a:spLocks noGrp="1"/>
          </p:cNvSpPr>
          <p:nvPr>
            <p:ph type="ctrTitle"/>
          </p:nvPr>
        </p:nvSpPr>
        <p:spPr/>
        <p:txBody>
          <a:bodyPr/>
          <a:lstStyle/>
          <a:p>
            <a:r>
              <a:rPr lang="en-US" dirty="0"/>
              <a:t>APC Training for PCLDPE</a:t>
            </a:r>
          </a:p>
        </p:txBody>
      </p:sp>
      <p:sp>
        <p:nvSpPr>
          <p:cNvPr id="3" name="Subtitle 2">
            <a:extLst>
              <a:ext uri="{FF2B5EF4-FFF2-40B4-BE49-F238E27FC236}">
                <a16:creationId xmlns:a16="http://schemas.microsoft.com/office/drawing/2014/main" id="{37C299EE-8D4B-1F44-9598-F6F8B31D2C30}"/>
              </a:ext>
            </a:extLst>
          </p:cNvPr>
          <p:cNvSpPr>
            <a:spLocks noGrp="1"/>
          </p:cNvSpPr>
          <p:nvPr>
            <p:ph type="subTitle" idx="1"/>
          </p:nvPr>
        </p:nvSpPr>
        <p:spPr/>
        <p:txBody>
          <a:bodyPr/>
          <a:lstStyle/>
          <a:p>
            <a:r>
              <a:rPr lang="en-US" dirty="0"/>
              <a:t>Production Team Training Module</a:t>
            </a:r>
          </a:p>
        </p:txBody>
      </p:sp>
      <p:sp>
        <p:nvSpPr>
          <p:cNvPr id="4" name="Text Placeholder 3">
            <a:extLst>
              <a:ext uri="{FF2B5EF4-FFF2-40B4-BE49-F238E27FC236}">
                <a16:creationId xmlns:a16="http://schemas.microsoft.com/office/drawing/2014/main" id="{A9118E96-BBBE-0541-B5AA-F604BE19FE3B}"/>
              </a:ext>
            </a:extLst>
          </p:cNvPr>
          <p:cNvSpPr>
            <a:spLocks noGrp="1"/>
          </p:cNvSpPr>
          <p:nvPr>
            <p:ph type="body" sz="quarter" idx="10"/>
          </p:nvPr>
        </p:nvSpPr>
        <p:spPr/>
        <p:txBody>
          <a:bodyPr/>
          <a:lstStyle/>
          <a:p>
            <a:r>
              <a:rPr lang="en-US" dirty="0"/>
              <a:t>17</a:t>
            </a:r>
            <a:r>
              <a:rPr lang="en-US" baseline="30000" dirty="0"/>
              <a:t>th</a:t>
            </a:r>
            <a:r>
              <a:rPr lang="en-US" dirty="0"/>
              <a:t> &amp; 21</a:t>
            </a:r>
            <a:r>
              <a:rPr lang="en-US" baseline="30000" dirty="0"/>
              <a:t>st</a:t>
            </a:r>
            <a:r>
              <a:rPr lang="en-US" dirty="0"/>
              <a:t> June 2021</a:t>
            </a:r>
          </a:p>
          <a:p>
            <a:endParaRPr lang="en-US" dirty="0"/>
          </a:p>
        </p:txBody>
      </p:sp>
      <p:sp>
        <p:nvSpPr>
          <p:cNvPr id="19" name="BJPseudoFooter">
            <a:extLst>
              <a:ext uri="{FF2B5EF4-FFF2-40B4-BE49-F238E27FC236}">
                <a16:creationId xmlns:a16="http://schemas.microsoft.com/office/drawing/2014/main" id="{A3030624-8295-4801-A68F-DFA381DD2442}"/>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3664822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96FED-A685-7144-8034-C3B2445EA95D}"/>
              </a:ext>
            </a:extLst>
          </p:cNvPr>
          <p:cNvSpPr>
            <a:spLocks noGrp="1"/>
          </p:cNvSpPr>
          <p:nvPr>
            <p:ph type="title"/>
          </p:nvPr>
        </p:nvSpPr>
        <p:spPr/>
        <p:txBody>
          <a:bodyPr/>
          <a:lstStyle/>
          <a:p>
            <a:r>
              <a:rPr lang="en-US" dirty="0">
                <a:solidFill>
                  <a:schemeClr val="tx2"/>
                </a:solidFill>
              </a:rPr>
              <a:t>Content</a:t>
            </a:r>
          </a:p>
        </p:txBody>
      </p:sp>
      <p:sp>
        <p:nvSpPr>
          <p:cNvPr id="3" name="Content Placeholder 2">
            <a:extLst>
              <a:ext uri="{FF2B5EF4-FFF2-40B4-BE49-F238E27FC236}">
                <a16:creationId xmlns:a16="http://schemas.microsoft.com/office/drawing/2014/main" id="{54A98CA6-A77B-7A41-ACF2-2CEA702007FC}"/>
              </a:ext>
            </a:extLst>
          </p:cNvPr>
          <p:cNvSpPr>
            <a:spLocks noGrp="1"/>
          </p:cNvSpPr>
          <p:nvPr>
            <p:ph idx="1"/>
          </p:nvPr>
        </p:nvSpPr>
        <p:spPr>
          <a:xfrm>
            <a:off x="878840" y="1261556"/>
            <a:ext cx="7228840" cy="4838162"/>
          </a:xfrm>
        </p:spPr>
        <p:txBody>
          <a:bodyPr/>
          <a:lstStyle/>
          <a:p>
            <a:pPr>
              <a:lnSpc>
                <a:spcPct val="100000"/>
              </a:lnSpc>
              <a:spcBef>
                <a:spcPts val="0"/>
              </a:spcBef>
            </a:pPr>
            <a:r>
              <a:rPr lang="en-US" dirty="0">
                <a:solidFill>
                  <a:schemeClr val="tx2"/>
                </a:solidFill>
              </a:rPr>
              <a:t>APC Overview</a:t>
            </a:r>
          </a:p>
          <a:p>
            <a:pPr>
              <a:lnSpc>
                <a:spcPct val="100000"/>
              </a:lnSpc>
              <a:spcBef>
                <a:spcPts val="0"/>
              </a:spcBef>
            </a:pPr>
            <a:endParaRPr lang="en-US" b="0" dirty="0">
              <a:solidFill>
                <a:schemeClr val="tx1"/>
              </a:solidFill>
            </a:endParaRPr>
          </a:p>
          <a:p>
            <a:pPr>
              <a:lnSpc>
                <a:spcPct val="100000"/>
              </a:lnSpc>
              <a:spcBef>
                <a:spcPts val="0"/>
              </a:spcBef>
            </a:pPr>
            <a:endParaRPr lang="en-US" b="0" dirty="0">
              <a:solidFill>
                <a:schemeClr val="tx1"/>
              </a:solidFill>
            </a:endParaRPr>
          </a:p>
          <a:p>
            <a:pPr>
              <a:lnSpc>
                <a:spcPct val="100000"/>
              </a:lnSpc>
              <a:spcBef>
                <a:spcPts val="0"/>
              </a:spcBef>
            </a:pPr>
            <a:r>
              <a:rPr lang="en-US" dirty="0">
                <a:solidFill>
                  <a:schemeClr val="tx2"/>
                </a:solidFill>
              </a:rPr>
              <a:t>PCLDPE APC Overview</a:t>
            </a:r>
          </a:p>
          <a:p>
            <a:pPr>
              <a:lnSpc>
                <a:spcPct val="100000"/>
              </a:lnSpc>
              <a:spcBef>
                <a:spcPts val="0"/>
              </a:spcBef>
            </a:pPr>
            <a:endParaRPr lang="en-US" b="0" dirty="0">
              <a:solidFill>
                <a:schemeClr val="tx1"/>
              </a:solidFill>
            </a:endParaRPr>
          </a:p>
          <a:p>
            <a:pPr>
              <a:lnSpc>
                <a:spcPct val="100000"/>
              </a:lnSpc>
              <a:spcBef>
                <a:spcPts val="0"/>
              </a:spcBef>
            </a:pPr>
            <a:endParaRPr lang="en-US" b="0" dirty="0">
              <a:solidFill>
                <a:schemeClr val="tx1"/>
              </a:solidFill>
            </a:endParaRPr>
          </a:p>
          <a:p>
            <a:pPr>
              <a:lnSpc>
                <a:spcPct val="100000"/>
              </a:lnSpc>
              <a:spcBef>
                <a:spcPts val="0"/>
              </a:spcBef>
            </a:pPr>
            <a:r>
              <a:rPr lang="en-US" dirty="0">
                <a:solidFill>
                  <a:schemeClr val="tx2"/>
                </a:solidFill>
              </a:rPr>
              <a:t>Main Controlled Variables</a:t>
            </a:r>
          </a:p>
          <a:p>
            <a:pPr>
              <a:lnSpc>
                <a:spcPct val="100000"/>
              </a:lnSpc>
              <a:spcBef>
                <a:spcPts val="0"/>
              </a:spcBef>
            </a:pPr>
            <a:endParaRPr lang="en-US" b="0" dirty="0">
              <a:solidFill>
                <a:schemeClr val="tx1"/>
              </a:solidFill>
            </a:endParaRPr>
          </a:p>
          <a:p>
            <a:pPr>
              <a:lnSpc>
                <a:spcPct val="100000"/>
              </a:lnSpc>
              <a:spcBef>
                <a:spcPts val="0"/>
              </a:spcBef>
            </a:pPr>
            <a:endParaRPr lang="en-US" b="0" dirty="0">
              <a:solidFill>
                <a:schemeClr val="tx1"/>
              </a:solidFill>
            </a:endParaRPr>
          </a:p>
          <a:p>
            <a:pPr>
              <a:lnSpc>
                <a:spcPct val="100000"/>
              </a:lnSpc>
              <a:spcBef>
                <a:spcPts val="0"/>
              </a:spcBef>
            </a:pPr>
            <a:r>
              <a:rPr lang="en-US" dirty="0">
                <a:solidFill>
                  <a:schemeClr val="tx2"/>
                </a:solidFill>
              </a:rPr>
              <a:t>APC/ DCS Internal Logic</a:t>
            </a:r>
          </a:p>
          <a:p>
            <a:pPr>
              <a:lnSpc>
                <a:spcPct val="100000"/>
              </a:lnSpc>
              <a:spcBef>
                <a:spcPts val="0"/>
              </a:spcBef>
            </a:pPr>
            <a:endParaRPr lang="en-US" b="0" dirty="0">
              <a:solidFill>
                <a:schemeClr val="tx1"/>
              </a:solidFill>
            </a:endParaRPr>
          </a:p>
          <a:p>
            <a:pPr>
              <a:lnSpc>
                <a:spcPct val="100000"/>
              </a:lnSpc>
              <a:spcBef>
                <a:spcPts val="0"/>
              </a:spcBef>
            </a:pPr>
            <a:endParaRPr lang="en-US" b="0" dirty="0">
              <a:solidFill>
                <a:schemeClr val="tx1"/>
              </a:solidFill>
            </a:endParaRPr>
          </a:p>
          <a:p>
            <a:pPr>
              <a:lnSpc>
                <a:spcPct val="100000"/>
              </a:lnSpc>
              <a:spcBef>
                <a:spcPts val="0"/>
              </a:spcBef>
            </a:pPr>
            <a:r>
              <a:rPr lang="en-US" dirty="0">
                <a:solidFill>
                  <a:schemeClr val="tx2"/>
                </a:solidFill>
              </a:rPr>
              <a:t>Inferential Qualities</a:t>
            </a:r>
          </a:p>
          <a:p>
            <a:pPr>
              <a:lnSpc>
                <a:spcPct val="100000"/>
              </a:lnSpc>
              <a:spcBef>
                <a:spcPts val="0"/>
              </a:spcBef>
            </a:pPr>
            <a:endParaRPr lang="en-US" b="0" dirty="0">
              <a:solidFill>
                <a:schemeClr val="tx1"/>
              </a:solidFill>
            </a:endParaRPr>
          </a:p>
          <a:p>
            <a:pPr>
              <a:lnSpc>
                <a:spcPct val="100000"/>
              </a:lnSpc>
              <a:spcBef>
                <a:spcPts val="0"/>
              </a:spcBef>
            </a:pPr>
            <a:endParaRPr lang="en-US" b="0" dirty="0">
              <a:solidFill>
                <a:schemeClr val="tx1"/>
              </a:solidFill>
            </a:endParaRPr>
          </a:p>
          <a:p>
            <a:pPr>
              <a:lnSpc>
                <a:spcPct val="100000"/>
              </a:lnSpc>
              <a:spcBef>
                <a:spcPts val="0"/>
              </a:spcBef>
            </a:pPr>
            <a:r>
              <a:rPr lang="en-US" dirty="0">
                <a:solidFill>
                  <a:schemeClr val="tx2"/>
                </a:solidFill>
              </a:rPr>
              <a:t>Grade Transition Manager</a:t>
            </a:r>
          </a:p>
          <a:p>
            <a:pPr>
              <a:lnSpc>
                <a:spcPct val="100000"/>
              </a:lnSpc>
              <a:spcBef>
                <a:spcPts val="0"/>
              </a:spcBef>
            </a:pPr>
            <a:endParaRPr lang="en-US" dirty="0">
              <a:solidFill>
                <a:schemeClr val="tx1"/>
              </a:solidFill>
            </a:endParaRPr>
          </a:p>
          <a:p>
            <a:pPr>
              <a:lnSpc>
                <a:spcPct val="100000"/>
              </a:lnSpc>
              <a:spcBef>
                <a:spcPts val="0"/>
              </a:spcBef>
            </a:pPr>
            <a:endParaRPr lang="en-US" b="0" dirty="0">
              <a:solidFill>
                <a:schemeClr val="tx1"/>
              </a:solidFill>
            </a:endParaRPr>
          </a:p>
        </p:txBody>
      </p:sp>
      <p:sp>
        <p:nvSpPr>
          <p:cNvPr id="4" name="Text Placeholder 3">
            <a:extLst>
              <a:ext uri="{FF2B5EF4-FFF2-40B4-BE49-F238E27FC236}">
                <a16:creationId xmlns:a16="http://schemas.microsoft.com/office/drawing/2014/main" id="{CF43450A-650D-FC42-B10C-38EB4C20B919}"/>
              </a:ext>
            </a:extLst>
          </p:cNvPr>
          <p:cNvSpPr>
            <a:spLocks noGrp="1"/>
          </p:cNvSpPr>
          <p:nvPr>
            <p:ph type="body" sz="quarter" idx="13"/>
          </p:nvPr>
        </p:nvSpPr>
        <p:spPr>
          <a:xfrm>
            <a:off x="431800" y="1261175"/>
            <a:ext cx="426719" cy="4838162"/>
          </a:xfrm>
        </p:spPr>
        <p:txBody>
          <a:bodyPr/>
          <a:lstStyle/>
          <a:p>
            <a:pPr>
              <a:lnSpc>
                <a:spcPct val="100000"/>
              </a:lnSpc>
              <a:spcBef>
                <a:spcPts val="0"/>
              </a:spcBef>
            </a:pPr>
            <a:r>
              <a:rPr lang="en-US" dirty="0">
                <a:solidFill>
                  <a:schemeClr val="tx2"/>
                </a:solidFill>
              </a:rPr>
              <a:t>01.</a:t>
            </a:r>
          </a:p>
          <a:p>
            <a:pPr>
              <a:lnSpc>
                <a:spcPct val="100000"/>
              </a:lnSpc>
              <a:spcBef>
                <a:spcPts val="0"/>
              </a:spcBef>
            </a:pPr>
            <a:endParaRPr lang="en-US" b="0" dirty="0">
              <a:solidFill>
                <a:schemeClr val="tx2"/>
              </a:solidFill>
            </a:endParaRPr>
          </a:p>
          <a:p>
            <a:pPr>
              <a:lnSpc>
                <a:spcPct val="100000"/>
              </a:lnSpc>
              <a:spcBef>
                <a:spcPts val="0"/>
              </a:spcBef>
            </a:pPr>
            <a:endParaRPr lang="en-US" dirty="0">
              <a:solidFill>
                <a:schemeClr val="tx2"/>
              </a:solidFill>
            </a:endParaRPr>
          </a:p>
          <a:p>
            <a:pPr>
              <a:lnSpc>
                <a:spcPct val="100000"/>
              </a:lnSpc>
              <a:spcBef>
                <a:spcPts val="0"/>
              </a:spcBef>
            </a:pPr>
            <a:r>
              <a:rPr lang="en-US" dirty="0">
                <a:solidFill>
                  <a:schemeClr val="tx2"/>
                </a:solidFill>
              </a:rPr>
              <a:t>02.</a:t>
            </a:r>
          </a:p>
          <a:p>
            <a:pPr>
              <a:lnSpc>
                <a:spcPct val="100000"/>
              </a:lnSpc>
              <a:spcBef>
                <a:spcPts val="0"/>
              </a:spcBef>
            </a:pPr>
            <a:endParaRPr lang="en-US" dirty="0">
              <a:solidFill>
                <a:schemeClr val="tx2"/>
              </a:solidFill>
            </a:endParaRPr>
          </a:p>
          <a:p>
            <a:pPr>
              <a:lnSpc>
                <a:spcPct val="100000"/>
              </a:lnSpc>
              <a:spcBef>
                <a:spcPts val="0"/>
              </a:spcBef>
            </a:pPr>
            <a:endParaRPr lang="en-US" dirty="0">
              <a:solidFill>
                <a:schemeClr val="tx2"/>
              </a:solidFill>
            </a:endParaRPr>
          </a:p>
          <a:p>
            <a:pPr>
              <a:lnSpc>
                <a:spcPct val="100000"/>
              </a:lnSpc>
              <a:spcBef>
                <a:spcPts val="0"/>
              </a:spcBef>
            </a:pPr>
            <a:r>
              <a:rPr lang="en-US" dirty="0">
                <a:solidFill>
                  <a:schemeClr val="tx2"/>
                </a:solidFill>
              </a:rPr>
              <a:t>03.</a:t>
            </a:r>
          </a:p>
          <a:p>
            <a:pPr>
              <a:lnSpc>
                <a:spcPct val="100000"/>
              </a:lnSpc>
              <a:spcBef>
                <a:spcPts val="0"/>
              </a:spcBef>
            </a:pPr>
            <a:endParaRPr lang="en-US" dirty="0">
              <a:solidFill>
                <a:schemeClr val="tx2"/>
              </a:solidFill>
            </a:endParaRPr>
          </a:p>
          <a:p>
            <a:pPr>
              <a:lnSpc>
                <a:spcPct val="100000"/>
              </a:lnSpc>
              <a:spcBef>
                <a:spcPts val="0"/>
              </a:spcBef>
            </a:pPr>
            <a:endParaRPr lang="en-US" dirty="0">
              <a:solidFill>
                <a:schemeClr val="tx2"/>
              </a:solidFill>
            </a:endParaRPr>
          </a:p>
          <a:p>
            <a:pPr>
              <a:lnSpc>
                <a:spcPct val="100000"/>
              </a:lnSpc>
              <a:spcBef>
                <a:spcPts val="0"/>
              </a:spcBef>
            </a:pPr>
            <a:r>
              <a:rPr lang="en-US" dirty="0">
                <a:solidFill>
                  <a:schemeClr val="tx2"/>
                </a:solidFill>
              </a:rPr>
              <a:t>04.</a:t>
            </a:r>
          </a:p>
          <a:p>
            <a:pPr>
              <a:lnSpc>
                <a:spcPct val="100000"/>
              </a:lnSpc>
              <a:spcBef>
                <a:spcPts val="0"/>
              </a:spcBef>
            </a:pPr>
            <a:endParaRPr lang="en-US" dirty="0">
              <a:solidFill>
                <a:schemeClr val="tx2"/>
              </a:solidFill>
            </a:endParaRPr>
          </a:p>
          <a:p>
            <a:pPr>
              <a:lnSpc>
                <a:spcPct val="100000"/>
              </a:lnSpc>
              <a:spcBef>
                <a:spcPts val="0"/>
              </a:spcBef>
            </a:pPr>
            <a:endParaRPr lang="en-US" dirty="0">
              <a:solidFill>
                <a:schemeClr val="tx2"/>
              </a:solidFill>
            </a:endParaRPr>
          </a:p>
          <a:p>
            <a:pPr>
              <a:lnSpc>
                <a:spcPct val="100000"/>
              </a:lnSpc>
              <a:spcBef>
                <a:spcPts val="0"/>
              </a:spcBef>
            </a:pPr>
            <a:r>
              <a:rPr lang="en-US" dirty="0">
                <a:solidFill>
                  <a:schemeClr val="tx2"/>
                </a:solidFill>
              </a:rPr>
              <a:t>05.</a:t>
            </a:r>
          </a:p>
          <a:p>
            <a:pPr>
              <a:lnSpc>
                <a:spcPct val="100000"/>
              </a:lnSpc>
              <a:spcBef>
                <a:spcPts val="0"/>
              </a:spcBef>
            </a:pPr>
            <a:endParaRPr lang="en-US" dirty="0">
              <a:solidFill>
                <a:schemeClr val="tx2"/>
              </a:solidFill>
            </a:endParaRPr>
          </a:p>
          <a:p>
            <a:pPr>
              <a:lnSpc>
                <a:spcPct val="100000"/>
              </a:lnSpc>
              <a:spcBef>
                <a:spcPts val="0"/>
              </a:spcBef>
            </a:pPr>
            <a:endParaRPr lang="en-US" dirty="0">
              <a:solidFill>
                <a:schemeClr val="tx2"/>
              </a:solidFill>
            </a:endParaRPr>
          </a:p>
          <a:p>
            <a:pPr>
              <a:lnSpc>
                <a:spcPct val="100000"/>
              </a:lnSpc>
              <a:spcBef>
                <a:spcPts val="0"/>
              </a:spcBef>
            </a:pPr>
            <a:r>
              <a:rPr lang="en-US" dirty="0">
                <a:solidFill>
                  <a:schemeClr val="tx2"/>
                </a:solidFill>
              </a:rPr>
              <a:t>06.</a:t>
            </a:r>
          </a:p>
          <a:p>
            <a:pPr>
              <a:lnSpc>
                <a:spcPct val="100000"/>
              </a:lnSpc>
              <a:spcBef>
                <a:spcPts val="0"/>
              </a:spcBef>
            </a:pPr>
            <a:endParaRPr lang="en-US" dirty="0">
              <a:solidFill>
                <a:schemeClr val="tx2"/>
              </a:solidFill>
            </a:endParaRPr>
          </a:p>
        </p:txBody>
      </p:sp>
      <p:sp>
        <p:nvSpPr>
          <p:cNvPr id="5" name="Text Placeholder 4">
            <a:extLst>
              <a:ext uri="{FF2B5EF4-FFF2-40B4-BE49-F238E27FC236}">
                <a16:creationId xmlns:a16="http://schemas.microsoft.com/office/drawing/2014/main" id="{340CC5A5-7A3D-4747-AE78-6EC0F5F581C4}"/>
              </a:ext>
            </a:extLst>
          </p:cNvPr>
          <p:cNvSpPr>
            <a:spLocks noGrp="1"/>
          </p:cNvSpPr>
          <p:nvPr>
            <p:ph type="body" sz="quarter" idx="14"/>
          </p:nvPr>
        </p:nvSpPr>
        <p:spPr>
          <a:xfrm>
            <a:off x="8288596" y="1261175"/>
            <a:ext cx="426720" cy="4838162"/>
          </a:xfrm>
        </p:spPr>
        <p:txBody>
          <a:bodyPr/>
          <a:lstStyle/>
          <a:p>
            <a:pPr marL="0" indent="0" algn="l" defTabSz="914400" rtl="0" eaLnBrk="1" latinLnBrk="0" hangingPunct="1">
              <a:lnSpc>
                <a:spcPct val="100000"/>
              </a:lnSpc>
              <a:spcBef>
                <a:spcPts val="0"/>
              </a:spcBef>
              <a:buFont typeface="Arial" panose="020B0604020202020204" pitchFamily="34" charset="0"/>
              <a:buNone/>
            </a:pPr>
            <a:r>
              <a:rPr lang="en-US" dirty="0">
                <a:solidFill>
                  <a:schemeClr val="tx2"/>
                </a:solidFill>
              </a:rPr>
              <a:t>03</a:t>
            </a:r>
          </a:p>
          <a:p>
            <a:pPr marL="0" indent="0" algn="l" defTabSz="914400" rtl="0" eaLnBrk="1" latinLnBrk="0" hangingPunct="1">
              <a:lnSpc>
                <a:spcPct val="100000"/>
              </a:lnSpc>
              <a:spcBef>
                <a:spcPts val="0"/>
              </a:spcBef>
              <a:buFont typeface="Arial" panose="020B0604020202020204" pitchFamily="34" charset="0"/>
              <a:buNone/>
            </a:pPr>
            <a:endParaRPr lang="en-US" dirty="0">
              <a:solidFill>
                <a:schemeClr val="tx2"/>
              </a:solidFill>
            </a:endParaRPr>
          </a:p>
          <a:p>
            <a:pPr marL="0" indent="0" algn="l" defTabSz="914400" rtl="0" eaLnBrk="1" latinLnBrk="0" hangingPunct="1">
              <a:lnSpc>
                <a:spcPct val="100000"/>
              </a:lnSpc>
              <a:spcBef>
                <a:spcPts val="0"/>
              </a:spcBef>
              <a:buFont typeface="Arial" panose="020B0604020202020204" pitchFamily="34" charset="0"/>
              <a:buNone/>
            </a:pPr>
            <a:endParaRPr lang="en-US" dirty="0">
              <a:solidFill>
                <a:schemeClr val="tx2"/>
              </a:solidFill>
            </a:endParaRPr>
          </a:p>
          <a:p>
            <a:pPr marL="0" indent="0" algn="l" defTabSz="914400" rtl="0" eaLnBrk="1" latinLnBrk="0" hangingPunct="1">
              <a:lnSpc>
                <a:spcPct val="100000"/>
              </a:lnSpc>
              <a:spcBef>
                <a:spcPts val="0"/>
              </a:spcBef>
              <a:buFont typeface="Arial" panose="020B0604020202020204" pitchFamily="34" charset="0"/>
              <a:buNone/>
            </a:pPr>
            <a:r>
              <a:rPr lang="en-US" dirty="0">
                <a:solidFill>
                  <a:schemeClr val="tx2"/>
                </a:solidFill>
              </a:rPr>
              <a:t>09</a:t>
            </a:r>
          </a:p>
          <a:p>
            <a:pPr marL="0" indent="0" algn="l" defTabSz="914400" rtl="0" eaLnBrk="1" latinLnBrk="0" hangingPunct="1">
              <a:lnSpc>
                <a:spcPct val="100000"/>
              </a:lnSpc>
              <a:spcBef>
                <a:spcPts val="0"/>
              </a:spcBef>
              <a:buFont typeface="Arial" panose="020B0604020202020204" pitchFamily="34" charset="0"/>
              <a:buNone/>
            </a:pPr>
            <a:endParaRPr lang="en-US" dirty="0">
              <a:solidFill>
                <a:schemeClr val="tx2"/>
              </a:solidFill>
            </a:endParaRPr>
          </a:p>
          <a:p>
            <a:pPr marL="0" indent="0" algn="l" defTabSz="914400" rtl="0" eaLnBrk="1" latinLnBrk="0" hangingPunct="1">
              <a:lnSpc>
                <a:spcPct val="100000"/>
              </a:lnSpc>
              <a:spcBef>
                <a:spcPts val="0"/>
              </a:spcBef>
              <a:buFont typeface="Arial" panose="020B0604020202020204" pitchFamily="34" charset="0"/>
              <a:buNone/>
            </a:pPr>
            <a:endParaRPr lang="en-US" dirty="0">
              <a:solidFill>
                <a:schemeClr val="tx2"/>
              </a:solidFill>
            </a:endParaRPr>
          </a:p>
          <a:p>
            <a:pPr marL="0" indent="0" algn="l" defTabSz="914400" rtl="0" eaLnBrk="1" latinLnBrk="0" hangingPunct="1">
              <a:lnSpc>
                <a:spcPct val="100000"/>
              </a:lnSpc>
              <a:spcBef>
                <a:spcPts val="0"/>
              </a:spcBef>
              <a:buFont typeface="Arial" panose="020B0604020202020204" pitchFamily="34" charset="0"/>
              <a:buNone/>
            </a:pPr>
            <a:r>
              <a:rPr lang="en-US" dirty="0">
                <a:solidFill>
                  <a:schemeClr val="tx2"/>
                </a:solidFill>
              </a:rPr>
              <a:t>15</a:t>
            </a:r>
          </a:p>
          <a:p>
            <a:pPr marL="0" indent="0" algn="l" defTabSz="914400" rtl="0" eaLnBrk="1" latinLnBrk="0" hangingPunct="1">
              <a:lnSpc>
                <a:spcPct val="100000"/>
              </a:lnSpc>
              <a:spcBef>
                <a:spcPts val="0"/>
              </a:spcBef>
              <a:buFont typeface="Arial" panose="020B0604020202020204" pitchFamily="34" charset="0"/>
              <a:buNone/>
            </a:pPr>
            <a:endParaRPr lang="en-US" dirty="0">
              <a:solidFill>
                <a:schemeClr val="tx2"/>
              </a:solidFill>
            </a:endParaRPr>
          </a:p>
          <a:p>
            <a:pPr marL="0" indent="0" algn="l" defTabSz="914400" rtl="0" eaLnBrk="1" latinLnBrk="0" hangingPunct="1">
              <a:lnSpc>
                <a:spcPct val="100000"/>
              </a:lnSpc>
              <a:spcBef>
                <a:spcPts val="0"/>
              </a:spcBef>
              <a:buFont typeface="Arial" panose="020B0604020202020204" pitchFamily="34" charset="0"/>
              <a:buNone/>
            </a:pPr>
            <a:endParaRPr lang="en-US" dirty="0">
              <a:solidFill>
                <a:schemeClr val="tx2"/>
              </a:solidFill>
            </a:endParaRPr>
          </a:p>
          <a:p>
            <a:pPr marL="0" indent="0" algn="l" defTabSz="914400" rtl="0" eaLnBrk="1" latinLnBrk="0" hangingPunct="1">
              <a:lnSpc>
                <a:spcPct val="100000"/>
              </a:lnSpc>
              <a:spcBef>
                <a:spcPts val="0"/>
              </a:spcBef>
              <a:buFont typeface="Arial" panose="020B0604020202020204" pitchFamily="34" charset="0"/>
              <a:buNone/>
            </a:pPr>
            <a:r>
              <a:rPr lang="en-US" dirty="0">
                <a:solidFill>
                  <a:schemeClr val="tx2"/>
                </a:solidFill>
              </a:rPr>
              <a:t>26</a:t>
            </a:r>
          </a:p>
          <a:p>
            <a:pPr marL="0" indent="0" algn="l" defTabSz="914400" rtl="0" eaLnBrk="1" latinLnBrk="0" hangingPunct="1">
              <a:lnSpc>
                <a:spcPct val="100000"/>
              </a:lnSpc>
              <a:spcBef>
                <a:spcPts val="0"/>
              </a:spcBef>
              <a:buFont typeface="Arial" panose="020B0604020202020204" pitchFamily="34" charset="0"/>
              <a:buNone/>
            </a:pPr>
            <a:endParaRPr lang="en-US" dirty="0">
              <a:solidFill>
                <a:schemeClr val="tx2"/>
              </a:solidFill>
            </a:endParaRPr>
          </a:p>
          <a:p>
            <a:pPr marL="0" indent="0" algn="l" defTabSz="914400" rtl="0" eaLnBrk="1" latinLnBrk="0" hangingPunct="1">
              <a:lnSpc>
                <a:spcPct val="100000"/>
              </a:lnSpc>
              <a:spcBef>
                <a:spcPts val="0"/>
              </a:spcBef>
              <a:buFont typeface="Arial" panose="020B0604020202020204" pitchFamily="34" charset="0"/>
              <a:buNone/>
            </a:pPr>
            <a:endParaRPr lang="en-US" dirty="0">
              <a:solidFill>
                <a:schemeClr val="tx2"/>
              </a:solidFill>
            </a:endParaRPr>
          </a:p>
          <a:p>
            <a:pPr marL="0" indent="0" algn="l" defTabSz="914400" rtl="0" eaLnBrk="1" latinLnBrk="0" hangingPunct="1">
              <a:lnSpc>
                <a:spcPct val="100000"/>
              </a:lnSpc>
              <a:spcBef>
                <a:spcPts val="0"/>
              </a:spcBef>
              <a:buFont typeface="Arial" panose="020B0604020202020204" pitchFamily="34" charset="0"/>
              <a:buNone/>
            </a:pPr>
            <a:r>
              <a:rPr lang="en-US" dirty="0">
                <a:solidFill>
                  <a:schemeClr val="tx2"/>
                </a:solidFill>
              </a:rPr>
              <a:t>32</a:t>
            </a:r>
          </a:p>
          <a:p>
            <a:pPr marL="0" indent="0" algn="l" defTabSz="914400" rtl="0" eaLnBrk="1" latinLnBrk="0" hangingPunct="1">
              <a:lnSpc>
                <a:spcPct val="100000"/>
              </a:lnSpc>
              <a:spcBef>
                <a:spcPts val="0"/>
              </a:spcBef>
              <a:buFont typeface="Arial" panose="020B0604020202020204" pitchFamily="34" charset="0"/>
              <a:buNone/>
            </a:pPr>
            <a:endParaRPr lang="en-US" dirty="0">
              <a:solidFill>
                <a:schemeClr val="tx2"/>
              </a:solidFill>
            </a:endParaRPr>
          </a:p>
          <a:p>
            <a:pPr marL="0" indent="0" algn="l" defTabSz="914400" rtl="0" eaLnBrk="1" latinLnBrk="0" hangingPunct="1">
              <a:lnSpc>
                <a:spcPct val="100000"/>
              </a:lnSpc>
              <a:spcBef>
                <a:spcPts val="0"/>
              </a:spcBef>
              <a:buFont typeface="Arial" panose="020B0604020202020204" pitchFamily="34" charset="0"/>
              <a:buNone/>
            </a:pPr>
            <a:endParaRPr lang="en-US" dirty="0">
              <a:solidFill>
                <a:schemeClr val="tx2"/>
              </a:solidFill>
            </a:endParaRPr>
          </a:p>
          <a:p>
            <a:pPr marL="0" indent="0" algn="l" defTabSz="914400" rtl="0" eaLnBrk="1" latinLnBrk="0" hangingPunct="1">
              <a:lnSpc>
                <a:spcPct val="100000"/>
              </a:lnSpc>
              <a:spcBef>
                <a:spcPts val="0"/>
              </a:spcBef>
              <a:buFont typeface="Arial" panose="020B0604020202020204" pitchFamily="34" charset="0"/>
              <a:buNone/>
            </a:pPr>
            <a:r>
              <a:rPr lang="en-US" dirty="0">
                <a:solidFill>
                  <a:schemeClr val="tx2"/>
                </a:solidFill>
              </a:rPr>
              <a:t>40</a:t>
            </a:r>
          </a:p>
        </p:txBody>
      </p:sp>
      <p:sp>
        <p:nvSpPr>
          <p:cNvPr id="6" name="Slide Number Placeholder 5">
            <a:extLst>
              <a:ext uri="{FF2B5EF4-FFF2-40B4-BE49-F238E27FC236}">
                <a16:creationId xmlns:a16="http://schemas.microsoft.com/office/drawing/2014/main" id="{F81A1A7A-2114-F64F-BDB8-1A70781CDD32}"/>
              </a:ext>
            </a:extLst>
          </p:cNvPr>
          <p:cNvSpPr>
            <a:spLocks noGrp="1"/>
          </p:cNvSpPr>
          <p:nvPr>
            <p:ph type="sldNum" sz="quarter" idx="4"/>
          </p:nvPr>
        </p:nvSpPr>
        <p:spPr>
          <a:xfrm>
            <a:off x="8474473" y="6345063"/>
            <a:ext cx="237725" cy="215444"/>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2</a:t>
            </a:fld>
            <a:endParaRPr lang="en-US" dirty="0"/>
          </a:p>
        </p:txBody>
      </p:sp>
      <p:sp>
        <p:nvSpPr>
          <p:cNvPr id="21" name="BJPseudoFooter">
            <a:extLst>
              <a:ext uri="{FF2B5EF4-FFF2-40B4-BE49-F238E27FC236}">
                <a16:creationId xmlns:a16="http://schemas.microsoft.com/office/drawing/2014/main" id="{27A501F8-9E32-4613-83FA-68B8A8302295}"/>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54585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928B7-BAD3-E44B-8B87-413B11583D08}"/>
              </a:ext>
            </a:extLst>
          </p:cNvPr>
          <p:cNvSpPr>
            <a:spLocks noGrp="1"/>
          </p:cNvSpPr>
          <p:nvPr>
            <p:ph type="ctrTitle"/>
          </p:nvPr>
        </p:nvSpPr>
        <p:spPr/>
        <p:txBody>
          <a:bodyPr/>
          <a:lstStyle/>
          <a:p>
            <a:r>
              <a:rPr lang="en-US" dirty="0"/>
              <a:t>APC Overview</a:t>
            </a:r>
          </a:p>
        </p:txBody>
      </p:sp>
      <p:sp>
        <p:nvSpPr>
          <p:cNvPr id="3" name="Subtitle 2">
            <a:extLst>
              <a:ext uri="{FF2B5EF4-FFF2-40B4-BE49-F238E27FC236}">
                <a16:creationId xmlns:a16="http://schemas.microsoft.com/office/drawing/2014/main" id="{E1B82CA4-CF07-0A44-AE63-6C785A59078F}"/>
              </a:ext>
            </a:extLst>
          </p:cNvPr>
          <p:cNvSpPr>
            <a:spLocks noGrp="1"/>
          </p:cNvSpPr>
          <p:nvPr>
            <p:ph type="subTitle" idx="1"/>
          </p:nvPr>
        </p:nvSpPr>
        <p:spPr/>
        <p:txBody>
          <a:bodyPr/>
          <a:lstStyle/>
          <a:p>
            <a:r>
              <a:rPr lang="en-US" dirty="0"/>
              <a:t>Insert subtitles here</a:t>
            </a:r>
          </a:p>
        </p:txBody>
      </p:sp>
      <p:sp>
        <p:nvSpPr>
          <p:cNvPr id="18" name="BJPseudoFooter">
            <a:extLst>
              <a:ext uri="{FF2B5EF4-FFF2-40B4-BE49-F238E27FC236}">
                <a16:creationId xmlns:a16="http://schemas.microsoft.com/office/drawing/2014/main" id="{B258689B-EF58-4461-B1C8-581538370263}"/>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2436040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0632F-9888-F64B-B528-30F55F6AB938}"/>
              </a:ext>
            </a:extLst>
          </p:cNvPr>
          <p:cNvSpPr>
            <a:spLocks noGrp="1"/>
          </p:cNvSpPr>
          <p:nvPr>
            <p:ph type="title"/>
          </p:nvPr>
        </p:nvSpPr>
        <p:spPr/>
        <p:txBody>
          <a:bodyPr/>
          <a:lstStyle/>
          <a:p>
            <a:r>
              <a:rPr lang="en-US" dirty="0">
                <a:solidFill>
                  <a:schemeClr val="tx2"/>
                </a:solidFill>
              </a:rPr>
              <a:t>APC Overview</a:t>
            </a:r>
          </a:p>
        </p:txBody>
      </p:sp>
      <p:sp>
        <p:nvSpPr>
          <p:cNvPr id="3" name="Text Placeholder 2">
            <a:extLst>
              <a:ext uri="{FF2B5EF4-FFF2-40B4-BE49-F238E27FC236}">
                <a16:creationId xmlns:a16="http://schemas.microsoft.com/office/drawing/2014/main" id="{BD93C41A-7067-8D4F-92B7-6704CE3F1931}"/>
              </a:ext>
            </a:extLst>
          </p:cNvPr>
          <p:cNvSpPr>
            <a:spLocks noGrp="1"/>
          </p:cNvSpPr>
          <p:nvPr>
            <p:ph type="body" sz="quarter" idx="10"/>
          </p:nvPr>
        </p:nvSpPr>
        <p:spPr/>
        <p:txBody>
          <a:bodyPr/>
          <a:lstStyle/>
          <a:p>
            <a:r>
              <a:rPr lang="en-US" u="sng" dirty="0"/>
              <a:t>What is APC? </a:t>
            </a:r>
          </a:p>
          <a:p>
            <a:endParaRPr lang="en-US" dirty="0"/>
          </a:p>
          <a:p>
            <a:r>
              <a:rPr lang="en-US" dirty="0"/>
              <a:t>Advanced Process Control (APC) is an application with some features</a:t>
            </a:r>
          </a:p>
          <a:p>
            <a:endParaRPr lang="en-US" dirty="0"/>
          </a:p>
          <a:p>
            <a:r>
              <a:rPr lang="en-US" dirty="0"/>
              <a:t>• Multivariable – controls many variables in a single MPC controller</a:t>
            </a:r>
          </a:p>
          <a:p>
            <a:endParaRPr lang="en-US" dirty="0"/>
          </a:p>
          <a:p>
            <a:r>
              <a:rPr lang="en-US" dirty="0"/>
              <a:t>• Predictive - uses historical data to predict current and future state </a:t>
            </a:r>
          </a:p>
          <a:p>
            <a:endParaRPr lang="en-US" dirty="0"/>
          </a:p>
          <a:p>
            <a:r>
              <a:rPr lang="en-US" dirty="0"/>
              <a:t>• Control – calculates moves to be made to bring the process to desired condition and sends signals to regulatory controllers.</a:t>
            </a:r>
          </a:p>
          <a:p>
            <a:endParaRPr lang="en-US" dirty="0"/>
          </a:p>
          <a:p>
            <a:r>
              <a:rPr lang="en-US" dirty="0"/>
              <a:t>• Model-based – models describe interactions of variables in the APC envelope. </a:t>
            </a:r>
          </a:p>
          <a:p>
            <a:endParaRPr lang="en-US" dirty="0"/>
          </a:p>
          <a:p>
            <a:r>
              <a:rPr lang="en-US" dirty="0"/>
              <a:t>• Has optimization capability in which economic objectives can be achieved by MPC controller by maximizing or minimizing desired variables or keep them at preferred values. </a:t>
            </a:r>
          </a:p>
        </p:txBody>
      </p:sp>
      <p:sp>
        <p:nvSpPr>
          <p:cNvPr id="4" name="Slide Number Placeholder 5">
            <a:extLst>
              <a:ext uri="{FF2B5EF4-FFF2-40B4-BE49-F238E27FC236}">
                <a16:creationId xmlns:a16="http://schemas.microsoft.com/office/drawing/2014/main" id="{FFB60713-D07D-B14B-AAE7-9231E666415E}"/>
              </a:ext>
            </a:extLst>
          </p:cNvPr>
          <p:cNvSpPr>
            <a:spLocks noGrp="1"/>
          </p:cNvSpPr>
          <p:nvPr>
            <p:ph type="sldNum" sz="quarter" idx="4"/>
          </p:nvPr>
        </p:nvSpPr>
        <p:spPr>
          <a:xfrm>
            <a:off x="8474473" y="6345063"/>
            <a:ext cx="237725" cy="215444"/>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4</a:t>
            </a:fld>
            <a:endParaRPr lang="en-US" dirty="0"/>
          </a:p>
        </p:txBody>
      </p:sp>
      <p:sp>
        <p:nvSpPr>
          <p:cNvPr id="19" name="BJPseudoFooter">
            <a:extLst>
              <a:ext uri="{FF2B5EF4-FFF2-40B4-BE49-F238E27FC236}">
                <a16:creationId xmlns:a16="http://schemas.microsoft.com/office/drawing/2014/main" id="{A701943B-61FA-4CBC-8949-C833B66D8A98}"/>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2042176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42A3B-BC1C-4DAC-BBC8-8886C04504DF}"/>
              </a:ext>
            </a:extLst>
          </p:cNvPr>
          <p:cNvSpPr>
            <a:spLocks noGrp="1"/>
          </p:cNvSpPr>
          <p:nvPr>
            <p:ph type="title"/>
          </p:nvPr>
        </p:nvSpPr>
        <p:spPr/>
        <p:txBody>
          <a:bodyPr/>
          <a:lstStyle/>
          <a:p>
            <a:r>
              <a:rPr lang="en-US" dirty="0">
                <a:solidFill>
                  <a:schemeClr val="tx2"/>
                </a:solidFill>
              </a:rPr>
              <a:t>APC Overview</a:t>
            </a:r>
            <a:endParaRPr lang="en-US" dirty="0"/>
          </a:p>
        </p:txBody>
      </p:sp>
      <p:sp>
        <p:nvSpPr>
          <p:cNvPr id="3" name="Text Placeholder 2">
            <a:extLst>
              <a:ext uri="{FF2B5EF4-FFF2-40B4-BE49-F238E27FC236}">
                <a16:creationId xmlns:a16="http://schemas.microsoft.com/office/drawing/2014/main" id="{F0B3739B-82D1-48B3-A054-2F691CBA0BF8}"/>
              </a:ext>
            </a:extLst>
          </p:cNvPr>
          <p:cNvSpPr>
            <a:spLocks noGrp="1"/>
          </p:cNvSpPr>
          <p:nvPr>
            <p:ph type="body" sz="quarter" idx="10"/>
          </p:nvPr>
        </p:nvSpPr>
        <p:spPr/>
        <p:txBody>
          <a:bodyPr/>
          <a:lstStyle/>
          <a:p>
            <a:r>
              <a:rPr lang="en-US" u="sng" dirty="0"/>
              <a:t>Basic Terminologies: </a:t>
            </a:r>
          </a:p>
          <a:p>
            <a:endParaRPr lang="en-US" dirty="0"/>
          </a:p>
          <a:p>
            <a:pPr marL="285750" indent="-285750">
              <a:buFont typeface="Wingdings" panose="05000000000000000000" pitchFamily="2" charset="2"/>
              <a:buChar char="q"/>
            </a:pPr>
            <a:r>
              <a:rPr lang="en-US" dirty="0"/>
              <a:t>Independent Variable – Manipulated Variable (MV) – Disturbance Variable/Feedforward Variable (DV/FF) </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Dependent Variable – Controlled Variable (CV) </a:t>
            </a:r>
          </a:p>
          <a:p>
            <a:endParaRPr lang="en-US" dirty="0"/>
          </a:p>
          <a:p>
            <a:pPr marL="285750" indent="-285750">
              <a:buFont typeface="Wingdings" panose="05000000000000000000" pitchFamily="2" charset="2"/>
              <a:buChar char="q"/>
            </a:pPr>
            <a:r>
              <a:rPr lang="en-US" dirty="0"/>
              <a:t>There are 2 types of APC: </a:t>
            </a:r>
          </a:p>
          <a:p>
            <a:pPr marL="342900" indent="-342900">
              <a:buFont typeface="+mj-lt"/>
              <a:buAutoNum type="arabicPeriod"/>
            </a:pPr>
            <a:r>
              <a:rPr lang="en-US" dirty="0"/>
              <a:t>Linear APC to handle linear processes </a:t>
            </a:r>
          </a:p>
          <a:p>
            <a:pPr marL="342900" indent="-342900">
              <a:buFont typeface="+mj-lt"/>
              <a:buAutoNum type="arabicPeriod"/>
            </a:pPr>
            <a:endParaRPr lang="en-US" dirty="0"/>
          </a:p>
          <a:p>
            <a:r>
              <a:rPr lang="en-US" dirty="0"/>
              <a:t>Most of APCs used in PETRONAS are linear. (SMOC, RMPCT, DMC+) </a:t>
            </a:r>
          </a:p>
          <a:p>
            <a:r>
              <a:rPr lang="en-US" dirty="0"/>
              <a:t>Concepts of : </a:t>
            </a:r>
          </a:p>
          <a:p>
            <a:r>
              <a:rPr lang="en-US" dirty="0"/>
              <a:t>	o Preservation of scale </a:t>
            </a:r>
          </a:p>
          <a:p>
            <a:r>
              <a:rPr lang="en-US" dirty="0"/>
              <a:t>	o Superposition </a:t>
            </a:r>
          </a:p>
          <a:p>
            <a:pPr marL="342900" indent="-342900">
              <a:buFont typeface="+mj-lt"/>
              <a:buAutoNum type="arabicPeriod"/>
            </a:pPr>
            <a:endParaRPr lang="en-US" dirty="0"/>
          </a:p>
          <a:p>
            <a:r>
              <a:rPr lang="en-US" dirty="0"/>
              <a:t>2.    Non-linear APC • Used in PETLIN and MTBE </a:t>
            </a:r>
          </a:p>
          <a:p>
            <a:pPr marL="342900" indent="-342900">
              <a:buFont typeface="+mj-lt"/>
              <a:buAutoNum type="arabicPeriod"/>
            </a:pPr>
            <a:endParaRPr lang="en-US" dirty="0"/>
          </a:p>
          <a:p>
            <a:endParaRPr lang="en-US" dirty="0"/>
          </a:p>
        </p:txBody>
      </p:sp>
      <p:sp>
        <p:nvSpPr>
          <p:cNvPr id="18" name="BJPseudoFooter">
            <a:extLst>
              <a:ext uri="{FF2B5EF4-FFF2-40B4-BE49-F238E27FC236}">
                <a16:creationId xmlns:a16="http://schemas.microsoft.com/office/drawing/2014/main" id="{A0F02451-0056-40A1-8EFE-30ADCF6960A5}"/>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972208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3BDCE-FE43-4D16-B5C1-E1BDA9D6E58D}"/>
              </a:ext>
            </a:extLst>
          </p:cNvPr>
          <p:cNvSpPr>
            <a:spLocks noGrp="1"/>
          </p:cNvSpPr>
          <p:nvPr>
            <p:ph type="title"/>
          </p:nvPr>
        </p:nvSpPr>
        <p:spPr/>
        <p:txBody>
          <a:bodyPr/>
          <a:lstStyle/>
          <a:p>
            <a:r>
              <a:rPr lang="en-US" dirty="0">
                <a:solidFill>
                  <a:schemeClr val="tx2"/>
                </a:solidFill>
              </a:rPr>
              <a:t>APC Overview</a:t>
            </a:r>
            <a:endParaRPr lang="en-US" dirty="0"/>
          </a:p>
        </p:txBody>
      </p:sp>
      <p:pic>
        <p:nvPicPr>
          <p:cNvPr id="4" name="Picture 3">
            <a:extLst>
              <a:ext uri="{FF2B5EF4-FFF2-40B4-BE49-F238E27FC236}">
                <a16:creationId xmlns:a16="http://schemas.microsoft.com/office/drawing/2014/main" id="{45005748-2393-4749-8679-B27E70B05A62}"/>
              </a:ext>
            </a:extLst>
          </p:cNvPr>
          <p:cNvPicPr>
            <a:picLocks noChangeAspect="1"/>
          </p:cNvPicPr>
          <p:nvPr/>
        </p:nvPicPr>
        <p:blipFill>
          <a:blip r:embed="rId4"/>
          <a:stretch>
            <a:fillRect/>
          </a:stretch>
        </p:blipFill>
        <p:spPr>
          <a:xfrm>
            <a:off x="275526" y="1120848"/>
            <a:ext cx="8743950" cy="5600700"/>
          </a:xfrm>
          <a:prstGeom prst="rect">
            <a:avLst/>
          </a:prstGeom>
        </p:spPr>
      </p:pic>
      <p:sp>
        <p:nvSpPr>
          <p:cNvPr id="18" name="BJPseudoFooter">
            <a:extLst>
              <a:ext uri="{FF2B5EF4-FFF2-40B4-BE49-F238E27FC236}">
                <a16:creationId xmlns:a16="http://schemas.microsoft.com/office/drawing/2014/main" id="{4FC15ACA-4CEE-4A69-A6D6-AEEBBFFC1610}"/>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3508667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71435-14C2-4A04-8984-1AC5F39DB188}"/>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CA3F3073-4DB9-4CB5-9F52-A0F8A5D4490C}"/>
              </a:ext>
            </a:extLst>
          </p:cNvPr>
          <p:cNvPicPr>
            <a:picLocks noChangeAspect="1"/>
          </p:cNvPicPr>
          <p:nvPr/>
        </p:nvPicPr>
        <p:blipFill rotWithShape="1">
          <a:blip r:embed="rId4"/>
          <a:srcRect l="675" b="3225"/>
          <a:stretch/>
        </p:blipFill>
        <p:spPr>
          <a:xfrm>
            <a:off x="293615" y="75501"/>
            <a:ext cx="8666002" cy="6157519"/>
          </a:xfrm>
          <a:prstGeom prst="rect">
            <a:avLst/>
          </a:prstGeom>
        </p:spPr>
      </p:pic>
      <p:sp>
        <p:nvSpPr>
          <p:cNvPr id="18" name="BJPseudoFooter">
            <a:extLst>
              <a:ext uri="{FF2B5EF4-FFF2-40B4-BE49-F238E27FC236}">
                <a16:creationId xmlns:a16="http://schemas.microsoft.com/office/drawing/2014/main" id="{F1CB7E76-AFFC-43B4-88AC-6F5951DBF8DD}"/>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2654896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F870F8-5AE4-4AA9-9CFC-E1BD23B311A6}"/>
              </a:ext>
            </a:extLst>
          </p:cNvPr>
          <p:cNvPicPr>
            <a:picLocks noChangeAspect="1"/>
          </p:cNvPicPr>
          <p:nvPr/>
        </p:nvPicPr>
        <p:blipFill rotWithShape="1">
          <a:blip r:embed="rId4"/>
          <a:srcRect b="1897"/>
          <a:stretch/>
        </p:blipFill>
        <p:spPr>
          <a:xfrm>
            <a:off x="47625" y="151002"/>
            <a:ext cx="9048750" cy="6073629"/>
          </a:xfrm>
          <a:prstGeom prst="rect">
            <a:avLst/>
          </a:prstGeom>
        </p:spPr>
      </p:pic>
      <p:sp>
        <p:nvSpPr>
          <p:cNvPr id="17" name="BJPseudoFooter">
            <a:extLst>
              <a:ext uri="{FF2B5EF4-FFF2-40B4-BE49-F238E27FC236}">
                <a16:creationId xmlns:a16="http://schemas.microsoft.com/office/drawing/2014/main" id="{34295DC6-5DAF-4100-ABA3-D871CE515FE9}"/>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2015691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3D0B5-5481-40FE-86FD-576F8C5B1E25}"/>
              </a:ext>
            </a:extLst>
          </p:cNvPr>
          <p:cNvSpPr>
            <a:spLocks noGrp="1"/>
          </p:cNvSpPr>
          <p:nvPr>
            <p:ph type="title"/>
          </p:nvPr>
        </p:nvSpPr>
        <p:spPr/>
        <p:txBody>
          <a:bodyPr/>
          <a:lstStyle/>
          <a:p>
            <a:r>
              <a:rPr lang="en-US" dirty="0"/>
              <a:t>Benefits with APC</a:t>
            </a:r>
          </a:p>
        </p:txBody>
      </p:sp>
      <p:pic>
        <p:nvPicPr>
          <p:cNvPr id="4" name="Picture 3">
            <a:extLst>
              <a:ext uri="{FF2B5EF4-FFF2-40B4-BE49-F238E27FC236}">
                <a16:creationId xmlns:a16="http://schemas.microsoft.com/office/drawing/2014/main" id="{D07FBC8A-1048-4C8D-9D07-48E326F7D5BC}"/>
              </a:ext>
            </a:extLst>
          </p:cNvPr>
          <p:cNvPicPr>
            <a:picLocks noChangeAspect="1"/>
          </p:cNvPicPr>
          <p:nvPr/>
        </p:nvPicPr>
        <p:blipFill>
          <a:blip r:embed="rId4"/>
          <a:stretch>
            <a:fillRect/>
          </a:stretch>
        </p:blipFill>
        <p:spPr>
          <a:xfrm>
            <a:off x="115613" y="720162"/>
            <a:ext cx="5754205" cy="2989990"/>
          </a:xfrm>
          <a:prstGeom prst="rect">
            <a:avLst/>
          </a:prstGeom>
        </p:spPr>
      </p:pic>
      <p:pic>
        <p:nvPicPr>
          <p:cNvPr id="3" name="Picture 2">
            <a:extLst>
              <a:ext uri="{FF2B5EF4-FFF2-40B4-BE49-F238E27FC236}">
                <a16:creationId xmlns:a16="http://schemas.microsoft.com/office/drawing/2014/main" id="{1C205004-6C2D-4934-B689-02A647E73745}"/>
              </a:ext>
            </a:extLst>
          </p:cNvPr>
          <p:cNvPicPr>
            <a:picLocks noChangeAspect="1"/>
          </p:cNvPicPr>
          <p:nvPr/>
        </p:nvPicPr>
        <p:blipFill>
          <a:blip r:embed="rId5"/>
          <a:stretch>
            <a:fillRect/>
          </a:stretch>
        </p:blipFill>
        <p:spPr>
          <a:xfrm>
            <a:off x="3227825" y="3848950"/>
            <a:ext cx="5760189" cy="2624465"/>
          </a:xfrm>
          <a:prstGeom prst="rect">
            <a:avLst/>
          </a:prstGeom>
        </p:spPr>
      </p:pic>
      <p:sp>
        <p:nvSpPr>
          <p:cNvPr id="19" name="BJPseudoFooter">
            <a:extLst>
              <a:ext uri="{FF2B5EF4-FFF2-40B4-BE49-F238E27FC236}">
                <a16:creationId xmlns:a16="http://schemas.microsoft.com/office/drawing/2014/main" id="{7DA186F3-2A21-45B5-80FD-01B073DB2A1E}"/>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2422436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928B7-BAD3-E44B-8B87-413B11583D08}"/>
              </a:ext>
            </a:extLst>
          </p:cNvPr>
          <p:cNvSpPr>
            <a:spLocks noGrp="1"/>
          </p:cNvSpPr>
          <p:nvPr>
            <p:ph type="ctrTitle"/>
          </p:nvPr>
        </p:nvSpPr>
        <p:spPr/>
        <p:txBody>
          <a:bodyPr/>
          <a:lstStyle/>
          <a:p>
            <a:r>
              <a:rPr lang="en-US" dirty="0"/>
              <a:t>PCLDPE APC Overview</a:t>
            </a:r>
          </a:p>
        </p:txBody>
      </p:sp>
      <p:sp>
        <p:nvSpPr>
          <p:cNvPr id="17" name="BJPseudoFooter">
            <a:extLst>
              <a:ext uri="{FF2B5EF4-FFF2-40B4-BE49-F238E27FC236}">
                <a16:creationId xmlns:a16="http://schemas.microsoft.com/office/drawing/2014/main" id="{D44A0AD3-520B-4AAF-B0B0-023299EDFFC7}"/>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1152868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B403B-2EA9-4A1A-98C2-D6BEDF32DABB}"/>
              </a:ext>
            </a:extLst>
          </p:cNvPr>
          <p:cNvSpPr>
            <a:spLocks noGrp="1"/>
          </p:cNvSpPr>
          <p:nvPr>
            <p:ph type="title"/>
          </p:nvPr>
        </p:nvSpPr>
        <p:spPr/>
        <p:txBody>
          <a:bodyPr/>
          <a:lstStyle/>
          <a:p>
            <a:r>
              <a:rPr lang="en-US" dirty="0"/>
              <a:t>PCLDPE APC Overview</a:t>
            </a:r>
          </a:p>
        </p:txBody>
      </p:sp>
      <p:sp>
        <p:nvSpPr>
          <p:cNvPr id="3" name="Text Placeholder 2">
            <a:extLst>
              <a:ext uri="{FF2B5EF4-FFF2-40B4-BE49-F238E27FC236}">
                <a16:creationId xmlns:a16="http://schemas.microsoft.com/office/drawing/2014/main" id="{08400D8D-CBFF-40B2-A614-23E71FF7C73F}"/>
              </a:ext>
            </a:extLst>
          </p:cNvPr>
          <p:cNvSpPr>
            <a:spLocks noGrp="1"/>
          </p:cNvSpPr>
          <p:nvPr>
            <p:ph type="body" sz="quarter" idx="10"/>
          </p:nvPr>
        </p:nvSpPr>
        <p:spPr/>
        <p:txBody>
          <a:bodyPr/>
          <a:lstStyle/>
          <a:p>
            <a:r>
              <a:rPr lang="en-US" dirty="0"/>
              <a:t>How APC know , what MVs to be moved and how much to be moved?</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There is relationship between all MVs with the CVs ,and it is called APC model.</a:t>
            </a:r>
          </a:p>
        </p:txBody>
      </p:sp>
      <p:pic>
        <p:nvPicPr>
          <p:cNvPr id="4" name="Picture 3">
            <a:extLst>
              <a:ext uri="{FF2B5EF4-FFF2-40B4-BE49-F238E27FC236}">
                <a16:creationId xmlns:a16="http://schemas.microsoft.com/office/drawing/2014/main" id="{57F01F5C-D0FF-455A-B0BB-899E7DA67531}"/>
              </a:ext>
            </a:extLst>
          </p:cNvPr>
          <p:cNvPicPr>
            <a:picLocks noChangeAspect="1"/>
          </p:cNvPicPr>
          <p:nvPr/>
        </p:nvPicPr>
        <p:blipFill>
          <a:blip r:embed="rId4"/>
          <a:stretch>
            <a:fillRect/>
          </a:stretch>
        </p:blipFill>
        <p:spPr>
          <a:xfrm>
            <a:off x="247184" y="1672482"/>
            <a:ext cx="4322000" cy="3878719"/>
          </a:xfrm>
          <a:prstGeom prst="rect">
            <a:avLst/>
          </a:prstGeom>
        </p:spPr>
      </p:pic>
      <p:pic>
        <p:nvPicPr>
          <p:cNvPr id="5" name="Picture 4">
            <a:extLst>
              <a:ext uri="{FF2B5EF4-FFF2-40B4-BE49-F238E27FC236}">
                <a16:creationId xmlns:a16="http://schemas.microsoft.com/office/drawing/2014/main" id="{0B23E589-D584-4B97-B384-5C721D6DB783}"/>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4748168" y="1672483"/>
            <a:ext cx="4269997" cy="3878718"/>
          </a:xfrm>
          <a:prstGeom prst="rect">
            <a:avLst/>
          </a:prstGeom>
          <a:noFill/>
          <a:ln>
            <a:noFill/>
          </a:ln>
        </p:spPr>
      </p:pic>
      <p:sp>
        <p:nvSpPr>
          <p:cNvPr id="20" name="BJPseudoFooter">
            <a:extLst>
              <a:ext uri="{FF2B5EF4-FFF2-40B4-BE49-F238E27FC236}">
                <a16:creationId xmlns:a16="http://schemas.microsoft.com/office/drawing/2014/main" id="{6B774BB6-6927-4028-9D4C-C7B017A1F5A8}"/>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2053678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F694A-6558-4DDB-896C-4585B65627DF}"/>
              </a:ext>
            </a:extLst>
          </p:cNvPr>
          <p:cNvSpPr>
            <a:spLocks noGrp="1"/>
          </p:cNvSpPr>
          <p:nvPr>
            <p:ph type="title"/>
          </p:nvPr>
        </p:nvSpPr>
        <p:spPr/>
        <p:txBody>
          <a:bodyPr/>
          <a:lstStyle/>
          <a:p>
            <a:r>
              <a:rPr lang="en-US" dirty="0"/>
              <a:t>PCLDPE APC Overview</a:t>
            </a:r>
          </a:p>
        </p:txBody>
      </p:sp>
      <p:sp>
        <p:nvSpPr>
          <p:cNvPr id="3" name="Text Placeholder 2">
            <a:extLst>
              <a:ext uri="{FF2B5EF4-FFF2-40B4-BE49-F238E27FC236}">
                <a16:creationId xmlns:a16="http://schemas.microsoft.com/office/drawing/2014/main" id="{55CFFEEA-6CE4-4D63-9CC6-05C46B510D46}"/>
              </a:ext>
            </a:extLst>
          </p:cNvPr>
          <p:cNvSpPr>
            <a:spLocks noGrp="1"/>
          </p:cNvSpPr>
          <p:nvPr>
            <p:ph type="body" sz="quarter" idx="10"/>
          </p:nvPr>
        </p:nvSpPr>
        <p:spPr/>
        <p:txBody>
          <a:bodyPr/>
          <a:lstStyle/>
          <a:p>
            <a:r>
              <a:rPr lang="en-GB" dirty="0"/>
              <a:t>Advanced Process Control application was implemented in PCLDPE in order to achieve several objectives as below:</a:t>
            </a:r>
          </a:p>
          <a:p>
            <a:endParaRPr lang="en-US" dirty="0"/>
          </a:p>
          <a:p>
            <a:pPr marL="285750" lvl="0" indent="-285750">
              <a:buFont typeface="Wingdings" panose="05000000000000000000" pitchFamily="2" charset="2"/>
              <a:buChar char="q"/>
            </a:pPr>
            <a:r>
              <a:rPr lang="en-GB" dirty="0"/>
              <a:t>Minimize variance in MFI and Gloss during steady state operation</a:t>
            </a:r>
            <a:endParaRPr lang="en-US" dirty="0"/>
          </a:p>
          <a:p>
            <a:pPr marL="285750" lvl="0" indent="-285750">
              <a:buFont typeface="Wingdings" panose="05000000000000000000" pitchFamily="2" charset="2"/>
              <a:buChar char="q"/>
            </a:pPr>
            <a:r>
              <a:rPr lang="en-GB" dirty="0"/>
              <a:t>Minimize transition times by automating transitions</a:t>
            </a:r>
            <a:endParaRPr lang="en-US" dirty="0"/>
          </a:p>
          <a:p>
            <a:pPr marL="285750" lvl="0" indent="-285750">
              <a:buFont typeface="Wingdings" panose="05000000000000000000" pitchFamily="2" charset="2"/>
              <a:buChar char="q"/>
            </a:pPr>
            <a:r>
              <a:rPr lang="en-GB" dirty="0"/>
              <a:t>Maximizing production rate without compromising quality</a:t>
            </a:r>
          </a:p>
          <a:p>
            <a:pPr marL="285750" indent="-285750">
              <a:buFont typeface="Wingdings" panose="05000000000000000000" pitchFamily="2" charset="2"/>
              <a:buChar char="q"/>
            </a:pPr>
            <a:r>
              <a:rPr lang="en-GB" dirty="0"/>
              <a:t>Minimizing purge gas without compromising quality subject to constraints</a:t>
            </a:r>
          </a:p>
          <a:p>
            <a:pPr marL="285750" lvl="0" indent="-285750">
              <a:buFont typeface="Wingdings" panose="05000000000000000000" pitchFamily="2" charset="2"/>
              <a:buChar char="q"/>
            </a:pPr>
            <a:endParaRPr lang="en-GB" dirty="0"/>
          </a:p>
          <a:p>
            <a:pPr marL="285750" lvl="0" indent="-285750">
              <a:buFont typeface="Wingdings" panose="05000000000000000000" pitchFamily="2" charset="2"/>
              <a:buChar char="q"/>
            </a:pPr>
            <a:endParaRPr lang="en-GB" dirty="0"/>
          </a:p>
          <a:p>
            <a:r>
              <a:rPr lang="en-GB" dirty="0"/>
              <a:t>These objectives can be achieved by having few APC components which are: </a:t>
            </a:r>
            <a:endParaRPr lang="en-US" dirty="0"/>
          </a:p>
          <a:p>
            <a:r>
              <a:rPr lang="en-GB" dirty="0"/>
              <a:t> </a:t>
            </a:r>
            <a:endParaRPr lang="en-US" dirty="0"/>
          </a:p>
          <a:p>
            <a:pPr lvl="0"/>
            <a:r>
              <a:rPr lang="en-GB" dirty="0"/>
              <a:t>Polymer Inferential Properties (Aspen IQ) </a:t>
            </a:r>
            <a:endParaRPr lang="en-US" dirty="0"/>
          </a:p>
          <a:p>
            <a:pPr lvl="0"/>
            <a:r>
              <a:rPr lang="en-GB" dirty="0"/>
              <a:t>Non-Linear Advanced Process Control</a:t>
            </a:r>
            <a:endParaRPr lang="en-US" dirty="0"/>
          </a:p>
          <a:p>
            <a:pPr lvl="0"/>
            <a:r>
              <a:rPr lang="en-GB" dirty="0"/>
              <a:t>Process Recipe and Transition Manager (Grade Transition Manager)</a:t>
            </a:r>
            <a:endParaRPr lang="en-US" dirty="0"/>
          </a:p>
          <a:p>
            <a:pPr lvl="0"/>
            <a:endParaRPr lang="en-US" dirty="0"/>
          </a:p>
          <a:p>
            <a:endParaRPr lang="en-US" dirty="0"/>
          </a:p>
        </p:txBody>
      </p:sp>
      <p:sp>
        <p:nvSpPr>
          <p:cNvPr id="18" name="BJPseudoFooter">
            <a:extLst>
              <a:ext uri="{FF2B5EF4-FFF2-40B4-BE49-F238E27FC236}">
                <a16:creationId xmlns:a16="http://schemas.microsoft.com/office/drawing/2014/main" id="{72093EA8-53D4-4C4D-8CEE-045B1AFAE06F}"/>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447536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F694A-6558-4DDB-896C-4585B65627DF}"/>
              </a:ext>
            </a:extLst>
          </p:cNvPr>
          <p:cNvSpPr>
            <a:spLocks noGrp="1"/>
          </p:cNvSpPr>
          <p:nvPr>
            <p:ph type="title"/>
          </p:nvPr>
        </p:nvSpPr>
        <p:spPr/>
        <p:txBody>
          <a:bodyPr/>
          <a:lstStyle/>
          <a:p>
            <a:r>
              <a:rPr lang="en-US" dirty="0"/>
              <a:t>PCLDPE APC Overview</a:t>
            </a:r>
          </a:p>
        </p:txBody>
      </p:sp>
      <p:sp>
        <p:nvSpPr>
          <p:cNvPr id="3" name="Text Placeholder 2">
            <a:extLst>
              <a:ext uri="{FF2B5EF4-FFF2-40B4-BE49-F238E27FC236}">
                <a16:creationId xmlns:a16="http://schemas.microsoft.com/office/drawing/2014/main" id="{55CFFEEA-6CE4-4D63-9CC6-05C46B510D46}"/>
              </a:ext>
            </a:extLst>
          </p:cNvPr>
          <p:cNvSpPr>
            <a:spLocks noGrp="1"/>
          </p:cNvSpPr>
          <p:nvPr>
            <p:ph type="body" sz="quarter" idx="10"/>
          </p:nvPr>
        </p:nvSpPr>
        <p:spPr/>
        <p:txBody>
          <a:bodyPr/>
          <a:lstStyle/>
          <a:p>
            <a:pPr lvl="0"/>
            <a:endParaRPr lang="en-US" dirty="0"/>
          </a:p>
          <a:p>
            <a:endParaRPr lang="en-US" dirty="0"/>
          </a:p>
        </p:txBody>
      </p:sp>
      <p:graphicFrame>
        <p:nvGraphicFramePr>
          <p:cNvPr id="5" name="Table 4">
            <a:extLst>
              <a:ext uri="{FF2B5EF4-FFF2-40B4-BE49-F238E27FC236}">
                <a16:creationId xmlns:a16="http://schemas.microsoft.com/office/drawing/2014/main" id="{A12D4AFB-3BFD-4C74-ACE1-9ADA5D337D64}"/>
              </a:ext>
            </a:extLst>
          </p:cNvPr>
          <p:cNvGraphicFramePr>
            <a:graphicFrameLocks noGrp="1"/>
          </p:cNvGraphicFramePr>
          <p:nvPr>
            <p:extLst>
              <p:ext uri="{D42A27DB-BD31-4B8C-83A1-F6EECF244321}">
                <p14:modId xmlns:p14="http://schemas.microsoft.com/office/powerpoint/2010/main" val="3093400234"/>
              </p:ext>
            </p:extLst>
          </p:nvPr>
        </p:nvGraphicFramePr>
        <p:xfrm>
          <a:off x="1275097" y="1193831"/>
          <a:ext cx="6137518" cy="1402401"/>
        </p:xfrm>
        <a:graphic>
          <a:graphicData uri="http://schemas.openxmlformats.org/drawingml/2006/table">
            <a:tbl>
              <a:tblPr firstRow="1" firstCol="1" bandRow="1">
                <a:tableStyleId>{5C22544A-7EE6-4342-B048-85BDC9FD1C3A}</a:tableStyleId>
              </a:tblPr>
              <a:tblGrid>
                <a:gridCol w="426986">
                  <a:extLst>
                    <a:ext uri="{9D8B030D-6E8A-4147-A177-3AD203B41FA5}">
                      <a16:colId xmlns:a16="http://schemas.microsoft.com/office/drawing/2014/main" val="3106343806"/>
                    </a:ext>
                  </a:extLst>
                </a:gridCol>
                <a:gridCol w="1275440">
                  <a:extLst>
                    <a:ext uri="{9D8B030D-6E8A-4147-A177-3AD203B41FA5}">
                      <a16:colId xmlns:a16="http://schemas.microsoft.com/office/drawing/2014/main" val="3081640080"/>
                    </a:ext>
                  </a:extLst>
                </a:gridCol>
                <a:gridCol w="2071286">
                  <a:extLst>
                    <a:ext uri="{9D8B030D-6E8A-4147-A177-3AD203B41FA5}">
                      <a16:colId xmlns:a16="http://schemas.microsoft.com/office/drawing/2014/main" val="2090002363"/>
                    </a:ext>
                  </a:extLst>
                </a:gridCol>
                <a:gridCol w="2363806">
                  <a:extLst>
                    <a:ext uri="{9D8B030D-6E8A-4147-A177-3AD203B41FA5}">
                      <a16:colId xmlns:a16="http://schemas.microsoft.com/office/drawing/2014/main" val="158838438"/>
                    </a:ext>
                  </a:extLst>
                </a:gridCol>
              </a:tblGrid>
              <a:tr h="0">
                <a:tc>
                  <a:txBody>
                    <a:bodyPr/>
                    <a:lstStyle/>
                    <a:p>
                      <a:pPr marL="0" marR="0" algn="just">
                        <a:lnSpc>
                          <a:spcPts val="1800"/>
                        </a:lnSpc>
                        <a:spcBef>
                          <a:spcPts val="0"/>
                        </a:spcBef>
                        <a:spcAft>
                          <a:spcPts val="0"/>
                        </a:spcAft>
                      </a:pPr>
                      <a:r>
                        <a:rPr lang="en-GB" sz="1000">
                          <a:effectLst/>
                        </a:rPr>
                        <a:t>No</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Model Tag</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DCS Point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Description</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45570590"/>
                  </a:ext>
                </a:extLst>
              </a:tr>
              <a:tr h="0">
                <a:tc>
                  <a:txBody>
                    <a:bodyPr/>
                    <a:lstStyle/>
                    <a:p>
                      <a:pPr marL="0" marR="0" algn="just">
                        <a:lnSpc>
                          <a:spcPts val="1800"/>
                        </a:lnSpc>
                        <a:spcBef>
                          <a:spcPts val="0"/>
                        </a:spcBef>
                        <a:spcAft>
                          <a:spcPts val="0"/>
                        </a:spcAft>
                      </a:pPr>
                      <a:r>
                        <a:rPr lang="en-GB" sz="1000">
                          <a:effectLst/>
                        </a:rPr>
                        <a:t>1</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APCTA.SV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APCTA.RSV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Propylene Flow</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70806100"/>
                  </a:ext>
                </a:extLst>
              </a:tr>
              <a:tr h="0">
                <a:tc>
                  <a:txBody>
                    <a:bodyPr/>
                    <a:lstStyle/>
                    <a:p>
                      <a:pPr marL="0" marR="0" algn="just">
                        <a:lnSpc>
                          <a:spcPts val="1800"/>
                        </a:lnSpc>
                        <a:spcBef>
                          <a:spcPts val="0"/>
                        </a:spcBef>
                        <a:spcAft>
                          <a:spcPts val="0"/>
                        </a:spcAft>
                      </a:pPr>
                      <a:r>
                        <a:rPr lang="en-GB" sz="1000">
                          <a:effectLst/>
                        </a:rPr>
                        <a:t>2</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APTEMP1.SV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APTEMP1.RSV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Peak Temp Zone 1</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43259728"/>
                  </a:ext>
                </a:extLst>
              </a:tr>
              <a:tr h="0">
                <a:tc>
                  <a:txBody>
                    <a:bodyPr/>
                    <a:lstStyle/>
                    <a:p>
                      <a:pPr marL="0" marR="0" algn="just">
                        <a:lnSpc>
                          <a:spcPts val="1800"/>
                        </a:lnSpc>
                        <a:spcBef>
                          <a:spcPts val="0"/>
                        </a:spcBef>
                        <a:spcAft>
                          <a:spcPts val="0"/>
                        </a:spcAft>
                      </a:pPr>
                      <a:r>
                        <a:rPr lang="en-GB" sz="1000">
                          <a:effectLst/>
                        </a:rPr>
                        <a:t>3</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APTEMP2.SV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APTEMP2.RSV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Peak Temp Zone 2</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42007248"/>
                  </a:ext>
                </a:extLst>
              </a:tr>
              <a:tr h="0">
                <a:tc>
                  <a:txBody>
                    <a:bodyPr/>
                    <a:lstStyle/>
                    <a:p>
                      <a:pPr marL="0" marR="0" algn="just">
                        <a:lnSpc>
                          <a:spcPts val="1800"/>
                        </a:lnSpc>
                        <a:spcBef>
                          <a:spcPts val="0"/>
                        </a:spcBef>
                        <a:spcAft>
                          <a:spcPts val="0"/>
                        </a:spcAft>
                      </a:pPr>
                      <a:r>
                        <a:rPr lang="en-GB" sz="1000">
                          <a:effectLst/>
                        </a:rPr>
                        <a:t>4</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dirty="0">
                          <a:effectLst/>
                        </a:rPr>
                        <a:t>APTEMP3.SV</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APTEMP3.RSV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Peak Temp Zone 3</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97756075"/>
                  </a:ext>
                </a:extLst>
              </a:tr>
              <a:tr h="67911">
                <a:tc>
                  <a:txBody>
                    <a:bodyPr/>
                    <a:lstStyle/>
                    <a:p>
                      <a:pPr marL="0" marR="0" algn="just">
                        <a:lnSpc>
                          <a:spcPts val="1800"/>
                        </a:lnSpc>
                        <a:spcBef>
                          <a:spcPts val="0"/>
                        </a:spcBef>
                        <a:spcAft>
                          <a:spcPts val="0"/>
                        </a:spcAft>
                      </a:pPr>
                      <a:r>
                        <a:rPr lang="en-GB" sz="1000">
                          <a:effectLst/>
                        </a:rPr>
                        <a:t>5</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dirty="0">
                          <a:effectLst/>
                        </a:rPr>
                        <a:t>APTEMP4.SV</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APTEMP4.RSV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Peak Temp Zone 4</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51505806"/>
                  </a:ext>
                </a:extLst>
              </a:tr>
              <a:tr h="0">
                <a:tc>
                  <a:txBody>
                    <a:bodyPr/>
                    <a:lstStyle/>
                    <a:p>
                      <a:pPr marL="0" marR="0" algn="just">
                        <a:lnSpc>
                          <a:spcPts val="1800"/>
                        </a:lnSpc>
                        <a:spcBef>
                          <a:spcPts val="0"/>
                        </a:spcBef>
                        <a:spcAft>
                          <a:spcPts val="0"/>
                        </a:spcAft>
                      </a:pPr>
                      <a:r>
                        <a:rPr lang="en-GB" sz="1000" dirty="0">
                          <a:solidFill>
                            <a:schemeClr val="tx1"/>
                          </a:solidFill>
                          <a:effectLst/>
                        </a:rPr>
                        <a:t>6</a:t>
                      </a:r>
                      <a:endParaRPr lang="en-US" sz="10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tc>
                  <a:txBody>
                    <a:bodyPr/>
                    <a:lstStyle/>
                    <a:p>
                      <a:pPr marL="0" marR="0" algn="just">
                        <a:lnSpc>
                          <a:spcPts val="1800"/>
                        </a:lnSpc>
                        <a:spcBef>
                          <a:spcPts val="0"/>
                        </a:spcBef>
                        <a:spcAft>
                          <a:spcPts val="0"/>
                        </a:spcAft>
                      </a:pPr>
                      <a:r>
                        <a:rPr lang="en-GB" sz="1000" dirty="0">
                          <a:effectLst/>
                        </a:rPr>
                        <a:t>APPURGE.SV</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tc>
                  <a:txBody>
                    <a:bodyPr/>
                    <a:lstStyle/>
                    <a:p>
                      <a:pPr marL="0" marR="0" algn="just">
                        <a:lnSpc>
                          <a:spcPts val="1800"/>
                        </a:lnSpc>
                        <a:spcBef>
                          <a:spcPts val="0"/>
                        </a:spcBef>
                        <a:spcAft>
                          <a:spcPts val="0"/>
                        </a:spcAft>
                      </a:pPr>
                      <a:r>
                        <a:rPr lang="en-GB" sz="1000">
                          <a:effectLst/>
                        </a:rPr>
                        <a:t>APPURGE.RSV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tc>
                  <a:txBody>
                    <a:bodyPr/>
                    <a:lstStyle/>
                    <a:p>
                      <a:pPr marL="0" marR="0" algn="just">
                        <a:lnSpc>
                          <a:spcPts val="1800"/>
                        </a:lnSpc>
                        <a:spcBef>
                          <a:spcPts val="0"/>
                        </a:spcBef>
                        <a:spcAft>
                          <a:spcPts val="0"/>
                        </a:spcAft>
                      </a:pPr>
                      <a:r>
                        <a:rPr lang="en-GB" sz="1000" dirty="0">
                          <a:effectLst/>
                        </a:rPr>
                        <a:t>Purge Gas Flow</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extLst>
                  <a:ext uri="{0D108BD9-81ED-4DB2-BD59-A6C34878D82A}">
                    <a16:rowId xmlns:a16="http://schemas.microsoft.com/office/drawing/2014/main" val="2315292409"/>
                  </a:ext>
                </a:extLst>
              </a:tr>
            </a:tbl>
          </a:graphicData>
        </a:graphic>
      </p:graphicFrame>
      <p:graphicFrame>
        <p:nvGraphicFramePr>
          <p:cNvPr id="6" name="Table 5">
            <a:extLst>
              <a:ext uri="{FF2B5EF4-FFF2-40B4-BE49-F238E27FC236}">
                <a16:creationId xmlns:a16="http://schemas.microsoft.com/office/drawing/2014/main" id="{95B52251-B7C9-4BFC-B55C-8317AA0682A1}"/>
              </a:ext>
            </a:extLst>
          </p:cNvPr>
          <p:cNvGraphicFramePr>
            <a:graphicFrameLocks noGrp="1"/>
          </p:cNvGraphicFramePr>
          <p:nvPr>
            <p:extLst>
              <p:ext uri="{D42A27DB-BD31-4B8C-83A1-F6EECF244321}">
                <p14:modId xmlns:p14="http://schemas.microsoft.com/office/powerpoint/2010/main" val="1355220252"/>
              </p:ext>
            </p:extLst>
          </p:nvPr>
        </p:nvGraphicFramePr>
        <p:xfrm>
          <a:off x="1273448" y="3373152"/>
          <a:ext cx="6139167" cy="1230315"/>
        </p:xfrm>
        <a:graphic>
          <a:graphicData uri="http://schemas.openxmlformats.org/drawingml/2006/table">
            <a:tbl>
              <a:tblPr firstRow="1" firstCol="1" bandRow="1">
                <a:tableStyleId>{5C22544A-7EE6-4342-B048-85BDC9FD1C3A}</a:tableStyleId>
              </a:tblPr>
              <a:tblGrid>
                <a:gridCol w="312659">
                  <a:extLst>
                    <a:ext uri="{9D8B030D-6E8A-4147-A177-3AD203B41FA5}">
                      <a16:colId xmlns:a16="http://schemas.microsoft.com/office/drawing/2014/main" val="1793891595"/>
                    </a:ext>
                  </a:extLst>
                </a:gridCol>
                <a:gridCol w="1164039">
                  <a:extLst>
                    <a:ext uri="{9D8B030D-6E8A-4147-A177-3AD203B41FA5}">
                      <a16:colId xmlns:a16="http://schemas.microsoft.com/office/drawing/2014/main" val="1836882247"/>
                    </a:ext>
                  </a:extLst>
                </a:gridCol>
                <a:gridCol w="1522042">
                  <a:extLst>
                    <a:ext uri="{9D8B030D-6E8A-4147-A177-3AD203B41FA5}">
                      <a16:colId xmlns:a16="http://schemas.microsoft.com/office/drawing/2014/main" val="107518552"/>
                    </a:ext>
                  </a:extLst>
                </a:gridCol>
                <a:gridCol w="1649641">
                  <a:extLst>
                    <a:ext uri="{9D8B030D-6E8A-4147-A177-3AD203B41FA5}">
                      <a16:colId xmlns:a16="http://schemas.microsoft.com/office/drawing/2014/main" val="363915886"/>
                    </a:ext>
                  </a:extLst>
                </a:gridCol>
                <a:gridCol w="1490786">
                  <a:extLst>
                    <a:ext uri="{9D8B030D-6E8A-4147-A177-3AD203B41FA5}">
                      <a16:colId xmlns:a16="http://schemas.microsoft.com/office/drawing/2014/main" val="1850919788"/>
                    </a:ext>
                  </a:extLst>
                </a:gridCol>
              </a:tblGrid>
              <a:tr h="176784">
                <a:tc>
                  <a:txBody>
                    <a:bodyPr/>
                    <a:lstStyle/>
                    <a:p>
                      <a:pPr marL="0" marR="0" algn="just">
                        <a:lnSpc>
                          <a:spcPts val="1800"/>
                        </a:lnSpc>
                        <a:spcBef>
                          <a:spcPts val="0"/>
                        </a:spcBef>
                        <a:spcAft>
                          <a:spcPts val="0"/>
                        </a:spcAft>
                      </a:pPr>
                      <a:r>
                        <a:rPr lang="en-GB" sz="1000">
                          <a:effectLst/>
                        </a:rPr>
                        <a:t>No</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Model Tag</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dirty="0">
                          <a:effectLst/>
                        </a:rPr>
                        <a:t>IP21 Point</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dirty="0">
                          <a:effectLst/>
                        </a:rPr>
                        <a:t>DCS Point </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dirty="0">
                          <a:effectLst/>
                        </a:rPr>
                        <a:t>Description</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35015724"/>
                  </a:ext>
                </a:extLst>
              </a:tr>
              <a:tr h="176784">
                <a:tc>
                  <a:txBody>
                    <a:bodyPr/>
                    <a:lstStyle/>
                    <a:p>
                      <a:pPr marL="0" marR="0" algn="just">
                        <a:lnSpc>
                          <a:spcPts val="1800"/>
                        </a:lnSpc>
                        <a:spcBef>
                          <a:spcPts val="0"/>
                        </a:spcBef>
                        <a:spcAft>
                          <a:spcPts val="0"/>
                        </a:spcAft>
                      </a:pPr>
                      <a:r>
                        <a:rPr lang="en-GB" sz="1000">
                          <a:effectLst/>
                          <a:latin typeface="Arial" panose="020B0604020202020204" pitchFamily="34" charset="0"/>
                          <a:ea typeface="Times New Roman" panose="02020603050405020304" pitchFamily="18" charset="0"/>
                          <a:cs typeface="Times New Roman" panose="02020603050405020304" pitchFamily="18" charset="0"/>
                        </a:rPr>
                        <a:t>1</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solidFill>
                            <a:srgbClr val="000000"/>
                          </a:solidFill>
                          <a:effectLst/>
                          <a:latin typeface="Arial" panose="020B0604020202020204" pitchFamily="34" charset="0"/>
                          <a:ea typeface="Times New Roman" panose="02020603050405020304" pitchFamily="18" charset="0"/>
                          <a:cs typeface="Arial" panose="020B0604020202020204" pitchFamily="34" charset="0"/>
                        </a:rPr>
                        <a:t>MFI</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kern="1200" dirty="0">
                          <a:solidFill>
                            <a:schemeClr val="dk1"/>
                          </a:solidFill>
                          <a:effectLst/>
                          <a:latin typeface="+mn-lt"/>
                          <a:ea typeface="+mn-ea"/>
                          <a:cs typeface="+mn-cs"/>
                        </a:rPr>
                        <a:t>IQ_MFI_BA  </a:t>
                      </a:r>
                      <a:endParaRPr lang="en-US" sz="1000" kern="1200" dirty="0">
                        <a:solidFill>
                          <a:schemeClr val="dk1"/>
                        </a:solidFill>
                        <a:effectLst/>
                        <a:latin typeface="+mn-lt"/>
                        <a:ea typeface="+mn-ea"/>
                        <a:cs typeface="+mn-cs"/>
                      </a:endParaRPr>
                    </a:p>
                  </a:txBody>
                  <a:tcPr marL="68580" marR="68580" marT="0" marB="0"/>
                </a:tc>
                <a:tc>
                  <a:txBody>
                    <a:bodyPr/>
                    <a:lstStyle/>
                    <a:p>
                      <a:pPr marL="0" marR="0" algn="just">
                        <a:lnSpc>
                          <a:spcPts val="1800"/>
                        </a:lnSpc>
                        <a:spcBef>
                          <a:spcPts val="0"/>
                        </a:spcBef>
                        <a:spcAft>
                          <a:spcPts val="0"/>
                        </a:spcAft>
                      </a:pPr>
                      <a:endParaRPr lang="en-US" sz="1000" kern="1200" dirty="0">
                        <a:solidFill>
                          <a:schemeClr val="dk1"/>
                        </a:solidFill>
                        <a:effectLst/>
                        <a:latin typeface="+mn-lt"/>
                        <a:ea typeface="+mn-ea"/>
                        <a:cs typeface="+mn-cs"/>
                      </a:endParaRPr>
                    </a:p>
                  </a:txBody>
                  <a:tcPr marL="68580" marR="68580" marT="0" marB="0">
                    <a:solidFill>
                      <a:srgbClr val="A3A7C1"/>
                    </a:solidFill>
                  </a:tcPr>
                </a:tc>
                <a:tc>
                  <a:txBody>
                    <a:bodyPr/>
                    <a:lstStyle/>
                    <a:p>
                      <a:pPr marL="0" marR="0" algn="just">
                        <a:lnSpc>
                          <a:spcPts val="1800"/>
                        </a:lnSpc>
                        <a:spcBef>
                          <a:spcPts val="0"/>
                        </a:spcBef>
                        <a:spcAft>
                          <a:spcPts val="0"/>
                        </a:spcAft>
                      </a:pPr>
                      <a:r>
                        <a:rPr lang="en-GB" sz="100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Melt Flow Index</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88108764"/>
                  </a:ext>
                </a:extLst>
              </a:tr>
              <a:tr h="176784">
                <a:tc>
                  <a:txBody>
                    <a:bodyPr/>
                    <a:lstStyle/>
                    <a:p>
                      <a:pPr marL="0" marR="0" algn="just">
                        <a:lnSpc>
                          <a:spcPts val="1800"/>
                        </a:lnSpc>
                        <a:spcBef>
                          <a:spcPts val="0"/>
                        </a:spcBef>
                        <a:spcAft>
                          <a:spcPts val="0"/>
                        </a:spcAft>
                      </a:pPr>
                      <a:r>
                        <a:rPr lang="en-GB" sz="1000">
                          <a:effectLst/>
                          <a:latin typeface="Arial" panose="020B0604020202020204" pitchFamily="34" charset="0"/>
                          <a:ea typeface="Times New Roman" panose="02020603050405020304" pitchFamily="18" charset="0"/>
                          <a:cs typeface="Times New Roman" panose="02020603050405020304" pitchFamily="18" charset="0"/>
                        </a:rPr>
                        <a:t>2</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latin typeface="Arial" panose="020B0604020202020204" pitchFamily="34" charset="0"/>
                          <a:ea typeface="Times New Roman" panose="02020603050405020304" pitchFamily="18" charset="0"/>
                          <a:cs typeface="Times New Roman" panose="02020603050405020304" pitchFamily="18" charset="0"/>
                        </a:rPr>
                        <a:t>DIEPRESS.PV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tc>
                  <a:txBody>
                    <a:bodyPr/>
                    <a:lstStyle/>
                    <a:p>
                      <a:pPr marL="0" marR="0" algn="just">
                        <a:lnSpc>
                          <a:spcPts val="1800"/>
                        </a:lnSpc>
                        <a:spcBef>
                          <a:spcPts val="0"/>
                        </a:spcBef>
                        <a:spcAft>
                          <a:spcPts val="0"/>
                        </a:spcAft>
                      </a:pPr>
                      <a:r>
                        <a:rPr lang="en-GB" sz="1000" kern="1200" dirty="0">
                          <a:solidFill>
                            <a:schemeClr val="dk1"/>
                          </a:solidFill>
                          <a:effectLst/>
                          <a:latin typeface="+mn-lt"/>
                          <a:ea typeface="+mn-ea"/>
                          <a:cs typeface="+mn-cs"/>
                        </a:rPr>
                        <a:t>IQ_DIEPRESS_BA .PV</a:t>
                      </a:r>
                      <a:endParaRPr lang="en-US" sz="1000" kern="1200" dirty="0">
                        <a:solidFill>
                          <a:schemeClr val="dk1"/>
                        </a:solidFill>
                        <a:effectLst/>
                        <a:latin typeface="+mn-lt"/>
                        <a:ea typeface="+mn-ea"/>
                        <a:cs typeface="+mn-cs"/>
                      </a:endParaRPr>
                    </a:p>
                  </a:txBody>
                  <a:tcPr marL="68580" marR="68580" marT="0" marB="0">
                    <a:solidFill>
                      <a:srgbClr val="FFFF00"/>
                    </a:solidFill>
                  </a:tcPr>
                </a:tc>
                <a:tc>
                  <a:txBody>
                    <a:bodyPr/>
                    <a:lstStyle/>
                    <a:p>
                      <a:pPr marL="0" marR="0" algn="just">
                        <a:lnSpc>
                          <a:spcPts val="1800"/>
                        </a:lnSpc>
                        <a:spcBef>
                          <a:spcPts val="0"/>
                        </a:spcBef>
                        <a:spcAft>
                          <a:spcPts val="0"/>
                        </a:spcAft>
                      </a:pPr>
                      <a:endParaRPr lang="en-US" sz="1000" kern="1200" dirty="0">
                        <a:solidFill>
                          <a:schemeClr val="dk1"/>
                        </a:solidFill>
                        <a:effectLst/>
                        <a:latin typeface="+mn-lt"/>
                        <a:ea typeface="+mn-ea"/>
                        <a:cs typeface="+mn-cs"/>
                      </a:endParaRPr>
                    </a:p>
                  </a:txBody>
                  <a:tcPr marL="68580" marR="68580" marT="0" marB="0">
                    <a:solidFill>
                      <a:srgbClr val="A3A7C1"/>
                    </a:solidFill>
                  </a:tcPr>
                </a:tc>
                <a:tc>
                  <a:txBody>
                    <a:bodyPr/>
                    <a:lstStyle/>
                    <a:p>
                      <a:pPr marL="0" marR="0" algn="just">
                        <a:lnSpc>
                          <a:spcPts val="1800"/>
                        </a:lnSpc>
                        <a:spcBef>
                          <a:spcPts val="0"/>
                        </a:spcBef>
                        <a:spcAft>
                          <a:spcPts val="0"/>
                        </a:spcAft>
                      </a:pPr>
                      <a:r>
                        <a:rPr lang="en-GB" sz="1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Die Plate Pressure</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extLst>
                  <a:ext uri="{0D108BD9-81ED-4DB2-BD59-A6C34878D82A}">
                    <a16:rowId xmlns:a16="http://schemas.microsoft.com/office/drawing/2014/main" val="182261058"/>
                  </a:ext>
                </a:extLst>
              </a:tr>
              <a:tr h="176784">
                <a:tc>
                  <a:txBody>
                    <a:bodyPr/>
                    <a:lstStyle/>
                    <a:p>
                      <a:pPr marL="0" marR="0" algn="just">
                        <a:lnSpc>
                          <a:spcPts val="1800"/>
                        </a:lnSpc>
                        <a:spcBef>
                          <a:spcPts val="0"/>
                        </a:spcBef>
                        <a:spcAft>
                          <a:spcPts val="0"/>
                        </a:spcAft>
                      </a:pPr>
                      <a:r>
                        <a:rPr lang="en-GB" sz="1000">
                          <a:effectLst/>
                          <a:latin typeface="Arial" panose="020B0604020202020204" pitchFamily="34" charset="0"/>
                          <a:ea typeface="Times New Roman" panose="02020603050405020304" pitchFamily="18" charset="0"/>
                          <a:cs typeface="Times New Roman" panose="02020603050405020304" pitchFamily="18" charset="0"/>
                        </a:rPr>
                        <a:t>3</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GLOSS</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kern="1200" dirty="0">
                          <a:solidFill>
                            <a:schemeClr val="dk1"/>
                          </a:solidFill>
                          <a:effectLst/>
                          <a:latin typeface="+mn-lt"/>
                          <a:ea typeface="+mn-ea"/>
                          <a:cs typeface="+mn-cs"/>
                        </a:rPr>
                        <a:t>IQ_GLOSS_BA </a:t>
                      </a:r>
                      <a:endParaRPr lang="en-US" sz="1000" kern="1200" dirty="0">
                        <a:solidFill>
                          <a:schemeClr val="dk1"/>
                        </a:solidFill>
                        <a:effectLst/>
                        <a:latin typeface="+mn-lt"/>
                        <a:ea typeface="+mn-ea"/>
                        <a:cs typeface="+mn-cs"/>
                      </a:endParaRPr>
                    </a:p>
                  </a:txBody>
                  <a:tcPr marL="68580" marR="68580" marT="0" marB="0"/>
                </a:tc>
                <a:tc>
                  <a:txBody>
                    <a:bodyPr/>
                    <a:lstStyle/>
                    <a:p>
                      <a:pPr marL="0" marR="0" algn="just">
                        <a:lnSpc>
                          <a:spcPts val="1800"/>
                        </a:lnSpc>
                        <a:spcBef>
                          <a:spcPts val="0"/>
                        </a:spcBef>
                        <a:spcAft>
                          <a:spcPts val="0"/>
                        </a:spcAft>
                      </a:pPr>
                      <a:endParaRPr lang="en-US" sz="1000" kern="1200" dirty="0">
                        <a:solidFill>
                          <a:schemeClr val="dk1"/>
                        </a:solidFill>
                        <a:effectLst/>
                        <a:latin typeface="+mn-lt"/>
                        <a:ea typeface="+mn-ea"/>
                        <a:cs typeface="+mn-cs"/>
                      </a:endParaRPr>
                    </a:p>
                  </a:txBody>
                  <a:tcPr marL="68580" marR="68580" marT="0" marB="0">
                    <a:solidFill>
                      <a:srgbClr val="A3A7C1"/>
                    </a:solidFill>
                  </a:tcPr>
                </a:tc>
                <a:tc>
                  <a:txBody>
                    <a:bodyPr/>
                    <a:lstStyle/>
                    <a:p>
                      <a:pPr marL="0" marR="0" algn="just">
                        <a:lnSpc>
                          <a:spcPts val="1800"/>
                        </a:lnSpc>
                        <a:spcBef>
                          <a:spcPts val="0"/>
                        </a:spcBef>
                        <a:spcAft>
                          <a:spcPts val="0"/>
                        </a:spcAft>
                      </a:pPr>
                      <a:r>
                        <a:rPr lang="en-GB" sz="1000">
                          <a:solidFill>
                            <a:srgbClr val="000000"/>
                          </a:solidFill>
                          <a:effectLst/>
                          <a:latin typeface="Arial" panose="020B0604020202020204" pitchFamily="34" charset="0"/>
                          <a:ea typeface="Times New Roman" panose="02020603050405020304" pitchFamily="18" charset="0"/>
                          <a:cs typeface="Arial" panose="020B0604020202020204" pitchFamily="34" charset="0"/>
                        </a:rPr>
                        <a:t>Gloss Lab</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25640727"/>
                  </a:ext>
                </a:extLst>
              </a:tr>
              <a:tr h="378502">
                <a:tc>
                  <a:txBody>
                    <a:bodyPr/>
                    <a:lstStyle/>
                    <a:p>
                      <a:pPr marL="0" marR="0" algn="just">
                        <a:lnSpc>
                          <a:spcPts val="1800"/>
                        </a:lnSpc>
                        <a:spcBef>
                          <a:spcPts val="0"/>
                        </a:spcBef>
                        <a:spcAft>
                          <a:spcPts val="0"/>
                        </a:spcAft>
                      </a:pPr>
                      <a:r>
                        <a:rPr lang="en-GB" sz="1000">
                          <a:effectLst/>
                          <a:latin typeface="Arial" panose="020B0604020202020204" pitchFamily="34" charset="0"/>
                          <a:ea typeface="Times New Roman" panose="02020603050405020304" pitchFamily="18" charset="0"/>
                          <a:cs typeface="Times New Roman" panose="02020603050405020304" pitchFamily="18" charset="0"/>
                        </a:rPr>
                        <a:t>4</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PRODSPEX</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A3A7C1"/>
                    </a:solidFill>
                  </a:tcPr>
                </a:tc>
                <a:tc>
                  <a:txBody>
                    <a:bodyPr/>
                    <a:lstStyle/>
                    <a:p>
                      <a:pPr marL="0" marR="0" lvl="0" indent="0" algn="just" defTabSz="914400" rtl="0" eaLnBrk="1" fontAlgn="auto" latinLnBrk="0" hangingPunct="1">
                        <a:lnSpc>
                          <a:spcPts val="1800"/>
                        </a:lnSpc>
                        <a:spcBef>
                          <a:spcPts val="0"/>
                        </a:spcBef>
                        <a:spcAft>
                          <a:spcPts val="0"/>
                        </a:spcAft>
                        <a:buClrTx/>
                        <a:buSzTx/>
                        <a:buFontTx/>
                        <a:buNone/>
                        <a:tabLst/>
                        <a:defRPr/>
                      </a:pPr>
                      <a:r>
                        <a:rPr lang="en-GB" sz="1000" dirty="0">
                          <a:effectLst/>
                          <a:latin typeface="Arial" panose="020B0604020202020204" pitchFamily="34" charset="0"/>
                          <a:ea typeface="Times New Roman" panose="02020603050405020304" pitchFamily="18" charset="0"/>
                          <a:cs typeface="Times New Roman" panose="02020603050405020304" pitchFamily="18" charset="0"/>
                        </a:rPr>
                        <a:t>PRODSPEX_PVFLT.PV</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0" marR="0" algn="just">
                        <a:lnSpc>
                          <a:spcPts val="1800"/>
                        </a:lnSpc>
                        <a:spcBef>
                          <a:spcPts val="0"/>
                        </a:spcBef>
                        <a:spcAft>
                          <a:spcPts val="0"/>
                        </a:spcAft>
                      </a:pP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Production Rate</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12040987"/>
                  </a:ext>
                </a:extLst>
              </a:tr>
            </a:tbl>
          </a:graphicData>
        </a:graphic>
      </p:graphicFrame>
      <p:sp>
        <p:nvSpPr>
          <p:cNvPr id="8" name="TextBox 7">
            <a:extLst>
              <a:ext uri="{FF2B5EF4-FFF2-40B4-BE49-F238E27FC236}">
                <a16:creationId xmlns:a16="http://schemas.microsoft.com/office/drawing/2014/main" id="{C64621BB-4707-4924-83A2-DED79B8392D0}"/>
              </a:ext>
            </a:extLst>
          </p:cNvPr>
          <p:cNvSpPr txBox="1"/>
          <p:nvPr/>
        </p:nvSpPr>
        <p:spPr>
          <a:xfrm rot="16200000">
            <a:off x="-50133" y="1748057"/>
            <a:ext cx="1879134" cy="523220"/>
          </a:xfrm>
          <a:prstGeom prst="rect">
            <a:avLst/>
          </a:prstGeom>
          <a:noFill/>
        </p:spPr>
        <p:txBody>
          <a:bodyPr wrap="square" rtlCol="0">
            <a:spAutoFit/>
          </a:bodyPr>
          <a:lstStyle/>
          <a:p>
            <a:pPr algn="ctr"/>
            <a:r>
              <a:rPr lang="en-US" sz="1400" dirty="0"/>
              <a:t>Manipulated</a:t>
            </a:r>
          </a:p>
          <a:p>
            <a:pPr algn="ctr"/>
            <a:r>
              <a:rPr lang="en-US" sz="1400" dirty="0"/>
              <a:t>Variables</a:t>
            </a:r>
          </a:p>
        </p:txBody>
      </p:sp>
      <p:sp>
        <p:nvSpPr>
          <p:cNvPr id="9" name="TextBox 8">
            <a:extLst>
              <a:ext uri="{FF2B5EF4-FFF2-40B4-BE49-F238E27FC236}">
                <a16:creationId xmlns:a16="http://schemas.microsoft.com/office/drawing/2014/main" id="{50A231A0-BC07-4293-A14E-F2042EE5396D}"/>
              </a:ext>
            </a:extLst>
          </p:cNvPr>
          <p:cNvSpPr txBox="1"/>
          <p:nvPr/>
        </p:nvSpPr>
        <p:spPr>
          <a:xfrm rot="16200000">
            <a:off x="-61721" y="3726699"/>
            <a:ext cx="1879134" cy="523220"/>
          </a:xfrm>
          <a:prstGeom prst="rect">
            <a:avLst/>
          </a:prstGeom>
          <a:noFill/>
        </p:spPr>
        <p:txBody>
          <a:bodyPr wrap="square" rtlCol="0">
            <a:spAutoFit/>
          </a:bodyPr>
          <a:lstStyle/>
          <a:p>
            <a:pPr algn="ctr"/>
            <a:r>
              <a:rPr lang="en-US" sz="1400" dirty="0"/>
              <a:t>Controlled</a:t>
            </a:r>
          </a:p>
          <a:p>
            <a:pPr algn="ctr"/>
            <a:r>
              <a:rPr lang="en-US" sz="1400" dirty="0"/>
              <a:t>Variables</a:t>
            </a:r>
          </a:p>
        </p:txBody>
      </p:sp>
      <p:sp>
        <p:nvSpPr>
          <p:cNvPr id="22" name="BJPseudoFooter">
            <a:extLst>
              <a:ext uri="{FF2B5EF4-FFF2-40B4-BE49-F238E27FC236}">
                <a16:creationId xmlns:a16="http://schemas.microsoft.com/office/drawing/2014/main" id="{D2FCF29D-8A8A-418E-A118-BD1D9D23ADBF}"/>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3603048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F694A-6558-4DDB-896C-4585B65627DF}"/>
              </a:ext>
            </a:extLst>
          </p:cNvPr>
          <p:cNvSpPr>
            <a:spLocks noGrp="1"/>
          </p:cNvSpPr>
          <p:nvPr>
            <p:ph type="title"/>
          </p:nvPr>
        </p:nvSpPr>
        <p:spPr/>
        <p:txBody>
          <a:bodyPr/>
          <a:lstStyle/>
          <a:p>
            <a:r>
              <a:rPr lang="en-US" dirty="0"/>
              <a:t>PCLDPE APC Overview</a:t>
            </a:r>
          </a:p>
        </p:txBody>
      </p:sp>
      <p:sp>
        <p:nvSpPr>
          <p:cNvPr id="3" name="Text Placeholder 2">
            <a:extLst>
              <a:ext uri="{FF2B5EF4-FFF2-40B4-BE49-F238E27FC236}">
                <a16:creationId xmlns:a16="http://schemas.microsoft.com/office/drawing/2014/main" id="{55CFFEEA-6CE4-4D63-9CC6-05C46B510D46}"/>
              </a:ext>
            </a:extLst>
          </p:cNvPr>
          <p:cNvSpPr>
            <a:spLocks noGrp="1"/>
          </p:cNvSpPr>
          <p:nvPr>
            <p:ph type="body" sz="quarter" idx="10"/>
          </p:nvPr>
        </p:nvSpPr>
        <p:spPr/>
        <p:txBody>
          <a:bodyPr/>
          <a:lstStyle/>
          <a:p>
            <a:pPr lvl="0"/>
            <a:endParaRPr lang="en-US" dirty="0"/>
          </a:p>
          <a:p>
            <a:endParaRPr lang="en-US" dirty="0"/>
          </a:p>
        </p:txBody>
      </p:sp>
      <p:graphicFrame>
        <p:nvGraphicFramePr>
          <p:cNvPr id="7" name="Table 6">
            <a:extLst>
              <a:ext uri="{FF2B5EF4-FFF2-40B4-BE49-F238E27FC236}">
                <a16:creationId xmlns:a16="http://schemas.microsoft.com/office/drawing/2014/main" id="{657AEE25-9F96-4F04-8157-2202A76CD939}"/>
              </a:ext>
            </a:extLst>
          </p:cNvPr>
          <p:cNvGraphicFramePr>
            <a:graphicFrameLocks noGrp="1"/>
          </p:cNvGraphicFramePr>
          <p:nvPr>
            <p:extLst>
              <p:ext uri="{D42A27DB-BD31-4B8C-83A1-F6EECF244321}">
                <p14:modId xmlns:p14="http://schemas.microsoft.com/office/powerpoint/2010/main" val="3888180499"/>
              </p:ext>
            </p:extLst>
          </p:nvPr>
        </p:nvGraphicFramePr>
        <p:xfrm>
          <a:off x="1486176" y="1459121"/>
          <a:ext cx="5768975" cy="3205488"/>
        </p:xfrm>
        <a:graphic>
          <a:graphicData uri="http://schemas.openxmlformats.org/drawingml/2006/table">
            <a:tbl>
              <a:tblPr firstRow="1" firstCol="1" bandRow="1">
                <a:tableStyleId>{5C22544A-7EE6-4342-B048-85BDC9FD1C3A}</a:tableStyleId>
              </a:tblPr>
              <a:tblGrid>
                <a:gridCol w="392960">
                  <a:extLst>
                    <a:ext uri="{9D8B030D-6E8A-4147-A177-3AD203B41FA5}">
                      <a16:colId xmlns:a16="http://schemas.microsoft.com/office/drawing/2014/main" val="103269141"/>
                    </a:ext>
                  </a:extLst>
                </a:gridCol>
                <a:gridCol w="1221115">
                  <a:extLst>
                    <a:ext uri="{9D8B030D-6E8A-4147-A177-3AD203B41FA5}">
                      <a16:colId xmlns:a16="http://schemas.microsoft.com/office/drawing/2014/main" val="1274202782"/>
                    </a:ext>
                  </a:extLst>
                </a:gridCol>
                <a:gridCol w="1941532">
                  <a:extLst>
                    <a:ext uri="{9D8B030D-6E8A-4147-A177-3AD203B41FA5}">
                      <a16:colId xmlns:a16="http://schemas.microsoft.com/office/drawing/2014/main" val="335375900"/>
                    </a:ext>
                  </a:extLst>
                </a:gridCol>
                <a:gridCol w="2213368">
                  <a:extLst>
                    <a:ext uri="{9D8B030D-6E8A-4147-A177-3AD203B41FA5}">
                      <a16:colId xmlns:a16="http://schemas.microsoft.com/office/drawing/2014/main" val="2358268115"/>
                    </a:ext>
                  </a:extLst>
                </a:gridCol>
              </a:tblGrid>
              <a:tr h="0">
                <a:tc>
                  <a:txBody>
                    <a:bodyPr/>
                    <a:lstStyle/>
                    <a:p>
                      <a:pPr marL="0" marR="0" algn="just">
                        <a:lnSpc>
                          <a:spcPts val="1800"/>
                        </a:lnSpc>
                        <a:spcBef>
                          <a:spcPts val="0"/>
                        </a:spcBef>
                        <a:spcAft>
                          <a:spcPts val="0"/>
                        </a:spcAft>
                      </a:pPr>
                      <a:r>
                        <a:rPr lang="en-GB" sz="1000">
                          <a:effectLst/>
                        </a:rPr>
                        <a:t>No</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Model Tag</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dirty="0">
                          <a:effectLst/>
                        </a:rPr>
                        <a:t>DCS Point</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Description</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36034209"/>
                  </a:ext>
                </a:extLst>
              </a:tr>
              <a:tr h="0">
                <a:tc>
                  <a:txBody>
                    <a:bodyPr/>
                    <a:lstStyle/>
                    <a:p>
                      <a:pPr marL="0" marR="0" algn="just">
                        <a:lnSpc>
                          <a:spcPts val="1800"/>
                        </a:lnSpc>
                        <a:spcBef>
                          <a:spcPts val="0"/>
                        </a:spcBef>
                        <a:spcAft>
                          <a:spcPts val="0"/>
                        </a:spcAft>
                      </a:pPr>
                      <a:r>
                        <a:rPr lang="en-GB" sz="1000">
                          <a:effectLst/>
                        </a:rPr>
                        <a:t>1</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12PIC0103SV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12PIC0103_PVFLT.PV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Reactor Pressure</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11066381"/>
                  </a:ext>
                </a:extLst>
              </a:tr>
              <a:tr h="0">
                <a:tc>
                  <a:txBody>
                    <a:bodyPr/>
                    <a:lstStyle/>
                    <a:p>
                      <a:pPr marL="0" marR="0" algn="just">
                        <a:lnSpc>
                          <a:spcPts val="1800"/>
                        </a:lnSpc>
                        <a:spcBef>
                          <a:spcPts val="0"/>
                        </a:spcBef>
                        <a:spcAft>
                          <a:spcPts val="0"/>
                        </a:spcAft>
                      </a:pPr>
                      <a:r>
                        <a:rPr lang="en-GB" sz="1000">
                          <a:effectLst/>
                        </a:rPr>
                        <a:t>2</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12TIC0401PV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dirty="0">
                          <a:effectLst/>
                        </a:rPr>
                        <a:t>12TIC0401_PVFLT.PV</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RHW Temp PV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5441899"/>
                  </a:ext>
                </a:extLst>
              </a:tr>
              <a:tr h="0">
                <a:tc>
                  <a:txBody>
                    <a:bodyPr/>
                    <a:lstStyle/>
                    <a:p>
                      <a:pPr marL="0" marR="0" algn="just">
                        <a:lnSpc>
                          <a:spcPts val="1800"/>
                        </a:lnSpc>
                        <a:spcBef>
                          <a:spcPts val="0"/>
                        </a:spcBef>
                        <a:spcAft>
                          <a:spcPts val="0"/>
                        </a:spcAft>
                      </a:pPr>
                      <a:r>
                        <a:rPr lang="en-GB" sz="1000">
                          <a:effectLst/>
                        </a:rPr>
                        <a:t>3</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RXSTARTTEMP</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tc>
                  <a:txBody>
                    <a:bodyPr/>
                    <a:lstStyle/>
                    <a:p>
                      <a:pPr marL="0" marR="0" algn="just">
                        <a:lnSpc>
                          <a:spcPts val="1800"/>
                        </a:lnSpc>
                        <a:spcBef>
                          <a:spcPts val="0"/>
                        </a:spcBef>
                        <a:spcAft>
                          <a:spcPts val="0"/>
                        </a:spcAft>
                      </a:pPr>
                      <a:r>
                        <a:rPr lang="en-GB" sz="1000">
                          <a:effectLst/>
                        </a:rPr>
                        <a:t>12TIC0102A_PVFLT.PV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tc>
                  <a:txBody>
                    <a:bodyPr/>
                    <a:lstStyle/>
                    <a:p>
                      <a:pPr marL="0" marR="0" algn="just">
                        <a:lnSpc>
                          <a:spcPts val="1800"/>
                        </a:lnSpc>
                        <a:spcBef>
                          <a:spcPts val="0"/>
                        </a:spcBef>
                        <a:spcAft>
                          <a:spcPts val="0"/>
                        </a:spcAft>
                      </a:pPr>
                      <a:r>
                        <a:rPr lang="en-GB" sz="1000" dirty="0" err="1">
                          <a:effectLst/>
                        </a:rPr>
                        <a:t>Rxn</a:t>
                      </a:r>
                      <a:r>
                        <a:rPr lang="en-GB" sz="1000" dirty="0">
                          <a:effectLst/>
                        </a:rPr>
                        <a:t> Start Temp (Preheater)</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extLst>
                  <a:ext uri="{0D108BD9-81ED-4DB2-BD59-A6C34878D82A}">
                    <a16:rowId xmlns:a16="http://schemas.microsoft.com/office/drawing/2014/main" val="3054633329"/>
                  </a:ext>
                </a:extLst>
              </a:tr>
              <a:tr h="0">
                <a:tc>
                  <a:txBody>
                    <a:bodyPr/>
                    <a:lstStyle/>
                    <a:p>
                      <a:pPr marL="0" marR="0" algn="just">
                        <a:lnSpc>
                          <a:spcPts val="1800"/>
                        </a:lnSpc>
                        <a:spcBef>
                          <a:spcPts val="0"/>
                        </a:spcBef>
                        <a:spcAft>
                          <a:spcPts val="0"/>
                        </a:spcAft>
                      </a:pPr>
                      <a:r>
                        <a:rPr lang="en-GB" sz="1000">
                          <a:effectLst/>
                        </a:rPr>
                        <a:t>4</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APTEMP1PV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APTEMP1.RSV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dirty="0">
                          <a:effectLst/>
                        </a:rPr>
                        <a:t>Peak Temp Zone 1</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57381162"/>
                  </a:ext>
                </a:extLst>
              </a:tr>
              <a:tr h="0">
                <a:tc>
                  <a:txBody>
                    <a:bodyPr/>
                    <a:lstStyle/>
                    <a:p>
                      <a:pPr marL="0" marR="0" algn="just">
                        <a:lnSpc>
                          <a:spcPts val="1800"/>
                        </a:lnSpc>
                        <a:spcBef>
                          <a:spcPts val="0"/>
                        </a:spcBef>
                        <a:spcAft>
                          <a:spcPts val="0"/>
                        </a:spcAft>
                      </a:pPr>
                      <a:r>
                        <a:rPr lang="en-GB" sz="1000">
                          <a:effectLst/>
                        </a:rPr>
                        <a:t>5</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APTEMP2PV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APTEMP2.RSV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Peak Temp Zone 2</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00259012"/>
                  </a:ext>
                </a:extLst>
              </a:tr>
              <a:tr h="0">
                <a:tc>
                  <a:txBody>
                    <a:bodyPr/>
                    <a:lstStyle/>
                    <a:p>
                      <a:pPr marL="0" marR="0" algn="just">
                        <a:lnSpc>
                          <a:spcPts val="1800"/>
                        </a:lnSpc>
                        <a:spcBef>
                          <a:spcPts val="0"/>
                        </a:spcBef>
                        <a:spcAft>
                          <a:spcPts val="0"/>
                        </a:spcAft>
                      </a:pPr>
                      <a:r>
                        <a:rPr lang="en-GB" sz="1000">
                          <a:effectLst/>
                        </a:rPr>
                        <a:t>6</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APTEMP3PV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APTEMP3.RSV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Peak Temp Zone 3</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75788497"/>
                  </a:ext>
                </a:extLst>
              </a:tr>
              <a:tr h="0">
                <a:tc>
                  <a:txBody>
                    <a:bodyPr/>
                    <a:lstStyle/>
                    <a:p>
                      <a:pPr marL="0" marR="0" algn="just">
                        <a:lnSpc>
                          <a:spcPts val="1800"/>
                        </a:lnSpc>
                        <a:spcBef>
                          <a:spcPts val="0"/>
                        </a:spcBef>
                        <a:spcAft>
                          <a:spcPts val="0"/>
                        </a:spcAft>
                      </a:pPr>
                      <a:r>
                        <a:rPr lang="en-GB" sz="1000">
                          <a:effectLst/>
                        </a:rPr>
                        <a:t>7</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APTEMP4PV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APTEMP4.RSV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Peak Temp Zone 4</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26762205"/>
                  </a:ext>
                </a:extLst>
              </a:tr>
              <a:tr h="0">
                <a:tc>
                  <a:txBody>
                    <a:bodyPr/>
                    <a:lstStyle/>
                    <a:p>
                      <a:pPr marL="0" marR="0" algn="just">
                        <a:lnSpc>
                          <a:spcPts val="1800"/>
                        </a:lnSpc>
                        <a:spcBef>
                          <a:spcPts val="0"/>
                        </a:spcBef>
                        <a:spcAft>
                          <a:spcPts val="0"/>
                        </a:spcAft>
                      </a:pPr>
                      <a:r>
                        <a:rPr lang="en-GB" sz="1000">
                          <a:effectLst/>
                        </a:rPr>
                        <a:t>8</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11FIC0401.PV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tc>
                  <a:txBody>
                    <a:bodyPr/>
                    <a:lstStyle/>
                    <a:p>
                      <a:pPr marL="0" marR="0" algn="just">
                        <a:lnSpc>
                          <a:spcPts val="1800"/>
                        </a:lnSpc>
                        <a:spcBef>
                          <a:spcPts val="0"/>
                        </a:spcBef>
                        <a:spcAft>
                          <a:spcPts val="0"/>
                        </a:spcAft>
                      </a:pPr>
                      <a:r>
                        <a:rPr lang="en-GB" sz="1000">
                          <a:effectLst/>
                        </a:rPr>
                        <a:t>APPURGE.RSV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tc>
                  <a:txBody>
                    <a:bodyPr/>
                    <a:lstStyle/>
                    <a:p>
                      <a:pPr marL="0" marR="0" algn="just">
                        <a:lnSpc>
                          <a:spcPts val="1800"/>
                        </a:lnSpc>
                        <a:spcBef>
                          <a:spcPts val="0"/>
                        </a:spcBef>
                        <a:spcAft>
                          <a:spcPts val="0"/>
                        </a:spcAft>
                      </a:pPr>
                      <a:r>
                        <a:rPr lang="en-GB" sz="1000" dirty="0">
                          <a:effectLst/>
                        </a:rPr>
                        <a:t>Purge Gas Flow</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extLst>
                  <a:ext uri="{0D108BD9-81ED-4DB2-BD59-A6C34878D82A}">
                    <a16:rowId xmlns:a16="http://schemas.microsoft.com/office/drawing/2014/main" val="2596682262"/>
                  </a:ext>
                </a:extLst>
              </a:tr>
              <a:tr h="0">
                <a:tc>
                  <a:txBody>
                    <a:bodyPr/>
                    <a:lstStyle/>
                    <a:p>
                      <a:pPr marL="0" marR="0" algn="just">
                        <a:lnSpc>
                          <a:spcPts val="1800"/>
                        </a:lnSpc>
                        <a:spcBef>
                          <a:spcPts val="0"/>
                        </a:spcBef>
                        <a:spcAft>
                          <a:spcPts val="0"/>
                        </a:spcAft>
                      </a:pPr>
                      <a:r>
                        <a:rPr lang="en-GB" sz="1000">
                          <a:effectLst/>
                        </a:rPr>
                        <a:t>9</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CTARATIO</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CTARATIO_PVFLT.PV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CTAFLOW/Ethylene Flow</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604246"/>
                  </a:ext>
                </a:extLst>
              </a:tr>
              <a:tr h="0">
                <a:tc>
                  <a:txBody>
                    <a:bodyPr/>
                    <a:lstStyle/>
                    <a:p>
                      <a:pPr marL="0" marR="0" algn="just">
                        <a:lnSpc>
                          <a:spcPts val="1800"/>
                        </a:lnSpc>
                        <a:spcBef>
                          <a:spcPts val="0"/>
                        </a:spcBef>
                        <a:spcAft>
                          <a:spcPts val="0"/>
                        </a:spcAft>
                      </a:pPr>
                      <a:r>
                        <a:rPr lang="en-GB" sz="1000">
                          <a:effectLst/>
                        </a:rPr>
                        <a:t>10</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13TI0116B.PV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tc>
                  <a:txBody>
                    <a:bodyPr/>
                    <a:lstStyle/>
                    <a:p>
                      <a:pPr marL="0" marR="0" algn="just">
                        <a:lnSpc>
                          <a:spcPts val="1800"/>
                        </a:lnSpc>
                        <a:spcBef>
                          <a:spcPts val="0"/>
                        </a:spcBef>
                        <a:spcAft>
                          <a:spcPts val="0"/>
                        </a:spcAft>
                      </a:pPr>
                      <a:r>
                        <a:rPr lang="en-GB" sz="1000">
                          <a:effectLst/>
                        </a:rPr>
                        <a:t>13TI0116B_PVFLT.PV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tc>
                  <a:txBody>
                    <a:bodyPr/>
                    <a:lstStyle/>
                    <a:p>
                      <a:pPr marL="0" marR="0" algn="just">
                        <a:lnSpc>
                          <a:spcPts val="1800"/>
                        </a:lnSpc>
                        <a:spcBef>
                          <a:spcPts val="0"/>
                        </a:spcBef>
                        <a:spcAft>
                          <a:spcPts val="0"/>
                        </a:spcAft>
                      </a:pPr>
                      <a:r>
                        <a:rPr lang="en-GB" sz="1000">
                          <a:effectLst/>
                        </a:rPr>
                        <a:t>Extruder Temperature</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extLst>
                  <a:ext uri="{0D108BD9-81ED-4DB2-BD59-A6C34878D82A}">
                    <a16:rowId xmlns:a16="http://schemas.microsoft.com/office/drawing/2014/main" val="350033911"/>
                  </a:ext>
                </a:extLst>
              </a:tr>
              <a:tr h="0">
                <a:tc>
                  <a:txBody>
                    <a:bodyPr/>
                    <a:lstStyle/>
                    <a:p>
                      <a:pPr marL="0" marR="0" algn="just">
                        <a:lnSpc>
                          <a:spcPts val="1800"/>
                        </a:lnSpc>
                        <a:spcBef>
                          <a:spcPts val="0"/>
                        </a:spcBef>
                        <a:spcAft>
                          <a:spcPts val="0"/>
                        </a:spcAft>
                      </a:pPr>
                      <a:r>
                        <a:rPr lang="en-GB" sz="1000">
                          <a:effectLst/>
                        </a:rPr>
                        <a:t>11</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13JI0101.PV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tc>
                  <a:txBody>
                    <a:bodyPr/>
                    <a:lstStyle/>
                    <a:p>
                      <a:pPr marL="0" marR="0" algn="just">
                        <a:lnSpc>
                          <a:spcPts val="1800"/>
                        </a:lnSpc>
                        <a:spcBef>
                          <a:spcPts val="0"/>
                        </a:spcBef>
                        <a:spcAft>
                          <a:spcPts val="0"/>
                        </a:spcAft>
                      </a:pPr>
                      <a:r>
                        <a:rPr lang="en-GB" sz="1000">
                          <a:effectLst/>
                        </a:rPr>
                        <a:t>13JI0101_PVFLT.PV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tc>
                  <a:txBody>
                    <a:bodyPr/>
                    <a:lstStyle/>
                    <a:p>
                      <a:pPr marL="0" marR="0" algn="just">
                        <a:lnSpc>
                          <a:spcPts val="1800"/>
                        </a:lnSpc>
                        <a:spcBef>
                          <a:spcPts val="0"/>
                        </a:spcBef>
                        <a:spcAft>
                          <a:spcPts val="0"/>
                        </a:spcAft>
                      </a:pPr>
                      <a:r>
                        <a:rPr lang="en-GB" sz="1000" dirty="0">
                          <a:effectLst/>
                        </a:rPr>
                        <a:t>Extruder Torque</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extLst>
                  <a:ext uri="{0D108BD9-81ED-4DB2-BD59-A6C34878D82A}">
                    <a16:rowId xmlns:a16="http://schemas.microsoft.com/office/drawing/2014/main" val="2283397034"/>
                  </a:ext>
                </a:extLst>
              </a:tr>
              <a:tr h="0">
                <a:tc>
                  <a:txBody>
                    <a:bodyPr/>
                    <a:lstStyle/>
                    <a:p>
                      <a:pPr marL="0" marR="0" algn="just">
                        <a:lnSpc>
                          <a:spcPts val="1800"/>
                        </a:lnSpc>
                        <a:spcBef>
                          <a:spcPts val="0"/>
                        </a:spcBef>
                        <a:spcAft>
                          <a:spcPts val="0"/>
                        </a:spcAft>
                      </a:pPr>
                      <a:r>
                        <a:rPr lang="en-GB" sz="1000">
                          <a:effectLst/>
                        </a:rPr>
                        <a:t>12</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11TI0302.PV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tc>
                  <a:txBody>
                    <a:bodyPr/>
                    <a:lstStyle/>
                    <a:p>
                      <a:pPr marL="0" marR="0" algn="just">
                        <a:lnSpc>
                          <a:spcPts val="1800"/>
                        </a:lnSpc>
                        <a:spcBef>
                          <a:spcPts val="0"/>
                        </a:spcBef>
                        <a:spcAft>
                          <a:spcPts val="0"/>
                        </a:spcAft>
                      </a:pPr>
                      <a:r>
                        <a:rPr lang="en-GB" sz="1000">
                          <a:effectLst/>
                        </a:rPr>
                        <a:t>11TI0302_PVFLT.PV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tc>
                  <a:txBody>
                    <a:bodyPr/>
                    <a:lstStyle/>
                    <a:p>
                      <a:pPr marL="0" marR="0" algn="just">
                        <a:lnSpc>
                          <a:spcPts val="1800"/>
                        </a:lnSpc>
                        <a:spcBef>
                          <a:spcPts val="0"/>
                        </a:spcBef>
                        <a:spcAft>
                          <a:spcPts val="0"/>
                        </a:spcAft>
                      </a:pPr>
                      <a:r>
                        <a:rPr lang="en-GB" sz="1000" dirty="0">
                          <a:effectLst/>
                        </a:rPr>
                        <a:t>Suction temperature</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extLst>
                  <a:ext uri="{0D108BD9-81ED-4DB2-BD59-A6C34878D82A}">
                    <a16:rowId xmlns:a16="http://schemas.microsoft.com/office/drawing/2014/main" val="2204676618"/>
                  </a:ext>
                </a:extLst>
              </a:tr>
              <a:tr h="0">
                <a:tc>
                  <a:txBody>
                    <a:bodyPr/>
                    <a:lstStyle/>
                    <a:p>
                      <a:pPr marL="0" marR="0" algn="just">
                        <a:lnSpc>
                          <a:spcPts val="1800"/>
                        </a:lnSpc>
                        <a:spcBef>
                          <a:spcPts val="0"/>
                        </a:spcBef>
                        <a:spcAft>
                          <a:spcPts val="0"/>
                        </a:spcAft>
                      </a:pPr>
                      <a:r>
                        <a:rPr lang="en-GB" sz="1000">
                          <a:effectLst/>
                        </a:rPr>
                        <a:t>13</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DTALLZONE</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tc>
                  <a:txBody>
                    <a:bodyPr/>
                    <a:lstStyle/>
                    <a:p>
                      <a:pPr marL="0" marR="0" algn="just">
                        <a:lnSpc>
                          <a:spcPts val="1800"/>
                        </a:lnSpc>
                        <a:spcBef>
                          <a:spcPts val="0"/>
                        </a:spcBef>
                        <a:spcAft>
                          <a:spcPts val="0"/>
                        </a:spcAft>
                      </a:pPr>
                      <a:r>
                        <a:rPr lang="en-GB" sz="1000">
                          <a:effectLst/>
                        </a:rPr>
                        <a:t>DTALLZONE_PVFLT.PV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tc>
                  <a:txBody>
                    <a:bodyPr/>
                    <a:lstStyle/>
                    <a:p>
                      <a:pPr marL="0" marR="0" algn="just">
                        <a:lnSpc>
                          <a:spcPts val="1800"/>
                        </a:lnSpc>
                        <a:spcBef>
                          <a:spcPts val="0"/>
                        </a:spcBef>
                        <a:spcAft>
                          <a:spcPts val="0"/>
                        </a:spcAft>
                      </a:pPr>
                      <a:r>
                        <a:rPr lang="en-GB" sz="1000" dirty="0">
                          <a:effectLst/>
                        </a:rPr>
                        <a:t>Summation of all DIFFTEMP</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extLst>
                  <a:ext uri="{0D108BD9-81ED-4DB2-BD59-A6C34878D82A}">
                    <a16:rowId xmlns:a16="http://schemas.microsoft.com/office/drawing/2014/main" val="1092777019"/>
                  </a:ext>
                </a:extLst>
              </a:tr>
              <a:tr h="0">
                <a:tc>
                  <a:txBody>
                    <a:bodyPr/>
                    <a:lstStyle/>
                    <a:p>
                      <a:pPr marL="0" marR="0" algn="just">
                        <a:lnSpc>
                          <a:spcPts val="1800"/>
                        </a:lnSpc>
                        <a:spcBef>
                          <a:spcPts val="0"/>
                        </a:spcBef>
                        <a:spcAft>
                          <a:spcPts val="0"/>
                        </a:spcAft>
                      </a:pPr>
                      <a:r>
                        <a:rPr lang="en-GB" sz="1000">
                          <a:effectLst/>
                        </a:rPr>
                        <a:t>14</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11FIC0602.SV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tc>
                  <a:txBody>
                    <a:bodyPr/>
                    <a:lstStyle/>
                    <a:p>
                      <a:pPr marL="0" marR="0" algn="just">
                        <a:lnSpc>
                          <a:spcPts val="1800"/>
                        </a:lnSpc>
                        <a:spcBef>
                          <a:spcPts val="0"/>
                        </a:spcBef>
                        <a:spcAft>
                          <a:spcPts val="0"/>
                        </a:spcAft>
                      </a:pPr>
                      <a:r>
                        <a:rPr lang="en-GB" sz="1000" dirty="0">
                          <a:effectLst/>
                        </a:rPr>
                        <a:t>11FIC0602_PVFLT.PV</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tc>
                  <a:txBody>
                    <a:bodyPr/>
                    <a:lstStyle/>
                    <a:p>
                      <a:pPr marL="0" marR="0" algn="just">
                        <a:lnSpc>
                          <a:spcPts val="1800"/>
                        </a:lnSpc>
                        <a:spcBef>
                          <a:spcPts val="0"/>
                        </a:spcBef>
                        <a:spcAft>
                          <a:spcPts val="0"/>
                        </a:spcAft>
                      </a:pPr>
                      <a:r>
                        <a:rPr lang="en-GB" sz="1000" dirty="0">
                          <a:effectLst/>
                        </a:rPr>
                        <a:t>CTA flow</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rgbClr val="FFFF00"/>
                    </a:solidFill>
                  </a:tcPr>
                </a:tc>
                <a:extLst>
                  <a:ext uri="{0D108BD9-81ED-4DB2-BD59-A6C34878D82A}">
                    <a16:rowId xmlns:a16="http://schemas.microsoft.com/office/drawing/2014/main" val="3536405097"/>
                  </a:ext>
                </a:extLst>
              </a:tr>
              <a:tr h="0">
                <a:tc>
                  <a:txBody>
                    <a:bodyPr/>
                    <a:lstStyle/>
                    <a:p>
                      <a:pPr marL="0" marR="0" algn="just">
                        <a:lnSpc>
                          <a:spcPts val="1800"/>
                        </a:lnSpc>
                        <a:spcBef>
                          <a:spcPts val="0"/>
                        </a:spcBef>
                        <a:spcAft>
                          <a:spcPts val="0"/>
                        </a:spcAft>
                      </a:pPr>
                      <a:r>
                        <a:rPr lang="en-GB" sz="1000">
                          <a:effectLst/>
                        </a:rPr>
                        <a:t>15</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a:effectLst/>
                        </a:rPr>
                        <a:t>PRODSPEX</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dirty="0">
                          <a:effectLst/>
                        </a:rPr>
                        <a:t>PRODSPEX_PVFLT.PV</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ts val="1800"/>
                        </a:lnSpc>
                        <a:spcBef>
                          <a:spcPts val="0"/>
                        </a:spcBef>
                        <a:spcAft>
                          <a:spcPts val="0"/>
                        </a:spcAft>
                      </a:pPr>
                      <a:r>
                        <a:rPr lang="en-GB" sz="1000" dirty="0">
                          <a:effectLst/>
                        </a:rPr>
                        <a:t>Production Rate</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09647468"/>
                  </a:ext>
                </a:extLst>
              </a:tr>
            </a:tbl>
          </a:graphicData>
        </a:graphic>
      </p:graphicFrame>
      <p:sp>
        <p:nvSpPr>
          <p:cNvPr id="10" name="TextBox 9">
            <a:extLst>
              <a:ext uri="{FF2B5EF4-FFF2-40B4-BE49-F238E27FC236}">
                <a16:creationId xmlns:a16="http://schemas.microsoft.com/office/drawing/2014/main" id="{EA2BB6D6-E6B7-4B15-BB06-2B1A68416E79}"/>
              </a:ext>
            </a:extLst>
          </p:cNvPr>
          <p:cNvSpPr txBox="1"/>
          <p:nvPr/>
        </p:nvSpPr>
        <p:spPr>
          <a:xfrm rot="16200000">
            <a:off x="176836" y="2800255"/>
            <a:ext cx="1879134" cy="523220"/>
          </a:xfrm>
          <a:prstGeom prst="rect">
            <a:avLst/>
          </a:prstGeom>
          <a:noFill/>
        </p:spPr>
        <p:txBody>
          <a:bodyPr wrap="square" rtlCol="0">
            <a:spAutoFit/>
          </a:bodyPr>
          <a:lstStyle/>
          <a:p>
            <a:pPr algn="ctr"/>
            <a:r>
              <a:rPr lang="en-US" sz="1400" dirty="0"/>
              <a:t>Disturbance</a:t>
            </a:r>
          </a:p>
          <a:p>
            <a:pPr algn="ctr"/>
            <a:r>
              <a:rPr lang="en-US" sz="1400" dirty="0"/>
              <a:t>Variables</a:t>
            </a:r>
          </a:p>
        </p:txBody>
      </p:sp>
      <p:sp>
        <p:nvSpPr>
          <p:cNvPr id="20" name="BJPseudoFooter">
            <a:extLst>
              <a:ext uri="{FF2B5EF4-FFF2-40B4-BE49-F238E27FC236}">
                <a16:creationId xmlns:a16="http://schemas.microsoft.com/office/drawing/2014/main" id="{D66F9607-8F5D-4FF8-ABFC-3B9474385D54}"/>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472111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A90E6-5A09-4B74-83AD-B72F307A0A84}"/>
              </a:ext>
            </a:extLst>
          </p:cNvPr>
          <p:cNvSpPr>
            <a:spLocks noGrp="1"/>
          </p:cNvSpPr>
          <p:nvPr>
            <p:ph type="title"/>
          </p:nvPr>
        </p:nvSpPr>
        <p:spPr/>
        <p:txBody>
          <a:bodyPr/>
          <a:lstStyle/>
          <a:p>
            <a:r>
              <a:rPr lang="en-US" dirty="0"/>
              <a:t>Web Viewer Overview</a:t>
            </a:r>
          </a:p>
        </p:txBody>
      </p:sp>
      <p:pic>
        <p:nvPicPr>
          <p:cNvPr id="3" name="Picture 2">
            <a:extLst>
              <a:ext uri="{FF2B5EF4-FFF2-40B4-BE49-F238E27FC236}">
                <a16:creationId xmlns:a16="http://schemas.microsoft.com/office/drawing/2014/main" id="{C0173265-E583-449D-BDE1-1DA6932977CA}"/>
              </a:ext>
            </a:extLst>
          </p:cNvPr>
          <p:cNvPicPr>
            <a:picLocks noChangeAspect="1"/>
          </p:cNvPicPr>
          <p:nvPr/>
        </p:nvPicPr>
        <p:blipFill>
          <a:blip r:embed="rId4"/>
          <a:stretch>
            <a:fillRect/>
          </a:stretch>
        </p:blipFill>
        <p:spPr>
          <a:xfrm>
            <a:off x="0" y="990264"/>
            <a:ext cx="9144000" cy="4435621"/>
          </a:xfrm>
          <a:prstGeom prst="rect">
            <a:avLst/>
          </a:prstGeom>
        </p:spPr>
      </p:pic>
      <p:sp>
        <p:nvSpPr>
          <p:cNvPr id="4" name="Oval 3">
            <a:extLst>
              <a:ext uri="{FF2B5EF4-FFF2-40B4-BE49-F238E27FC236}">
                <a16:creationId xmlns:a16="http://schemas.microsoft.com/office/drawing/2014/main" id="{5F0B596B-46E5-4A59-B596-05C7DFCC5464}"/>
              </a:ext>
            </a:extLst>
          </p:cNvPr>
          <p:cNvSpPr/>
          <p:nvPr/>
        </p:nvSpPr>
        <p:spPr>
          <a:xfrm>
            <a:off x="8772524" y="4876989"/>
            <a:ext cx="371475" cy="250825"/>
          </a:xfrm>
          <a:prstGeom prst="ellipse">
            <a:avLst/>
          </a:prstGeom>
          <a:noFill/>
          <a:ln w="28575">
            <a:solidFill>
              <a:srgbClr val="FF0000"/>
            </a:solidFill>
            <a:prstDash val="sysDash"/>
            <a:extLst>
              <a:ext uri="{C807C97D-BFC1-408E-A445-0C87EB9F89A2}">
                <ask:lineSketchStyleProps xmlns:ask="http://schemas.microsoft.com/office/drawing/2018/sketchyshapes" sd="4266498984">
                  <a:custGeom>
                    <a:avLst/>
                    <a:gdLst>
                      <a:gd name="connsiteX0" fmla="*/ 0 w 431800"/>
                      <a:gd name="connsiteY0" fmla="*/ 194426 h 388851"/>
                      <a:gd name="connsiteX1" fmla="*/ 215900 w 431800"/>
                      <a:gd name="connsiteY1" fmla="*/ 0 h 388851"/>
                      <a:gd name="connsiteX2" fmla="*/ 431800 w 431800"/>
                      <a:gd name="connsiteY2" fmla="*/ 194426 h 388851"/>
                      <a:gd name="connsiteX3" fmla="*/ 215900 w 431800"/>
                      <a:gd name="connsiteY3" fmla="*/ 388852 h 388851"/>
                      <a:gd name="connsiteX4" fmla="*/ 0 w 431800"/>
                      <a:gd name="connsiteY4" fmla="*/ 194426 h 388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800" h="388851" extrusionOk="0">
                        <a:moveTo>
                          <a:pt x="0" y="194426"/>
                        </a:moveTo>
                        <a:cubicBezTo>
                          <a:pt x="2912" y="65141"/>
                          <a:pt x="101537" y="3927"/>
                          <a:pt x="215900" y="0"/>
                        </a:cubicBezTo>
                        <a:cubicBezTo>
                          <a:pt x="323365" y="-4451"/>
                          <a:pt x="433534" y="80966"/>
                          <a:pt x="431800" y="194426"/>
                        </a:cubicBezTo>
                        <a:cubicBezTo>
                          <a:pt x="440221" y="296239"/>
                          <a:pt x="328391" y="406043"/>
                          <a:pt x="215900" y="388852"/>
                        </a:cubicBezTo>
                        <a:cubicBezTo>
                          <a:pt x="89256" y="413174"/>
                          <a:pt x="10297" y="292748"/>
                          <a:pt x="0" y="194426"/>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peech Bubble: Rectangle with Corners Rounded 7">
            <a:extLst>
              <a:ext uri="{FF2B5EF4-FFF2-40B4-BE49-F238E27FC236}">
                <a16:creationId xmlns:a16="http://schemas.microsoft.com/office/drawing/2014/main" id="{838F02B6-DF2F-4140-853F-B9058D9EF896}"/>
              </a:ext>
            </a:extLst>
          </p:cNvPr>
          <p:cNvSpPr/>
          <p:nvPr/>
        </p:nvSpPr>
        <p:spPr>
          <a:xfrm>
            <a:off x="6638925" y="5127814"/>
            <a:ext cx="1828800" cy="670144"/>
          </a:xfrm>
          <a:prstGeom prst="wedgeRoundRectCallout">
            <a:avLst>
              <a:gd name="adj1" fmla="val 65104"/>
              <a:gd name="adj2" fmla="val -6250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External target. The desired target by operator/GTM</a:t>
            </a:r>
          </a:p>
        </p:txBody>
      </p:sp>
      <p:sp>
        <p:nvSpPr>
          <p:cNvPr id="9" name="Speech Bubble: Rectangle with Corners Rounded 8">
            <a:extLst>
              <a:ext uri="{FF2B5EF4-FFF2-40B4-BE49-F238E27FC236}">
                <a16:creationId xmlns:a16="http://schemas.microsoft.com/office/drawing/2014/main" id="{84C83F0F-45D6-4C91-8DB2-DD2B5E2FEC34}"/>
              </a:ext>
            </a:extLst>
          </p:cNvPr>
          <p:cNvSpPr/>
          <p:nvPr/>
        </p:nvSpPr>
        <p:spPr>
          <a:xfrm>
            <a:off x="1894205" y="5184395"/>
            <a:ext cx="1828800" cy="482979"/>
          </a:xfrm>
          <a:prstGeom prst="wedgeRoundRectCallout">
            <a:avLst>
              <a:gd name="adj1" fmla="val 62673"/>
              <a:gd name="adj2" fmla="val -7827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Switch ON button for CV</a:t>
            </a:r>
          </a:p>
        </p:txBody>
      </p:sp>
      <p:sp>
        <p:nvSpPr>
          <p:cNvPr id="10" name="Oval 9">
            <a:extLst>
              <a:ext uri="{FF2B5EF4-FFF2-40B4-BE49-F238E27FC236}">
                <a16:creationId xmlns:a16="http://schemas.microsoft.com/office/drawing/2014/main" id="{7CF97C83-2FDA-4A4F-A5A5-4129C7F0915D}"/>
              </a:ext>
            </a:extLst>
          </p:cNvPr>
          <p:cNvSpPr/>
          <p:nvPr/>
        </p:nvSpPr>
        <p:spPr>
          <a:xfrm>
            <a:off x="4014787" y="4876989"/>
            <a:ext cx="371475" cy="250825"/>
          </a:xfrm>
          <a:prstGeom prst="ellipse">
            <a:avLst/>
          </a:prstGeom>
          <a:noFill/>
          <a:ln w="28575">
            <a:solidFill>
              <a:srgbClr val="FF0000"/>
            </a:solidFill>
            <a:prstDash val="sysDash"/>
            <a:extLst>
              <a:ext uri="{C807C97D-BFC1-408E-A445-0C87EB9F89A2}">
                <ask:lineSketchStyleProps xmlns:ask="http://schemas.microsoft.com/office/drawing/2018/sketchyshapes" sd="4266498984">
                  <a:custGeom>
                    <a:avLst/>
                    <a:gdLst>
                      <a:gd name="connsiteX0" fmla="*/ 0 w 431800"/>
                      <a:gd name="connsiteY0" fmla="*/ 194426 h 388851"/>
                      <a:gd name="connsiteX1" fmla="*/ 215900 w 431800"/>
                      <a:gd name="connsiteY1" fmla="*/ 0 h 388851"/>
                      <a:gd name="connsiteX2" fmla="*/ 431800 w 431800"/>
                      <a:gd name="connsiteY2" fmla="*/ 194426 h 388851"/>
                      <a:gd name="connsiteX3" fmla="*/ 215900 w 431800"/>
                      <a:gd name="connsiteY3" fmla="*/ 388852 h 388851"/>
                      <a:gd name="connsiteX4" fmla="*/ 0 w 431800"/>
                      <a:gd name="connsiteY4" fmla="*/ 194426 h 388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800" h="388851" extrusionOk="0">
                        <a:moveTo>
                          <a:pt x="0" y="194426"/>
                        </a:moveTo>
                        <a:cubicBezTo>
                          <a:pt x="2912" y="65141"/>
                          <a:pt x="101537" y="3927"/>
                          <a:pt x="215900" y="0"/>
                        </a:cubicBezTo>
                        <a:cubicBezTo>
                          <a:pt x="323365" y="-4451"/>
                          <a:pt x="433534" y="80966"/>
                          <a:pt x="431800" y="194426"/>
                        </a:cubicBezTo>
                        <a:cubicBezTo>
                          <a:pt x="440221" y="296239"/>
                          <a:pt x="328391" y="406043"/>
                          <a:pt x="215900" y="388852"/>
                        </a:cubicBezTo>
                        <a:cubicBezTo>
                          <a:pt x="89256" y="413174"/>
                          <a:pt x="10297" y="292748"/>
                          <a:pt x="0" y="194426"/>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peech Bubble: Rectangle with Corners Rounded 10">
            <a:extLst>
              <a:ext uri="{FF2B5EF4-FFF2-40B4-BE49-F238E27FC236}">
                <a16:creationId xmlns:a16="http://schemas.microsoft.com/office/drawing/2014/main" id="{4EF346CA-4E79-4A5F-8C5D-477C50DD5B7A}"/>
              </a:ext>
            </a:extLst>
          </p:cNvPr>
          <p:cNvSpPr/>
          <p:nvPr/>
        </p:nvSpPr>
        <p:spPr>
          <a:xfrm>
            <a:off x="5656262" y="344841"/>
            <a:ext cx="1828800" cy="1201924"/>
          </a:xfrm>
          <a:custGeom>
            <a:avLst/>
            <a:gdLst>
              <a:gd name="connsiteX0" fmla="*/ 0 w 1828800"/>
              <a:gd name="connsiteY0" fmla="*/ 82044 h 492253"/>
              <a:gd name="connsiteX1" fmla="*/ 82044 w 1828800"/>
              <a:gd name="connsiteY1" fmla="*/ 0 h 492253"/>
              <a:gd name="connsiteX2" fmla="*/ 304800 w 1828800"/>
              <a:gd name="connsiteY2" fmla="*/ 0 h 492253"/>
              <a:gd name="connsiteX3" fmla="*/ 304800 w 1828800"/>
              <a:gd name="connsiteY3" fmla="*/ 0 h 492253"/>
              <a:gd name="connsiteX4" fmla="*/ 762000 w 1828800"/>
              <a:gd name="connsiteY4" fmla="*/ 0 h 492253"/>
              <a:gd name="connsiteX5" fmla="*/ 1746756 w 1828800"/>
              <a:gd name="connsiteY5" fmla="*/ 0 h 492253"/>
              <a:gd name="connsiteX6" fmla="*/ 1828800 w 1828800"/>
              <a:gd name="connsiteY6" fmla="*/ 82044 h 492253"/>
              <a:gd name="connsiteX7" fmla="*/ 1828800 w 1828800"/>
              <a:gd name="connsiteY7" fmla="*/ 287148 h 492253"/>
              <a:gd name="connsiteX8" fmla="*/ 1828800 w 1828800"/>
              <a:gd name="connsiteY8" fmla="*/ 287148 h 492253"/>
              <a:gd name="connsiteX9" fmla="*/ 1828800 w 1828800"/>
              <a:gd name="connsiteY9" fmla="*/ 410211 h 492253"/>
              <a:gd name="connsiteX10" fmla="*/ 1828800 w 1828800"/>
              <a:gd name="connsiteY10" fmla="*/ 410209 h 492253"/>
              <a:gd name="connsiteX11" fmla="*/ 1746756 w 1828800"/>
              <a:gd name="connsiteY11" fmla="*/ 492253 h 492253"/>
              <a:gd name="connsiteX12" fmla="*/ 762000 w 1828800"/>
              <a:gd name="connsiteY12" fmla="*/ 492253 h 492253"/>
              <a:gd name="connsiteX13" fmla="*/ 162105 w 1828800"/>
              <a:gd name="connsiteY13" fmla="*/ 1201924 h 492253"/>
              <a:gd name="connsiteX14" fmla="*/ 304800 w 1828800"/>
              <a:gd name="connsiteY14" fmla="*/ 492253 h 492253"/>
              <a:gd name="connsiteX15" fmla="*/ 82044 w 1828800"/>
              <a:gd name="connsiteY15" fmla="*/ 492253 h 492253"/>
              <a:gd name="connsiteX16" fmla="*/ 0 w 1828800"/>
              <a:gd name="connsiteY16" fmla="*/ 410209 h 492253"/>
              <a:gd name="connsiteX17" fmla="*/ 0 w 1828800"/>
              <a:gd name="connsiteY17" fmla="*/ 410211 h 492253"/>
              <a:gd name="connsiteX18" fmla="*/ 0 w 1828800"/>
              <a:gd name="connsiteY18" fmla="*/ 287148 h 492253"/>
              <a:gd name="connsiteX19" fmla="*/ 0 w 1828800"/>
              <a:gd name="connsiteY19" fmla="*/ 287148 h 492253"/>
              <a:gd name="connsiteX20" fmla="*/ 0 w 1828800"/>
              <a:gd name="connsiteY20" fmla="*/ 82044 h 492253"/>
              <a:gd name="connsiteX0" fmla="*/ 0 w 1828800"/>
              <a:gd name="connsiteY0" fmla="*/ 82044 h 1232482"/>
              <a:gd name="connsiteX1" fmla="*/ 82044 w 1828800"/>
              <a:gd name="connsiteY1" fmla="*/ 0 h 1232482"/>
              <a:gd name="connsiteX2" fmla="*/ 304800 w 1828800"/>
              <a:gd name="connsiteY2" fmla="*/ 0 h 1232482"/>
              <a:gd name="connsiteX3" fmla="*/ 304800 w 1828800"/>
              <a:gd name="connsiteY3" fmla="*/ 0 h 1232482"/>
              <a:gd name="connsiteX4" fmla="*/ 762000 w 1828800"/>
              <a:gd name="connsiteY4" fmla="*/ 0 h 1232482"/>
              <a:gd name="connsiteX5" fmla="*/ 1746756 w 1828800"/>
              <a:gd name="connsiteY5" fmla="*/ 0 h 1232482"/>
              <a:gd name="connsiteX6" fmla="*/ 1828800 w 1828800"/>
              <a:gd name="connsiteY6" fmla="*/ 82044 h 1232482"/>
              <a:gd name="connsiteX7" fmla="*/ 1828800 w 1828800"/>
              <a:gd name="connsiteY7" fmla="*/ 287148 h 1232482"/>
              <a:gd name="connsiteX8" fmla="*/ 1828800 w 1828800"/>
              <a:gd name="connsiteY8" fmla="*/ 287148 h 1232482"/>
              <a:gd name="connsiteX9" fmla="*/ 1828800 w 1828800"/>
              <a:gd name="connsiteY9" fmla="*/ 410211 h 1232482"/>
              <a:gd name="connsiteX10" fmla="*/ 1828800 w 1828800"/>
              <a:gd name="connsiteY10" fmla="*/ 410209 h 1232482"/>
              <a:gd name="connsiteX11" fmla="*/ 1563876 w 1828800"/>
              <a:gd name="connsiteY11" fmla="*/ 1232482 h 1232482"/>
              <a:gd name="connsiteX12" fmla="*/ 762000 w 1828800"/>
              <a:gd name="connsiteY12" fmla="*/ 492253 h 1232482"/>
              <a:gd name="connsiteX13" fmla="*/ 162105 w 1828800"/>
              <a:gd name="connsiteY13" fmla="*/ 1201924 h 1232482"/>
              <a:gd name="connsiteX14" fmla="*/ 304800 w 1828800"/>
              <a:gd name="connsiteY14" fmla="*/ 492253 h 1232482"/>
              <a:gd name="connsiteX15" fmla="*/ 82044 w 1828800"/>
              <a:gd name="connsiteY15" fmla="*/ 492253 h 1232482"/>
              <a:gd name="connsiteX16" fmla="*/ 0 w 1828800"/>
              <a:gd name="connsiteY16" fmla="*/ 410209 h 1232482"/>
              <a:gd name="connsiteX17" fmla="*/ 0 w 1828800"/>
              <a:gd name="connsiteY17" fmla="*/ 410211 h 1232482"/>
              <a:gd name="connsiteX18" fmla="*/ 0 w 1828800"/>
              <a:gd name="connsiteY18" fmla="*/ 287148 h 1232482"/>
              <a:gd name="connsiteX19" fmla="*/ 0 w 1828800"/>
              <a:gd name="connsiteY19" fmla="*/ 287148 h 1232482"/>
              <a:gd name="connsiteX20" fmla="*/ 0 w 1828800"/>
              <a:gd name="connsiteY20" fmla="*/ 82044 h 1232482"/>
              <a:gd name="connsiteX0" fmla="*/ 0 w 1828800"/>
              <a:gd name="connsiteY0" fmla="*/ 82044 h 1201924"/>
              <a:gd name="connsiteX1" fmla="*/ 82044 w 1828800"/>
              <a:gd name="connsiteY1" fmla="*/ 0 h 1201924"/>
              <a:gd name="connsiteX2" fmla="*/ 304800 w 1828800"/>
              <a:gd name="connsiteY2" fmla="*/ 0 h 1201924"/>
              <a:gd name="connsiteX3" fmla="*/ 304800 w 1828800"/>
              <a:gd name="connsiteY3" fmla="*/ 0 h 1201924"/>
              <a:gd name="connsiteX4" fmla="*/ 762000 w 1828800"/>
              <a:gd name="connsiteY4" fmla="*/ 0 h 1201924"/>
              <a:gd name="connsiteX5" fmla="*/ 1746756 w 1828800"/>
              <a:gd name="connsiteY5" fmla="*/ 0 h 1201924"/>
              <a:gd name="connsiteX6" fmla="*/ 1828800 w 1828800"/>
              <a:gd name="connsiteY6" fmla="*/ 82044 h 1201924"/>
              <a:gd name="connsiteX7" fmla="*/ 1828800 w 1828800"/>
              <a:gd name="connsiteY7" fmla="*/ 287148 h 1201924"/>
              <a:gd name="connsiteX8" fmla="*/ 1828800 w 1828800"/>
              <a:gd name="connsiteY8" fmla="*/ 287148 h 1201924"/>
              <a:gd name="connsiteX9" fmla="*/ 1828800 w 1828800"/>
              <a:gd name="connsiteY9" fmla="*/ 410211 h 1201924"/>
              <a:gd name="connsiteX10" fmla="*/ 1828800 w 1828800"/>
              <a:gd name="connsiteY10" fmla="*/ 410209 h 1201924"/>
              <a:gd name="connsiteX11" fmla="*/ 1145865 w 1828800"/>
              <a:gd name="connsiteY11" fmla="*/ 509671 h 1201924"/>
              <a:gd name="connsiteX12" fmla="*/ 762000 w 1828800"/>
              <a:gd name="connsiteY12" fmla="*/ 492253 h 1201924"/>
              <a:gd name="connsiteX13" fmla="*/ 162105 w 1828800"/>
              <a:gd name="connsiteY13" fmla="*/ 1201924 h 1201924"/>
              <a:gd name="connsiteX14" fmla="*/ 304800 w 1828800"/>
              <a:gd name="connsiteY14" fmla="*/ 492253 h 1201924"/>
              <a:gd name="connsiteX15" fmla="*/ 82044 w 1828800"/>
              <a:gd name="connsiteY15" fmla="*/ 492253 h 1201924"/>
              <a:gd name="connsiteX16" fmla="*/ 0 w 1828800"/>
              <a:gd name="connsiteY16" fmla="*/ 410209 h 1201924"/>
              <a:gd name="connsiteX17" fmla="*/ 0 w 1828800"/>
              <a:gd name="connsiteY17" fmla="*/ 410211 h 1201924"/>
              <a:gd name="connsiteX18" fmla="*/ 0 w 1828800"/>
              <a:gd name="connsiteY18" fmla="*/ 287148 h 1201924"/>
              <a:gd name="connsiteX19" fmla="*/ 0 w 1828800"/>
              <a:gd name="connsiteY19" fmla="*/ 287148 h 1201924"/>
              <a:gd name="connsiteX20" fmla="*/ 0 w 1828800"/>
              <a:gd name="connsiteY20" fmla="*/ 82044 h 1201924"/>
              <a:gd name="connsiteX0" fmla="*/ 0 w 1828800"/>
              <a:gd name="connsiteY0" fmla="*/ 82044 h 1201924"/>
              <a:gd name="connsiteX1" fmla="*/ 82044 w 1828800"/>
              <a:gd name="connsiteY1" fmla="*/ 0 h 1201924"/>
              <a:gd name="connsiteX2" fmla="*/ 304800 w 1828800"/>
              <a:gd name="connsiteY2" fmla="*/ 0 h 1201924"/>
              <a:gd name="connsiteX3" fmla="*/ 304800 w 1828800"/>
              <a:gd name="connsiteY3" fmla="*/ 0 h 1201924"/>
              <a:gd name="connsiteX4" fmla="*/ 762000 w 1828800"/>
              <a:gd name="connsiteY4" fmla="*/ 0 h 1201924"/>
              <a:gd name="connsiteX5" fmla="*/ 1746756 w 1828800"/>
              <a:gd name="connsiteY5" fmla="*/ 0 h 1201924"/>
              <a:gd name="connsiteX6" fmla="*/ 1828800 w 1828800"/>
              <a:gd name="connsiteY6" fmla="*/ 82044 h 1201924"/>
              <a:gd name="connsiteX7" fmla="*/ 1828800 w 1828800"/>
              <a:gd name="connsiteY7" fmla="*/ 287148 h 1201924"/>
              <a:gd name="connsiteX8" fmla="*/ 1828800 w 1828800"/>
              <a:gd name="connsiteY8" fmla="*/ 287148 h 1201924"/>
              <a:gd name="connsiteX9" fmla="*/ 1828800 w 1828800"/>
              <a:gd name="connsiteY9" fmla="*/ 410211 h 1201924"/>
              <a:gd name="connsiteX10" fmla="*/ 1541418 w 1828800"/>
              <a:gd name="connsiteY10" fmla="*/ 1185272 h 1201924"/>
              <a:gd name="connsiteX11" fmla="*/ 1145865 w 1828800"/>
              <a:gd name="connsiteY11" fmla="*/ 509671 h 1201924"/>
              <a:gd name="connsiteX12" fmla="*/ 762000 w 1828800"/>
              <a:gd name="connsiteY12" fmla="*/ 492253 h 1201924"/>
              <a:gd name="connsiteX13" fmla="*/ 162105 w 1828800"/>
              <a:gd name="connsiteY13" fmla="*/ 1201924 h 1201924"/>
              <a:gd name="connsiteX14" fmla="*/ 304800 w 1828800"/>
              <a:gd name="connsiteY14" fmla="*/ 492253 h 1201924"/>
              <a:gd name="connsiteX15" fmla="*/ 82044 w 1828800"/>
              <a:gd name="connsiteY15" fmla="*/ 492253 h 1201924"/>
              <a:gd name="connsiteX16" fmla="*/ 0 w 1828800"/>
              <a:gd name="connsiteY16" fmla="*/ 410209 h 1201924"/>
              <a:gd name="connsiteX17" fmla="*/ 0 w 1828800"/>
              <a:gd name="connsiteY17" fmla="*/ 410211 h 1201924"/>
              <a:gd name="connsiteX18" fmla="*/ 0 w 1828800"/>
              <a:gd name="connsiteY18" fmla="*/ 287148 h 1201924"/>
              <a:gd name="connsiteX19" fmla="*/ 0 w 1828800"/>
              <a:gd name="connsiteY19" fmla="*/ 287148 h 1201924"/>
              <a:gd name="connsiteX20" fmla="*/ 0 w 1828800"/>
              <a:gd name="connsiteY20" fmla="*/ 82044 h 1201924"/>
              <a:gd name="connsiteX0" fmla="*/ 0 w 1828800"/>
              <a:gd name="connsiteY0" fmla="*/ 82044 h 1201924"/>
              <a:gd name="connsiteX1" fmla="*/ 82044 w 1828800"/>
              <a:gd name="connsiteY1" fmla="*/ 0 h 1201924"/>
              <a:gd name="connsiteX2" fmla="*/ 304800 w 1828800"/>
              <a:gd name="connsiteY2" fmla="*/ 0 h 1201924"/>
              <a:gd name="connsiteX3" fmla="*/ 304800 w 1828800"/>
              <a:gd name="connsiteY3" fmla="*/ 0 h 1201924"/>
              <a:gd name="connsiteX4" fmla="*/ 762000 w 1828800"/>
              <a:gd name="connsiteY4" fmla="*/ 0 h 1201924"/>
              <a:gd name="connsiteX5" fmla="*/ 1746756 w 1828800"/>
              <a:gd name="connsiteY5" fmla="*/ 0 h 1201924"/>
              <a:gd name="connsiteX6" fmla="*/ 1828800 w 1828800"/>
              <a:gd name="connsiteY6" fmla="*/ 82044 h 1201924"/>
              <a:gd name="connsiteX7" fmla="*/ 1828800 w 1828800"/>
              <a:gd name="connsiteY7" fmla="*/ 287148 h 1201924"/>
              <a:gd name="connsiteX8" fmla="*/ 1828800 w 1828800"/>
              <a:gd name="connsiteY8" fmla="*/ 287148 h 1201924"/>
              <a:gd name="connsiteX9" fmla="*/ 1828800 w 1828800"/>
              <a:gd name="connsiteY9" fmla="*/ 410211 h 1201924"/>
              <a:gd name="connsiteX10" fmla="*/ 1541418 w 1828800"/>
              <a:gd name="connsiteY10" fmla="*/ 1185272 h 1201924"/>
              <a:gd name="connsiteX11" fmla="*/ 1337453 w 1828800"/>
              <a:gd name="connsiteY11" fmla="*/ 527088 h 1201924"/>
              <a:gd name="connsiteX12" fmla="*/ 762000 w 1828800"/>
              <a:gd name="connsiteY12" fmla="*/ 492253 h 1201924"/>
              <a:gd name="connsiteX13" fmla="*/ 162105 w 1828800"/>
              <a:gd name="connsiteY13" fmla="*/ 1201924 h 1201924"/>
              <a:gd name="connsiteX14" fmla="*/ 304800 w 1828800"/>
              <a:gd name="connsiteY14" fmla="*/ 492253 h 1201924"/>
              <a:gd name="connsiteX15" fmla="*/ 82044 w 1828800"/>
              <a:gd name="connsiteY15" fmla="*/ 492253 h 1201924"/>
              <a:gd name="connsiteX16" fmla="*/ 0 w 1828800"/>
              <a:gd name="connsiteY16" fmla="*/ 410209 h 1201924"/>
              <a:gd name="connsiteX17" fmla="*/ 0 w 1828800"/>
              <a:gd name="connsiteY17" fmla="*/ 410211 h 1201924"/>
              <a:gd name="connsiteX18" fmla="*/ 0 w 1828800"/>
              <a:gd name="connsiteY18" fmla="*/ 287148 h 1201924"/>
              <a:gd name="connsiteX19" fmla="*/ 0 w 1828800"/>
              <a:gd name="connsiteY19" fmla="*/ 287148 h 1201924"/>
              <a:gd name="connsiteX20" fmla="*/ 0 w 1828800"/>
              <a:gd name="connsiteY20" fmla="*/ 82044 h 1201924"/>
              <a:gd name="connsiteX0" fmla="*/ 0 w 1828800"/>
              <a:gd name="connsiteY0" fmla="*/ 82044 h 1201924"/>
              <a:gd name="connsiteX1" fmla="*/ 82044 w 1828800"/>
              <a:gd name="connsiteY1" fmla="*/ 0 h 1201924"/>
              <a:gd name="connsiteX2" fmla="*/ 304800 w 1828800"/>
              <a:gd name="connsiteY2" fmla="*/ 0 h 1201924"/>
              <a:gd name="connsiteX3" fmla="*/ 304800 w 1828800"/>
              <a:gd name="connsiteY3" fmla="*/ 0 h 1201924"/>
              <a:gd name="connsiteX4" fmla="*/ 762000 w 1828800"/>
              <a:gd name="connsiteY4" fmla="*/ 0 h 1201924"/>
              <a:gd name="connsiteX5" fmla="*/ 1746756 w 1828800"/>
              <a:gd name="connsiteY5" fmla="*/ 0 h 1201924"/>
              <a:gd name="connsiteX6" fmla="*/ 1828800 w 1828800"/>
              <a:gd name="connsiteY6" fmla="*/ 82044 h 1201924"/>
              <a:gd name="connsiteX7" fmla="*/ 1828800 w 1828800"/>
              <a:gd name="connsiteY7" fmla="*/ 287148 h 1201924"/>
              <a:gd name="connsiteX8" fmla="*/ 1828800 w 1828800"/>
              <a:gd name="connsiteY8" fmla="*/ 287148 h 1201924"/>
              <a:gd name="connsiteX9" fmla="*/ 1828800 w 1828800"/>
              <a:gd name="connsiteY9" fmla="*/ 410211 h 1201924"/>
              <a:gd name="connsiteX10" fmla="*/ 1541418 w 1828800"/>
              <a:gd name="connsiteY10" fmla="*/ 1185272 h 1201924"/>
              <a:gd name="connsiteX11" fmla="*/ 1380996 w 1828800"/>
              <a:gd name="connsiteY11" fmla="*/ 492254 h 1201924"/>
              <a:gd name="connsiteX12" fmla="*/ 762000 w 1828800"/>
              <a:gd name="connsiteY12" fmla="*/ 492253 h 1201924"/>
              <a:gd name="connsiteX13" fmla="*/ 162105 w 1828800"/>
              <a:gd name="connsiteY13" fmla="*/ 1201924 h 1201924"/>
              <a:gd name="connsiteX14" fmla="*/ 304800 w 1828800"/>
              <a:gd name="connsiteY14" fmla="*/ 492253 h 1201924"/>
              <a:gd name="connsiteX15" fmla="*/ 82044 w 1828800"/>
              <a:gd name="connsiteY15" fmla="*/ 492253 h 1201924"/>
              <a:gd name="connsiteX16" fmla="*/ 0 w 1828800"/>
              <a:gd name="connsiteY16" fmla="*/ 410209 h 1201924"/>
              <a:gd name="connsiteX17" fmla="*/ 0 w 1828800"/>
              <a:gd name="connsiteY17" fmla="*/ 410211 h 1201924"/>
              <a:gd name="connsiteX18" fmla="*/ 0 w 1828800"/>
              <a:gd name="connsiteY18" fmla="*/ 287148 h 1201924"/>
              <a:gd name="connsiteX19" fmla="*/ 0 w 1828800"/>
              <a:gd name="connsiteY19" fmla="*/ 287148 h 1201924"/>
              <a:gd name="connsiteX20" fmla="*/ 0 w 1828800"/>
              <a:gd name="connsiteY20" fmla="*/ 82044 h 1201924"/>
              <a:gd name="connsiteX0" fmla="*/ 0 w 1828800"/>
              <a:gd name="connsiteY0" fmla="*/ 82044 h 1201924"/>
              <a:gd name="connsiteX1" fmla="*/ 82044 w 1828800"/>
              <a:gd name="connsiteY1" fmla="*/ 0 h 1201924"/>
              <a:gd name="connsiteX2" fmla="*/ 304800 w 1828800"/>
              <a:gd name="connsiteY2" fmla="*/ 0 h 1201924"/>
              <a:gd name="connsiteX3" fmla="*/ 304800 w 1828800"/>
              <a:gd name="connsiteY3" fmla="*/ 0 h 1201924"/>
              <a:gd name="connsiteX4" fmla="*/ 762000 w 1828800"/>
              <a:gd name="connsiteY4" fmla="*/ 0 h 1201924"/>
              <a:gd name="connsiteX5" fmla="*/ 1746756 w 1828800"/>
              <a:gd name="connsiteY5" fmla="*/ 0 h 1201924"/>
              <a:gd name="connsiteX6" fmla="*/ 1828800 w 1828800"/>
              <a:gd name="connsiteY6" fmla="*/ 82044 h 1201924"/>
              <a:gd name="connsiteX7" fmla="*/ 1828800 w 1828800"/>
              <a:gd name="connsiteY7" fmla="*/ 287148 h 1201924"/>
              <a:gd name="connsiteX8" fmla="*/ 1828800 w 1828800"/>
              <a:gd name="connsiteY8" fmla="*/ 287148 h 1201924"/>
              <a:gd name="connsiteX9" fmla="*/ 1611086 w 1828800"/>
              <a:gd name="connsiteY9" fmla="*/ 540839 h 1201924"/>
              <a:gd name="connsiteX10" fmla="*/ 1541418 w 1828800"/>
              <a:gd name="connsiteY10" fmla="*/ 1185272 h 1201924"/>
              <a:gd name="connsiteX11" fmla="*/ 1380996 w 1828800"/>
              <a:gd name="connsiteY11" fmla="*/ 492254 h 1201924"/>
              <a:gd name="connsiteX12" fmla="*/ 762000 w 1828800"/>
              <a:gd name="connsiteY12" fmla="*/ 492253 h 1201924"/>
              <a:gd name="connsiteX13" fmla="*/ 162105 w 1828800"/>
              <a:gd name="connsiteY13" fmla="*/ 1201924 h 1201924"/>
              <a:gd name="connsiteX14" fmla="*/ 304800 w 1828800"/>
              <a:gd name="connsiteY14" fmla="*/ 492253 h 1201924"/>
              <a:gd name="connsiteX15" fmla="*/ 82044 w 1828800"/>
              <a:gd name="connsiteY15" fmla="*/ 492253 h 1201924"/>
              <a:gd name="connsiteX16" fmla="*/ 0 w 1828800"/>
              <a:gd name="connsiteY16" fmla="*/ 410209 h 1201924"/>
              <a:gd name="connsiteX17" fmla="*/ 0 w 1828800"/>
              <a:gd name="connsiteY17" fmla="*/ 410211 h 1201924"/>
              <a:gd name="connsiteX18" fmla="*/ 0 w 1828800"/>
              <a:gd name="connsiteY18" fmla="*/ 287148 h 1201924"/>
              <a:gd name="connsiteX19" fmla="*/ 0 w 1828800"/>
              <a:gd name="connsiteY19" fmla="*/ 287148 h 1201924"/>
              <a:gd name="connsiteX20" fmla="*/ 0 w 1828800"/>
              <a:gd name="connsiteY20" fmla="*/ 82044 h 1201924"/>
              <a:gd name="connsiteX0" fmla="*/ 0 w 1828800"/>
              <a:gd name="connsiteY0" fmla="*/ 82044 h 1201924"/>
              <a:gd name="connsiteX1" fmla="*/ 82044 w 1828800"/>
              <a:gd name="connsiteY1" fmla="*/ 0 h 1201924"/>
              <a:gd name="connsiteX2" fmla="*/ 304800 w 1828800"/>
              <a:gd name="connsiteY2" fmla="*/ 0 h 1201924"/>
              <a:gd name="connsiteX3" fmla="*/ 304800 w 1828800"/>
              <a:gd name="connsiteY3" fmla="*/ 0 h 1201924"/>
              <a:gd name="connsiteX4" fmla="*/ 762000 w 1828800"/>
              <a:gd name="connsiteY4" fmla="*/ 0 h 1201924"/>
              <a:gd name="connsiteX5" fmla="*/ 1746756 w 1828800"/>
              <a:gd name="connsiteY5" fmla="*/ 0 h 1201924"/>
              <a:gd name="connsiteX6" fmla="*/ 1828800 w 1828800"/>
              <a:gd name="connsiteY6" fmla="*/ 82044 h 1201924"/>
              <a:gd name="connsiteX7" fmla="*/ 1828800 w 1828800"/>
              <a:gd name="connsiteY7" fmla="*/ 287148 h 1201924"/>
              <a:gd name="connsiteX8" fmla="*/ 1828800 w 1828800"/>
              <a:gd name="connsiteY8" fmla="*/ 287148 h 1201924"/>
              <a:gd name="connsiteX9" fmla="*/ 1611086 w 1828800"/>
              <a:gd name="connsiteY9" fmla="*/ 540839 h 1201924"/>
              <a:gd name="connsiteX10" fmla="*/ 1541418 w 1828800"/>
              <a:gd name="connsiteY10" fmla="*/ 1185272 h 1201924"/>
              <a:gd name="connsiteX11" fmla="*/ 1380996 w 1828800"/>
              <a:gd name="connsiteY11" fmla="*/ 492254 h 1201924"/>
              <a:gd name="connsiteX12" fmla="*/ 483325 w 1828800"/>
              <a:gd name="connsiteY12" fmla="*/ 492253 h 1201924"/>
              <a:gd name="connsiteX13" fmla="*/ 162105 w 1828800"/>
              <a:gd name="connsiteY13" fmla="*/ 1201924 h 1201924"/>
              <a:gd name="connsiteX14" fmla="*/ 304800 w 1828800"/>
              <a:gd name="connsiteY14" fmla="*/ 492253 h 1201924"/>
              <a:gd name="connsiteX15" fmla="*/ 82044 w 1828800"/>
              <a:gd name="connsiteY15" fmla="*/ 492253 h 1201924"/>
              <a:gd name="connsiteX16" fmla="*/ 0 w 1828800"/>
              <a:gd name="connsiteY16" fmla="*/ 410209 h 1201924"/>
              <a:gd name="connsiteX17" fmla="*/ 0 w 1828800"/>
              <a:gd name="connsiteY17" fmla="*/ 410211 h 1201924"/>
              <a:gd name="connsiteX18" fmla="*/ 0 w 1828800"/>
              <a:gd name="connsiteY18" fmla="*/ 287148 h 1201924"/>
              <a:gd name="connsiteX19" fmla="*/ 0 w 1828800"/>
              <a:gd name="connsiteY19" fmla="*/ 287148 h 1201924"/>
              <a:gd name="connsiteX20" fmla="*/ 0 w 1828800"/>
              <a:gd name="connsiteY20" fmla="*/ 82044 h 1201924"/>
              <a:gd name="connsiteX0" fmla="*/ 0 w 1828800"/>
              <a:gd name="connsiteY0" fmla="*/ 82044 h 1201924"/>
              <a:gd name="connsiteX1" fmla="*/ 82044 w 1828800"/>
              <a:gd name="connsiteY1" fmla="*/ 0 h 1201924"/>
              <a:gd name="connsiteX2" fmla="*/ 304800 w 1828800"/>
              <a:gd name="connsiteY2" fmla="*/ 0 h 1201924"/>
              <a:gd name="connsiteX3" fmla="*/ 304800 w 1828800"/>
              <a:gd name="connsiteY3" fmla="*/ 0 h 1201924"/>
              <a:gd name="connsiteX4" fmla="*/ 762000 w 1828800"/>
              <a:gd name="connsiteY4" fmla="*/ 0 h 1201924"/>
              <a:gd name="connsiteX5" fmla="*/ 1746756 w 1828800"/>
              <a:gd name="connsiteY5" fmla="*/ 0 h 1201924"/>
              <a:gd name="connsiteX6" fmla="*/ 1828800 w 1828800"/>
              <a:gd name="connsiteY6" fmla="*/ 82044 h 1201924"/>
              <a:gd name="connsiteX7" fmla="*/ 1828800 w 1828800"/>
              <a:gd name="connsiteY7" fmla="*/ 287148 h 1201924"/>
              <a:gd name="connsiteX8" fmla="*/ 1828800 w 1828800"/>
              <a:gd name="connsiteY8" fmla="*/ 287148 h 1201924"/>
              <a:gd name="connsiteX9" fmla="*/ 1619795 w 1828800"/>
              <a:gd name="connsiteY9" fmla="*/ 488588 h 1201924"/>
              <a:gd name="connsiteX10" fmla="*/ 1541418 w 1828800"/>
              <a:gd name="connsiteY10" fmla="*/ 1185272 h 1201924"/>
              <a:gd name="connsiteX11" fmla="*/ 1380996 w 1828800"/>
              <a:gd name="connsiteY11" fmla="*/ 492254 h 1201924"/>
              <a:gd name="connsiteX12" fmla="*/ 483325 w 1828800"/>
              <a:gd name="connsiteY12" fmla="*/ 492253 h 1201924"/>
              <a:gd name="connsiteX13" fmla="*/ 162105 w 1828800"/>
              <a:gd name="connsiteY13" fmla="*/ 1201924 h 1201924"/>
              <a:gd name="connsiteX14" fmla="*/ 304800 w 1828800"/>
              <a:gd name="connsiteY14" fmla="*/ 492253 h 1201924"/>
              <a:gd name="connsiteX15" fmla="*/ 82044 w 1828800"/>
              <a:gd name="connsiteY15" fmla="*/ 492253 h 1201924"/>
              <a:gd name="connsiteX16" fmla="*/ 0 w 1828800"/>
              <a:gd name="connsiteY16" fmla="*/ 410209 h 1201924"/>
              <a:gd name="connsiteX17" fmla="*/ 0 w 1828800"/>
              <a:gd name="connsiteY17" fmla="*/ 410211 h 1201924"/>
              <a:gd name="connsiteX18" fmla="*/ 0 w 1828800"/>
              <a:gd name="connsiteY18" fmla="*/ 287148 h 1201924"/>
              <a:gd name="connsiteX19" fmla="*/ 0 w 1828800"/>
              <a:gd name="connsiteY19" fmla="*/ 287148 h 1201924"/>
              <a:gd name="connsiteX20" fmla="*/ 0 w 1828800"/>
              <a:gd name="connsiteY20" fmla="*/ 82044 h 1201924"/>
              <a:gd name="connsiteX0" fmla="*/ 0 w 1828800"/>
              <a:gd name="connsiteY0" fmla="*/ 82044 h 1201924"/>
              <a:gd name="connsiteX1" fmla="*/ 82044 w 1828800"/>
              <a:gd name="connsiteY1" fmla="*/ 0 h 1201924"/>
              <a:gd name="connsiteX2" fmla="*/ 304800 w 1828800"/>
              <a:gd name="connsiteY2" fmla="*/ 0 h 1201924"/>
              <a:gd name="connsiteX3" fmla="*/ 304800 w 1828800"/>
              <a:gd name="connsiteY3" fmla="*/ 0 h 1201924"/>
              <a:gd name="connsiteX4" fmla="*/ 762000 w 1828800"/>
              <a:gd name="connsiteY4" fmla="*/ 0 h 1201924"/>
              <a:gd name="connsiteX5" fmla="*/ 1746756 w 1828800"/>
              <a:gd name="connsiteY5" fmla="*/ 0 h 1201924"/>
              <a:gd name="connsiteX6" fmla="*/ 1828800 w 1828800"/>
              <a:gd name="connsiteY6" fmla="*/ 82044 h 1201924"/>
              <a:gd name="connsiteX7" fmla="*/ 1828800 w 1828800"/>
              <a:gd name="connsiteY7" fmla="*/ 287148 h 1201924"/>
              <a:gd name="connsiteX8" fmla="*/ 1828800 w 1828800"/>
              <a:gd name="connsiteY8" fmla="*/ 435194 h 1201924"/>
              <a:gd name="connsiteX9" fmla="*/ 1619795 w 1828800"/>
              <a:gd name="connsiteY9" fmla="*/ 488588 h 1201924"/>
              <a:gd name="connsiteX10" fmla="*/ 1541418 w 1828800"/>
              <a:gd name="connsiteY10" fmla="*/ 1185272 h 1201924"/>
              <a:gd name="connsiteX11" fmla="*/ 1380996 w 1828800"/>
              <a:gd name="connsiteY11" fmla="*/ 492254 h 1201924"/>
              <a:gd name="connsiteX12" fmla="*/ 483325 w 1828800"/>
              <a:gd name="connsiteY12" fmla="*/ 492253 h 1201924"/>
              <a:gd name="connsiteX13" fmla="*/ 162105 w 1828800"/>
              <a:gd name="connsiteY13" fmla="*/ 1201924 h 1201924"/>
              <a:gd name="connsiteX14" fmla="*/ 304800 w 1828800"/>
              <a:gd name="connsiteY14" fmla="*/ 492253 h 1201924"/>
              <a:gd name="connsiteX15" fmla="*/ 82044 w 1828800"/>
              <a:gd name="connsiteY15" fmla="*/ 492253 h 1201924"/>
              <a:gd name="connsiteX16" fmla="*/ 0 w 1828800"/>
              <a:gd name="connsiteY16" fmla="*/ 410209 h 1201924"/>
              <a:gd name="connsiteX17" fmla="*/ 0 w 1828800"/>
              <a:gd name="connsiteY17" fmla="*/ 410211 h 1201924"/>
              <a:gd name="connsiteX18" fmla="*/ 0 w 1828800"/>
              <a:gd name="connsiteY18" fmla="*/ 287148 h 1201924"/>
              <a:gd name="connsiteX19" fmla="*/ 0 w 1828800"/>
              <a:gd name="connsiteY19" fmla="*/ 287148 h 1201924"/>
              <a:gd name="connsiteX20" fmla="*/ 0 w 1828800"/>
              <a:gd name="connsiteY20" fmla="*/ 82044 h 1201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28800" h="1201924">
                <a:moveTo>
                  <a:pt x="0" y="82044"/>
                </a:moveTo>
                <a:cubicBezTo>
                  <a:pt x="0" y="36732"/>
                  <a:pt x="36732" y="0"/>
                  <a:pt x="82044" y="0"/>
                </a:cubicBezTo>
                <a:lnTo>
                  <a:pt x="304800" y="0"/>
                </a:lnTo>
                <a:lnTo>
                  <a:pt x="304800" y="0"/>
                </a:lnTo>
                <a:lnTo>
                  <a:pt x="762000" y="0"/>
                </a:lnTo>
                <a:lnTo>
                  <a:pt x="1746756" y="0"/>
                </a:lnTo>
                <a:cubicBezTo>
                  <a:pt x="1792068" y="0"/>
                  <a:pt x="1828800" y="36732"/>
                  <a:pt x="1828800" y="82044"/>
                </a:cubicBezTo>
                <a:lnTo>
                  <a:pt x="1828800" y="287148"/>
                </a:lnTo>
                <a:lnTo>
                  <a:pt x="1828800" y="435194"/>
                </a:lnTo>
                <a:lnTo>
                  <a:pt x="1619795" y="488588"/>
                </a:lnTo>
                <a:lnTo>
                  <a:pt x="1541418" y="1185272"/>
                </a:lnTo>
                <a:cubicBezTo>
                  <a:pt x="1541418" y="1230584"/>
                  <a:pt x="1426308" y="492254"/>
                  <a:pt x="1380996" y="492254"/>
                </a:cubicBezTo>
                <a:lnTo>
                  <a:pt x="483325" y="492253"/>
                </a:lnTo>
                <a:lnTo>
                  <a:pt x="162105" y="1201924"/>
                </a:lnTo>
                <a:lnTo>
                  <a:pt x="304800" y="492253"/>
                </a:lnTo>
                <a:lnTo>
                  <a:pt x="82044" y="492253"/>
                </a:lnTo>
                <a:cubicBezTo>
                  <a:pt x="36732" y="492253"/>
                  <a:pt x="0" y="455521"/>
                  <a:pt x="0" y="410209"/>
                </a:cubicBezTo>
                <a:lnTo>
                  <a:pt x="0" y="410211"/>
                </a:lnTo>
                <a:lnTo>
                  <a:pt x="0" y="287148"/>
                </a:lnTo>
                <a:lnTo>
                  <a:pt x="0" y="287148"/>
                </a:lnTo>
                <a:lnTo>
                  <a:pt x="0" y="82044"/>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dirty="0"/>
              <a:t>Desired MV limit operating range</a:t>
            </a:r>
          </a:p>
        </p:txBody>
      </p:sp>
      <p:sp>
        <p:nvSpPr>
          <p:cNvPr id="12" name="Oval 11">
            <a:extLst>
              <a:ext uri="{FF2B5EF4-FFF2-40B4-BE49-F238E27FC236}">
                <a16:creationId xmlns:a16="http://schemas.microsoft.com/office/drawing/2014/main" id="{AB990324-23D1-4B82-81DF-9877668EFAB2}"/>
              </a:ext>
            </a:extLst>
          </p:cNvPr>
          <p:cNvSpPr/>
          <p:nvPr/>
        </p:nvSpPr>
        <p:spPr>
          <a:xfrm>
            <a:off x="5591175" y="1627475"/>
            <a:ext cx="371475" cy="250825"/>
          </a:xfrm>
          <a:prstGeom prst="ellipse">
            <a:avLst/>
          </a:prstGeom>
          <a:noFill/>
          <a:ln w="28575">
            <a:solidFill>
              <a:srgbClr val="FF0000"/>
            </a:solidFill>
            <a:prstDash val="sysDash"/>
            <a:extLst>
              <a:ext uri="{C807C97D-BFC1-408E-A445-0C87EB9F89A2}">
                <ask:lineSketchStyleProps xmlns:ask="http://schemas.microsoft.com/office/drawing/2018/sketchyshapes" sd="4266498984">
                  <a:custGeom>
                    <a:avLst/>
                    <a:gdLst>
                      <a:gd name="connsiteX0" fmla="*/ 0 w 431800"/>
                      <a:gd name="connsiteY0" fmla="*/ 194426 h 388851"/>
                      <a:gd name="connsiteX1" fmla="*/ 215900 w 431800"/>
                      <a:gd name="connsiteY1" fmla="*/ 0 h 388851"/>
                      <a:gd name="connsiteX2" fmla="*/ 431800 w 431800"/>
                      <a:gd name="connsiteY2" fmla="*/ 194426 h 388851"/>
                      <a:gd name="connsiteX3" fmla="*/ 215900 w 431800"/>
                      <a:gd name="connsiteY3" fmla="*/ 388852 h 388851"/>
                      <a:gd name="connsiteX4" fmla="*/ 0 w 431800"/>
                      <a:gd name="connsiteY4" fmla="*/ 194426 h 388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800" h="388851" extrusionOk="0">
                        <a:moveTo>
                          <a:pt x="0" y="194426"/>
                        </a:moveTo>
                        <a:cubicBezTo>
                          <a:pt x="2912" y="65141"/>
                          <a:pt x="101537" y="3927"/>
                          <a:pt x="215900" y="0"/>
                        </a:cubicBezTo>
                        <a:cubicBezTo>
                          <a:pt x="323365" y="-4451"/>
                          <a:pt x="433534" y="80966"/>
                          <a:pt x="431800" y="194426"/>
                        </a:cubicBezTo>
                        <a:cubicBezTo>
                          <a:pt x="440221" y="296239"/>
                          <a:pt x="328391" y="406043"/>
                          <a:pt x="215900" y="388852"/>
                        </a:cubicBezTo>
                        <a:cubicBezTo>
                          <a:pt x="89256" y="413174"/>
                          <a:pt x="10297" y="292748"/>
                          <a:pt x="0" y="194426"/>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peech Bubble: Rectangle with Corners Rounded 12">
            <a:extLst>
              <a:ext uri="{FF2B5EF4-FFF2-40B4-BE49-F238E27FC236}">
                <a16:creationId xmlns:a16="http://schemas.microsoft.com/office/drawing/2014/main" id="{B12A8455-76AE-421E-9695-2F8876C1AB87}"/>
              </a:ext>
            </a:extLst>
          </p:cNvPr>
          <p:cNvSpPr/>
          <p:nvPr/>
        </p:nvSpPr>
        <p:spPr>
          <a:xfrm>
            <a:off x="266382" y="1736290"/>
            <a:ext cx="1828800" cy="482979"/>
          </a:xfrm>
          <a:prstGeom prst="wedgeRoundRectCallout">
            <a:avLst>
              <a:gd name="adj1" fmla="val 5590"/>
              <a:gd name="adj2" fmla="val -13349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Switch ON button for PETLIN_ASV2020</a:t>
            </a:r>
          </a:p>
        </p:txBody>
      </p:sp>
      <p:sp>
        <p:nvSpPr>
          <p:cNvPr id="14" name="Oval 13">
            <a:extLst>
              <a:ext uri="{FF2B5EF4-FFF2-40B4-BE49-F238E27FC236}">
                <a16:creationId xmlns:a16="http://schemas.microsoft.com/office/drawing/2014/main" id="{27B6FCD5-3EB8-4577-B517-AECFE34A39E7}"/>
              </a:ext>
            </a:extLst>
          </p:cNvPr>
          <p:cNvSpPr/>
          <p:nvPr/>
        </p:nvSpPr>
        <p:spPr>
          <a:xfrm>
            <a:off x="1180782" y="1087889"/>
            <a:ext cx="371475" cy="250825"/>
          </a:xfrm>
          <a:prstGeom prst="ellipse">
            <a:avLst/>
          </a:prstGeom>
          <a:noFill/>
          <a:ln w="28575">
            <a:solidFill>
              <a:srgbClr val="FF0000"/>
            </a:solidFill>
            <a:prstDash val="sysDash"/>
            <a:extLst>
              <a:ext uri="{C807C97D-BFC1-408E-A445-0C87EB9F89A2}">
                <ask:lineSketchStyleProps xmlns:ask="http://schemas.microsoft.com/office/drawing/2018/sketchyshapes" sd="4266498984">
                  <a:custGeom>
                    <a:avLst/>
                    <a:gdLst>
                      <a:gd name="connsiteX0" fmla="*/ 0 w 431800"/>
                      <a:gd name="connsiteY0" fmla="*/ 194426 h 388851"/>
                      <a:gd name="connsiteX1" fmla="*/ 215900 w 431800"/>
                      <a:gd name="connsiteY1" fmla="*/ 0 h 388851"/>
                      <a:gd name="connsiteX2" fmla="*/ 431800 w 431800"/>
                      <a:gd name="connsiteY2" fmla="*/ 194426 h 388851"/>
                      <a:gd name="connsiteX3" fmla="*/ 215900 w 431800"/>
                      <a:gd name="connsiteY3" fmla="*/ 388852 h 388851"/>
                      <a:gd name="connsiteX4" fmla="*/ 0 w 431800"/>
                      <a:gd name="connsiteY4" fmla="*/ 194426 h 388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800" h="388851" extrusionOk="0">
                        <a:moveTo>
                          <a:pt x="0" y="194426"/>
                        </a:moveTo>
                        <a:cubicBezTo>
                          <a:pt x="2912" y="65141"/>
                          <a:pt x="101537" y="3927"/>
                          <a:pt x="215900" y="0"/>
                        </a:cubicBezTo>
                        <a:cubicBezTo>
                          <a:pt x="323365" y="-4451"/>
                          <a:pt x="433534" y="80966"/>
                          <a:pt x="431800" y="194426"/>
                        </a:cubicBezTo>
                        <a:cubicBezTo>
                          <a:pt x="440221" y="296239"/>
                          <a:pt x="328391" y="406043"/>
                          <a:pt x="215900" y="388852"/>
                        </a:cubicBezTo>
                        <a:cubicBezTo>
                          <a:pt x="89256" y="413174"/>
                          <a:pt x="10297" y="292748"/>
                          <a:pt x="0" y="194426"/>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peech Bubble: Rectangle with Corners Rounded 14">
            <a:extLst>
              <a:ext uri="{FF2B5EF4-FFF2-40B4-BE49-F238E27FC236}">
                <a16:creationId xmlns:a16="http://schemas.microsoft.com/office/drawing/2014/main" id="{A362037F-ADDC-48C3-BDF4-D6DCFD5CE4FF}"/>
              </a:ext>
            </a:extLst>
          </p:cNvPr>
          <p:cNvSpPr/>
          <p:nvPr/>
        </p:nvSpPr>
        <p:spPr>
          <a:xfrm>
            <a:off x="3657600" y="4077496"/>
            <a:ext cx="1828800" cy="482980"/>
          </a:xfrm>
          <a:prstGeom prst="wedgeRoundRectCallout">
            <a:avLst>
              <a:gd name="adj1" fmla="val 60742"/>
              <a:gd name="adj2" fmla="val 16617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Desired CV limit operating range</a:t>
            </a:r>
          </a:p>
        </p:txBody>
      </p:sp>
      <p:sp>
        <p:nvSpPr>
          <p:cNvPr id="16" name="Oval 15">
            <a:extLst>
              <a:ext uri="{FF2B5EF4-FFF2-40B4-BE49-F238E27FC236}">
                <a16:creationId xmlns:a16="http://schemas.microsoft.com/office/drawing/2014/main" id="{515B41D2-A440-49F8-B1E9-55165F34D97C}"/>
              </a:ext>
            </a:extLst>
          </p:cNvPr>
          <p:cNvSpPr/>
          <p:nvPr/>
        </p:nvSpPr>
        <p:spPr>
          <a:xfrm>
            <a:off x="5591175" y="5049709"/>
            <a:ext cx="371475" cy="250825"/>
          </a:xfrm>
          <a:prstGeom prst="ellipse">
            <a:avLst/>
          </a:prstGeom>
          <a:noFill/>
          <a:ln w="28575">
            <a:solidFill>
              <a:srgbClr val="FF0000"/>
            </a:solidFill>
            <a:prstDash val="sysDash"/>
            <a:extLst>
              <a:ext uri="{C807C97D-BFC1-408E-A445-0C87EB9F89A2}">
                <ask:lineSketchStyleProps xmlns:ask="http://schemas.microsoft.com/office/drawing/2018/sketchyshapes" sd="4266498984">
                  <a:custGeom>
                    <a:avLst/>
                    <a:gdLst>
                      <a:gd name="connsiteX0" fmla="*/ 0 w 431800"/>
                      <a:gd name="connsiteY0" fmla="*/ 194426 h 388851"/>
                      <a:gd name="connsiteX1" fmla="*/ 215900 w 431800"/>
                      <a:gd name="connsiteY1" fmla="*/ 0 h 388851"/>
                      <a:gd name="connsiteX2" fmla="*/ 431800 w 431800"/>
                      <a:gd name="connsiteY2" fmla="*/ 194426 h 388851"/>
                      <a:gd name="connsiteX3" fmla="*/ 215900 w 431800"/>
                      <a:gd name="connsiteY3" fmla="*/ 388852 h 388851"/>
                      <a:gd name="connsiteX4" fmla="*/ 0 w 431800"/>
                      <a:gd name="connsiteY4" fmla="*/ 194426 h 388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800" h="388851" extrusionOk="0">
                        <a:moveTo>
                          <a:pt x="0" y="194426"/>
                        </a:moveTo>
                        <a:cubicBezTo>
                          <a:pt x="2912" y="65141"/>
                          <a:pt x="101537" y="3927"/>
                          <a:pt x="215900" y="0"/>
                        </a:cubicBezTo>
                        <a:cubicBezTo>
                          <a:pt x="323365" y="-4451"/>
                          <a:pt x="433534" y="80966"/>
                          <a:pt x="431800" y="194426"/>
                        </a:cubicBezTo>
                        <a:cubicBezTo>
                          <a:pt x="440221" y="296239"/>
                          <a:pt x="328391" y="406043"/>
                          <a:pt x="215900" y="388852"/>
                        </a:cubicBezTo>
                        <a:cubicBezTo>
                          <a:pt x="89256" y="413174"/>
                          <a:pt x="10297" y="292748"/>
                          <a:pt x="0" y="194426"/>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peech Bubble: Rectangle with Corners Rounded 16">
            <a:extLst>
              <a:ext uri="{FF2B5EF4-FFF2-40B4-BE49-F238E27FC236}">
                <a16:creationId xmlns:a16="http://schemas.microsoft.com/office/drawing/2014/main" id="{467588C6-EF26-47AC-8AAC-40C571121FF1}"/>
              </a:ext>
            </a:extLst>
          </p:cNvPr>
          <p:cNvSpPr/>
          <p:nvPr/>
        </p:nvSpPr>
        <p:spPr>
          <a:xfrm>
            <a:off x="6087533" y="2460661"/>
            <a:ext cx="1828800" cy="565973"/>
          </a:xfrm>
          <a:prstGeom prst="wedgeRoundRectCallout">
            <a:avLst>
              <a:gd name="adj1" fmla="val 65104"/>
              <a:gd name="adj2" fmla="val -6250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Calculated SS value by APC</a:t>
            </a:r>
          </a:p>
        </p:txBody>
      </p:sp>
      <p:sp>
        <p:nvSpPr>
          <p:cNvPr id="18" name="Oval 17">
            <a:extLst>
              <a:ext uri="{FF2B5EF4-FFF2-40B4-BE49-F238E27FC236}">
                <a16:creationId xmlns:a16="http://schemas.microsoft.com/office/drawing/2014/main" id="{2E030A3C-65A1-405F-94E6-79DCF669FF53}"/>
              </a:ext>
            </a:extLst>
          </p:cNvPr>
          <p:cNvSpPr/>
          <p:nvPr/>
        </p:nvSpPr>
        <p:spPr>
          <a:xfrm>
            <a:off x="8096250" y="2087751"/>
            <a:ext cx="371475" cy="250825"/>
          </a:xfrm>
          <a:prstGeom prst="ellipse">
            <a:avLst/>
          </a:prstGeom>
          <a:noFill/>
          <a:ln w="28575">
            <a:solidFill>
              <a:srgbClr val="FF0000"/>
            </a:solidFill>
            <a:prstDash val="sysDash"/>
            <a:extLst>
              <a:ext uri="{C807C97D-BFC1-408E-A445-0C87EB9F89A2}">
                <ask:lineSketchStyleProps xmlns:ask="http://schemas.microsoft.com/office/drawing/2018/sketchyshapes" sd="4266498984">
                  <a:custGeom>
                    <a:avLst/>
                    <a:gdLst>
                      <a:gd name="connsiteX0" fmla="*/ 0 w 431800"/>
                      <a:gd name="connsiteY0" fmla="*/ 194426 h 388851"/>
                      <a:gd name="connsiteX1" fmla="*/ 215900 w 431800"/>
                      <a:gd name="connsiteY1" fmla="*/ 0 h 388851"/>
                      <a:gd name="connsiteX2" fmla="*/ 431800 w 431800"/>
                      <a:gd name="connsiteY2" fmla="*/ 194426 h 388851"/>
                      <a:gd name="connsiteX3" fmla="*/ 215900 w 431800"/>
                      <a:gd name="connsiteY3" fmla="*/ 388852 h 388851"/>
                      <a:gd name="connsiteX4" fmla="*/ 0 w 431800"/>
                      <a:gd name="connsiteY4" fmla="*/ 194426 h 388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800" h="388851" extrusionOk="0">
                        <a:moveTo>
                          <a:pt x="0" y="194426"/>
                        </a:moveTo>
                        <a:cubicBezTo>
                          <a:pt x="2912" y="65141"/>
                          <a:pt x="101537" y="3927"/>
                          <a:pt x="215900" y="0"/>
                        </a:cubicBezTo>
                        <a:cubicBezTo>
                          <a:pt x="323365" y="-4451"/>
                          <a:pt x="433534" y="80966"/>
                          <a:pt x="431800" y="194426"/>
                        </a:cubicBezTo>
                        <a:cubicBezTo>
                          <a:pt x="440221" y="296239"/>
                          <a:pt x="328391" y="406043"/>
                          <a:pt x="215900" y="388852"/>
                        </a:cubicBezTo>
                        <a:cubicBezTo>
                          <a:pt x="89256" y="413174"/>
                          <a:pt x="10297" y="292748"/>
                          <a:pt x="0" y="194426"/>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peech Bubble: Rectangle with Corners Rounded 18">
            <a:extLst>
              <a:ext uri="{FF2B5EF4-FFF2-40B4-BE49-F238E27FC236}">
                <a16:creationId xmlns:a16="http://schemas.microsoft.com/office/drawing/2014/main" id="{F36A4100-E2C8-4C8F-85E4-9BDF0F564641}"/>
              </a:ext>
            </a:extLst>
          </p:cNvPr>
          <p:cNvSpPr/>
          <p:nvPr/>
        </p:nvSpPr>
        <p:spPr>
          <a:xfrm>
            <a:off x="1494734" y="2678335"/>
            <a:ext cx="1828800" cy="482979"/>
          </a:xfrm>
          <a:prstGeom prst="wedgeRoundRectCallout">
            <a:avLst>
              <a:gd name="adj1" fmla="val 76434"/>
              <a:gd name="adj2" fmla="val -13038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Switch ON button for MV</a:t>
            </a:r>
          </a:p>
        </p:txBody>
      </p:sp>
      <p:sp>
        <p:nvSpPr>
          <p:cNvPr id="20" name="Oval 19">
            <a:extLst>
              <a:ext uri="{FF2B5EF4-FFF2-40B4-BE49-F238E27FC236}">
                <a16:creationId xmlns:a16="http://schemas.microsoft.com/office/drawing/2014/main" id="{3CFE9B48-992E-47B2-A9C2-EF4D5A799B55}"/>
              </a:ext>
            </a:extLst>
          </p:cNvPr>
          <p:cNvSpPr/>
          <p:nvPr/>
        </p:nvSpPr>
        <p:spPr>
          <a:xfrm>
            <a:off x="3676650" y="2042937"/>
            <a:ext cx="371475" cy="250825"/>
          </a:xfrm>
          <a:prstGeom prst="ellipse">
            <a:avLst/>
          </a:prstGeom>
          <a:noFill/>
          <a:ln w="28575">
            <a:solidFill>
              <a:srgbClr val="FF0000"/>
            </a:solidFill>
            <a:prstDash val="sysDash"/>
            <a:extLst>
              <a:ext uri="{C807C97D-BFC1-408E-A445-0C87EB9F89A2}">
                <ask:lineSketchStyleProps xmlns:ask="http://schemas.microsoft.com/office/drawing/2018/sketchyshapes" sd="4266498984">
                  <a:custGeom>
                    <a:avLst/>
                    <a:gdLst>
                      <a:gd name="connsiteX0" fmla="*/ 0 w 431800"/>
                      <a:gd name="connsiteY0" fmla="*/ 194426 h 388851"/>
                      <a:gd name="connsiteX1" fmla="*/ 215900 w 431800"/>
                      <a:gd name="connsiteY1" fmla="*/ 0 h 388851"/>
                      <a:gd name="connsiteX2" fmla="*/ 431800 w 431800"/>
                      <a:gd name="connsiteY2" fmla="*/ 194426 h 388851"/>
                      <a:gd name="connsiteX3" fmla="*/ 215900 w 431800"/>
                      <a:gd name="connsiteY3" fmla="*/ 388852 h 388851"/>
                      <a:gd name="connsiteX4" fmla="*/ 0 w 431800"/>
                      <a:gd name="connsiteY4" fmla="*/ 194426 h 388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800" h="388851" extrusionOk="0">
                        <a:moveTo>
                          <a:pt x="0" y="194426"/>
                        </a:moveTo>
                        <a:cubicBezTo>
                          <a:pt x="2912" y="65141"/>
                          <a:pt x="101537" y="3927"/>
                          <a:pt x="215900" y="0"/>
                        </a:cubicBezTo>
                        <a:cubicBezTo>
                          <a:pt x="323365" y="-4451"/>
                          <a:pt x="433534" y="80966"/>
                          <a:pt x="431800" y="194426"/>
                        </a:cubicBezTo>
                        <a:cubicBezTo>
                          <a:pt x="440221" y="296239"/>
                          <a:pt x="328391" y="406043"/>
                          <a:pt x="215900" y="388852"/>
                        </a:cubicBezTo>
                        <a:cubicBezTo>
                          <a:pt x="89256" y="413174"/>
                          <a:pt x="10297" y="292748"/>
                          <a:pt x="0" y="194426"/>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01AAC091-6D38-4592-8B58-F6D553B60E1E}"/>
              </a:ext>
            </a:extLst>
          </p:cNvPr>
          <p:cNvSpPr/>
          <p:nvPr/>
        </p:nvSpPr>
        <p:spPr>
          <a:xfrm>
            <a:off x="7148663" y="1624383"/>
            <a:ext cx="371475" cy="250825"/>
          </a:xfrm>
          <a:prstGeom prst="ellipse">
            <a:avLst/>
          </a:prstGeom>
          <a:noFill/>
          <a:ln w="28575">
            <a:solidFill>
              <a:srgbClr val="FF0000"/>
            </a:solidFill>
            <a:prstDash val="sysDash"/>
            <a:extLst>
              <a:ext uri="{C807C97D-BFC1-408E-A445-0C87EB9F89A2}">
                <ask:lineSketchStyleProps xmlns:ask="http://schemas.microsoft.com/office/drawing/2018/sketchyshapes" sd="4266498984">
                  <a:custGeom>
                    <a:avLst/>
                    <a:gdLst>
                      <a:gd name="connsiteX0" fmla="*/ 0 w 431800"/>
                      <a:gd name="connsiteY0" fmla="*/ 194426 h 388851"/>
                      <a:gd name="connsiteX1" fmla="*/ 215900 w 431800"/>
                      <a:gd name="connsiteY1" fmla="*/ 0 h 388851"/>
                      <a:gd name="connsiteX2" fmla="*/ 431800 w 431800"/>
                      <a:gd name="connsiteY2" fmla="*/ 194426 h 388851"/>
                      <a:gd name="connsiteX3" fmla="*/ 215900 w 431800"/>
                      <a:gd name="connsiteY3" fmla="*/ 388852 h 388851"/>
                      <a:gd name="connsiteX4" fmla="*/ 0 w 431800"/>
                      <a:gd name="connsiteY4" fmla="*/ 194426 h 388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800" h="388851" extrusionOk="0">
                        <a:moveTo>
                          <a:pt x="0" y="194426"/>
                        </a:moveTo>
                        <a:cubicBezTo>
                          <a:pt x="2912" y="65141"/>
                          <a:pt x="101537" y="3927"/>
                          <a:pt x="215900" y="0"/>
                        </a:cubicBezTo>
                        <a:cubicBezTo>
                          <a:pt x="323365" y="-4451"/>
                          <a:pt x="433534" y="80966"/>
                          <a:pt x="431800" y="194426"/>
                        </a:cubicBezTo>
                        <a:cubicBezTo>
                          <a:pt x="440221" y="296239"/>
                          <a:pt x="328391" y="406043"/>
                          <a:pt x="215900" y="388852"/>
                        </a:cubicBezTo>
                        <a:cubicBezTo>
                          <a:pt x="89256" y="413174"/>
                          <a:pt x="10297" y="292748"/>
                          <a:pt x="0" y="194426"/>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BJPseudoFooter">
            <a:extLst>
              <a:ext uri="{FF2B5EF4-FFF2-40B4-BE49-F238E27FC236}">
                <a16:creationId xmlns:a16="http://schemas.microsoft.com/office/drawing/2014/main" id="{053D7DCF-C522-4B2E-85F6-30968CB0D122}"/>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426313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928B7-BAD3-E44B-8B87-413B11583D08}"/>
              </a:ext>
            </a:extLst>
          </p:cNvPr>
          <p:cNvSpPr>
            <a:spLocks noGrp="1"/>
          </p:cNvSpPr>
          <p:nvPr>
            <p:ph type="ctrTitle"/>
          </p:nvPr>
        </p:nvSpPr>
        <p:spPr/>
        <p:txBody>
          <a:bodyPr/>
          <a:lstStyle/>
          <a:p>
            <a:r>
              <a:rPr lang="en-US" dirty="0"/>
              <a:t>Main Controlled Variables</a:t>
            </a:r>
          </a:p>
        </p:txBody>
      </p:sp>
      <p:sp>
        <p:nvSpPr>
          <p:cNvPr id="17" name="BJPseudoFooter">
            <a:extLst>
              <a:ext uri="{FF2B5EF4-FFF2-40B4-BE49-F238E27FC236}">
                <a16:creationId xmlns:a16="http://schemas.microsoft.com/office/drawing/2014/main" id="{E38AB55B-3377-4A7C-94FA-E04CB9863C0F}"/>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1581628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A90E6-5A09-4B74-83AD-B72F307A0A84}"/>
              </a:ext>
            </a:extLst>
          </p:cNvPr>
          <p:cNvSpPr>
            <a:spLocks noGrp="1"/>
          </p:cNvSpPr>
          <p:nvPr>
            <p:ph type="title"/>
          </p:nvPr>
        </p:nvSpPr>
        <p:spPr/>
        <p:txBody>
          <a:bodyPr/>
          <a:lstStyle/>
          <a:p>
            <a:r>
              <a:rPr lang="en-US" dirty="0"/>
              <a:t>a) Melt Flow Index and </a:t>
            </a:r>
            <a:r>
              <a:rPr lang="en-US" dirty="0" err="1"/>
              <a:t>Diepress</a:t>
            </a:r>
            <a:endParaRPr lang="en-US" dirty="0"/>
          </a:p>
        </p:txBody>
      </p:sp>
      <p:graphicFrame>
        <p:nvGraphicFramePr>
          <p:cNvPr id="5" name="Table 4">
            <a:extLst>
              <a:ext uri="{FF2B5EF4-FFF2-40B4-BE49-F238E27FC236}">
                <a16:creationId xmlns:a16="http://schemas.microsoft.com/office/drawing/2014/main" id="{045149AA-11CE-43D3-924C-02DB75BB4BDF}"/>
              </a:ext>
            </a:extLst>
          </p:cNvPr>
          <p:cNvGraphicFramePr>
            <a:graphicFrameLocks noGrp="1"/>
          </p:cNvGraphicFramePr>
          <p:nvPr>
            <p:extLst>
              <p:ext uri="{D42A27DB-BD31-4B8C-83A1-F6EECF244321}">
                <p14:modId xmlns:p14="http://schemas.microsoft.com/office/powerpoint/2010/main" val="3002208244"/>
              </p:ext>
            </p:extLst>
          </p:nvPr>
        </p:nvGraphicFramePr>
        <p:xfrm>
          <a:off x="1141892" y="2366485"/>
          <a:ext cx="7124702" cy="2125029"/>
        </p:xfrm>
        <a:graphic>
          <a:graphicData uri="http://schemas.openxmlformats.org/drawingml/2006/table">
            <a:tbl>
              <a:tblPr firstRow="1" firstCol="1" bandRow="1">
                <a:tableStyleId>{7E9639D4-E3E2-4D34-9284-5A2195B3D0D7}</a:tableStyleId>
              </a:tblPr>
              <a:tblGrid>
                <a:gridCol w="1200150">
                  <a:extLst>
                    <a:ext uri="{9D8B030D-6E8A-4147-A177-3AD203B41FA5}">
                      <a16:colId xmlns:a16="http://schemas.microsoft.com/office/drawing/2014/main" val="3656200273"/>
                    </a:ext>
                  </a:extLst>
                </a:gridCol>
                <a:gridCol w="1356995">
                  <a:extLst>
                    <a:ext uri="{9D8B030D-6E8A-4147-A177-3AD203B41FA5}">
                      <a16:colId xmlns:a16="http://schemas.microsoft.com/office/drawing/2014/main" val="3664308922"/>
                    </a:ext>
                  </a:extLst>
                </a:gridCol>
                <a:gridCol w="4567557">
                  <a:extLst>
                    <a:ext uri="{9D8B030D-6E8A-4147-A177-3AD203B41FA5}">
                      <a16:colId xmlns:a16="http://schemas.microsoft.com/office/drawing/2014/main" val="2397366994"/>
                    </a:ext>
                  </a:extLst>
                </a:gridCol>
              </a:tblGrid>
              <a:tr h="323850">
                <a:tc>
                  <a:txBody>
                    <a:bodyPr/>
                    <a:lstStyle/>
                    <a:p>
                      <a:pPr marL="0" marR="0" algn="ctr" fontAlgn="auto">
                        <a:lnSpc>
                          <a:spcPts val="1800"/>
                        </a:lnSpc>
                        <a:spcBef>
                          <a:spcPts val="0"/>
                        </a:spcBef>
                        <a:spcAft>
                          <a:spcPts val="0"/>
                        </a:spcAft>
                      </a:pPr>
                      <a:r>
                        <a:rPr lang="en-GB" sz="1000">
                          <a:effectLst/>
                        </a:rPr>
                        <a:t>Manipulated </a:t>
                      </a:r>
                      <a:br>
                        <a:rPr lang="en-GB" sz="1000">
                          <a:effectLst/>
                        </a:rPr>
                      </a:br>
                      <a:r>
                        <a:rPr lang="en-GB" sz="1000">
                          <a:effectLst/>
                        </a:rPr>
                        <a:t>Variables (MV)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fontAlgn="auto">
                        <a:lnSpc>
                          <a:spcPts val="1800"/>
                        </a:lnSpc>
                        <a:spcBef>
                          <a:spcPts val="0"/>
                        </a:spcBef>
                        <a:spcAft>
                          <a:spcPts val="0"/>
                        </a:spcAft>
                      </a:pPr>
                      <a:r>
                        <a:rPr lang="en-GB" sz="1000">
                          <a:effectLst/>
                        </a:rPr>
                        <a:t>Controlled </a:t>
                      </a:r>
                      <a:br>
                        <a:rPr lang="en-GB" sz="1000">
                          <a:effectLst/>
                        </a:rPr>
                      </a:br>
                      <a:r>
                        <a:rPr lang="en-GB" sz="1000">
                          <a:effectLst/>
                        </a:rPr>
                        <a:t>Variables (CV)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fontAlgn="auto">
                        <a:lnSpc>
                          <a:spcPts val="1800"/>
                        </a:lnSpc>
                        <a:spcBef>
                          <a:spcPts val="0"/>
                        </a:spcBef>
                        <a:spcAft>
                          <a:spcPts val="0"/>
                        </a:spcAft>
                      </a:pPr>
                      <a:r>
                        <a:rPr lang="en-GB" sz="1000" dirty="0">
                          <a:effectLst/>
                        </a:rPr>
                        <a:t>APC Controller Objectives</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232762699"/>
                  </a:ext>
                </a:extLst>
              </a:tr>
              <a:tr h="323850">
                <a:tc>
                  <a:txBody>
                    <a:bodyPr/>
                    <a:lstStyle/>
                    <a:p>
                      <a:pPr marL="0" marR="0" algn="l" fontAlgn="auto">
                        <a:lnSpc>
                          <a:spcPts val="1800"/>
                        </a:lnSpc>
                        <a:spcBef>
                          <a:spcPts val="0"/>
                        </a:spcBef>
                        <a:spcAft>
                          <a:spcPts val="0"/>
                        </a:spcAft>
                      </a:pPr>
                      <a:r>
                        <a:rPr lang="en-GB" sz="1000">
                          <a:effectLst/>
                        </a:rPr>
                        <a:t>DIEPRESS.SV</a:t>
                      </a:r>
                      <a:br>
                        <a:rPr lang="en-GB" sz="1000">
                          <a:effectLst/>
                        </a:rPr>
                      </a:br>
                      <a:r>
                        <a:rPr lang="en-GB" sz="800">
                          <a:effectLst/>
                        </a:rPr>
                        <a:t>(Dieplate Pressure)</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r>
                        <a:rPr lang="en-GB" sz="1000" dirty="0">
                          <a:effectLst/>
                        </a:rPr>
                        <a:t>MFI</a:t>
                      </a:r>
                      <a:br>
                        <a:rPr lang="en-GB" sz="1000" dirty="0">
                          <a:effectLst/>
                        </a:rPr>
                      </a:br>
                      <a:r>
                        <a:rPr lang="en-GB" sz="800" dirty="0">
                          <a:effectLst/>
                        </a:rPr>
                        <a:t>(Melt Flow Index Analyser)</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r>
                        <a:rPr lang="en-GB" sz="1000" dirty="0">
                          <a:effectLst/>
                        </a:rPr>
                        <a:t>To control MFI at target (i.e. 5) as set by the operator or APR/TM. Main handle is die plate pressure. However, this is not a real controller. DIEPRESS.SV will be used as external target for DIEPRESS.PV.</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28802548"/>
                  </a:ext>
                </a:extLst>
              </a:tr>
              <a:tr h="304800">
                <a:tc>
                  <a:txBody>
                    <a:bodyPr/>
                    <a:lstStyle/>
                    <a:p>
                      <a:pPr marL="0" marR="0" algn="l" fontAlgn="auto">
                        <a:lnSpc>
                          <a:spcPts val="1800"/>
                        </a:lnSpc>
                        <a:spcBef>
                          <a:spcPts val="0"/>
                        </a:spcBef>
                        <a:spcAft>
                          <a:spcPts val="0"/>
                        </a:spcAft>
                      </a:pPr>
                      <a:r>
                        <a:rPr lang="en-GB" sz="1000">
                          <a:effectLst/>
                        </a:rPr>
                        <a:t> </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r>
                        <a:rPr lang="en-GB" sz="1000">
                          <a:effectLst/>
                        </a:rPr>
                        <a:t> </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r>
                        <a:rPr lang="en-GB" sz="1000" kern="1200" dirty="0">
                          <a:solidFill>
                            <a:schemeClr val="tx1"/>
                          </a:solidFill>
                          <a:effectLst/>
                          <a:latin typeface="+mn-lt"/>
                          <a:ea typeface="+mn-ea"/>
                          <a:cs typeface="+mn-cs"/>
                        </a:rPr>
                        <a:t>MFI measurement is a predicted value based on unbiased prediction from an inferential model and bias update value.  Mainly used all the time. </a:t>
                      </a:r>
                      <a:r>
                        <a:rPr lang="en-US" sz="1000" kern="1200" dirty="0">
                          <a:solidFill>
                            <a:schemeClr val="tx1"/>
                          </a:solidFill>
                          <a:effectLst/>
                          <a:latin typeface="+mn-lt"/>
                          <a:ea typeface="+mn-ea"/>
                          <a:cs typeface="+mn-cs"/>
                        </a:rPr>
                        <a:t> </a:t>
                      </a:r>
                      <a:r>
                        <a:rPr lang="en-GB" sz="1000" kern="1200" dirty="0">
                          <a:solidFill>
                            <a:schemeClr val="tx1"/>
                          </a:solidFill>
                          <a:effectLst/>
                          <a:latin typeface="+mn-lt"/>
                          <a:ea typeface="+mn-ea"/>
                          <a:cs typeface="+mn-cs"/>
                        </a:rPr>
                        <a:t> MFI measurement is a predicted value based on unbiased prediction from an inferential model and bias update value. </a:t>
                      </a:r>
                      <a:endParaRPr lang="en-US" sz="1000" kern="1200" dirty="0">
                        <a:solidFill>
                          <a:schemeClr val="tx1"/>
                        </a:solidFill>
                        <a:effectLst/>
                        <a:latin typeface="+mn-lt"/>
                        <a:ea typeface="+mn-ea"/>
                        <a:cs typeface="+mn-cs"/>
                      </a:endParaRPr>
                    </a:p>
                  </a:txBody>
                  <a:tcPr marL="68580" marR="68580" marT="0" marB="0"/>
                </a:tc>
                <a:extLst>
                  <a:ext uri="{0D108BD9-81ED-4DB2-BD59-A6C34878D82A}">
                    <a16:rowId xmlns:a16="http://schemas.microsoft.com/office/drawing/2014/main" val="2493832512"/>
                  </a:ext>
                </a:extLst>
              </a:tr>
              <a:tr h="304800">
                <a:tc>
                  <a:txBody>
                    <a:bodyPr/>
                    <a:lstStyle/>
                    <a:p>
                      <a:pPr marL="0" marR="0" algn="l" fontAlgn="auto">
                        <a:lnSpc>
                          <a:spcPts val="1800"/>
                        </a:lnSpc>
                        <a:spcBef>
                          <a:spcPts val="0"/>
                        </a:spcBef>
                        <a:spcAft>
                          <a:spcPts val="0"/>
                        </a:spcAft>
                      </a:pPr>
                      <a:r>
                        <a:rPr lang="en-GB" sz="1000" dirty="0">
                          <a:effectLst/>
                        </a:rPr>
                        <a:t> </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r>
                        <a:rPr lang="en-GB" sz="1000" dirty="0">
                          <a:effectLst/>
                        </a:rPr>
                        <a:t> </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r>
                        <a:rPr lang="en-GB" sz="1000" dirty="0">
                          <a:effectLst/>
                        </a:rPr>
                        <a:t> Bias update is configured to receive input from 2 sources which are analyser (13AI0101) and lab measurement.</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83946471"/>
                  </a:ext>
                </a:extLst>
              </a:tr>
            </a:tbl>
          </a:graphicData>
        </a:graphic>
      </p:graphicFrame>
      <p:graphicFrame>
        <p:nvGraphicFramePr>
          <p:cNvPr id="6" name="Table 5">
            <a:extLst>
              <a:ext uri="{FF2B5EF4-FFF2-40B4-BE49-F238E27FC236}">
                <a16:creationId xmlns:a16="http://schemas.microsoft.com/office/drawing/2014/main" id="{D6D12012-B7B0-4C1D-8A86-636FA388BFCA}"/>
              </a:ext>
            </a:extLst>
          </p:cNvPr>
          <p:cNvGraphicFramePr>
            <a:graphicFrameLocks noGrp="1"/>
          </p:cNvGraphicFramePr>
          <p:nvPr>
            <p:extLst>
              <p:ext uri="{D42A27DB-BD31-4B8C-83A1-F6EECF244321}">
                <p14:modId xmlns:p14="http://schemas.microsoft.com/office/powerpoint/2010/main" val="837928721"/>
              </p:ext>
            </p:extLst>
          </p:nvPr>
        </p:nvGraphicFramePr>
        <p:xfrm>
          <a:off x="1141892" y="4631896"/>
          <a:ext cx="7124703" cy="1612965"/>
        </p:xfrm>
        <a:graphic>
          <a:graphicData uri="http://schemas.openxmlformats.org/drawingml/2006/table">
            <a:tbl>
              <a:tblPr firstRow="1" firstCol="1" bandRow="1">
                <a:tableStyleId>{7E9639D4-E3E2-4D34-9284-5A2195B3D0D7}</a:tableStyleId>
              </a:tblPr>
              <a:tblGrid>
                <a:gridCol w="1438642">
                  <a:extLst>
                    <a:ext uri="{9D8B030D-6E8A-4147-A177-3AD203B41FA5}">
                      <a16:colId xmlns:a16="http://schemas.microsoft.com/office/drawing/2014/main" val="2186614674"/>
                    </a:ext>
                  </a:extLst>
                </a:gridCol>
                <a:gridCol w="1626655">
                  <a:extLst>
                    <a:ext uri="{9D8B030D-6E8A-4147-A177-3AD203B41FA5}">
                      <a16:colId xmlns:a16="http://schemas.microsoft.com/office/drawing/2014/main" val="4116530573"/>
                    </a:ext>
                  </a:extLst>
                </a:gridCol>
                <a:gridCol w="4059406">
                  <a:extLst>
                    <a:ext uri="{9D8B030D-6E8A-4147-A177-3AD203B41FA5}">
                      <a16:colId xmlns:a16="http://schemas.microsoft.com/office/drawing/2014/main" val="1845079898"/>
                    </a:ext>
                  </a:extLst>
                </a:gridCol>
              </a:tblGrid>
              <a:tr h="323850">
                <a:tc>
                  <a:txBody>
                    <a:bodyPr/>
                    <a:lstStyle/>
                    <a:p>
                      <a:pPr marL="0" marR="0" algn="ctr" fontAlgn="auto">
                        <a:lnSpc>
                          <a:spcPts val="1800"/>
                        </a:lnSpc>
                        <a:spcBef>
                          <a:spcPts val="0"/>
                        </a:spcBef>
                        <a:spcAft>
                          <a:spcPts val="0"/>
                        </a:spcAft>
                      </a:pPr>
                      <a:r>
                        <a:rPr lang="en-GB" sz="1000">
                          <a:effectLst/>
                        </a:rPr>
                        <a:t>Manipulated </a:t>
                      </a:r>
                      <a:br>
                        <a:rPr lang="en-GB" sz="1000">
                          <a:effectLst/>
                        </a:rPr>
                      </a:br>
                      <a:r>
                        <a:rPr lang="en-GB" sz="1000">
                          <a:effectLst/>
                        </a:rPr>
                        <a:t>Variables (MV)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fontAlgn="auto">
                        <a:lnSpc>
                          <a:spcPts val="1800"/>
                        </a:lnSpc>
                        <a:spcBef>
                          <a:spcPts val="0"/>
                        </a:spcBef>
                        <a:spcAft>
                          <a:spcPts val="0"/>
                        </a:spcAft>
                      </a:pPr>
                      <a:r>
                        <a:rPr lang="en-GB" sz="1000">
                          <a:effectLst/>
                        </a:rPr>
                        <a:t>Controlled </a:t>
                      </a:r>
                      <a:br>
                        <a:rPr lang="en-GB" sz="1000">
                          <a:effectLst/>
                        </a:rPr>
                      </a:br>
                      <a:r>
                        <a:rPr lang="en-GB" sz="1000">
                          <a:effectLst/>
                        </a:rPr>
                        <a:t>Variables (CV)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fontAlgn="auto">
                        <a:lnSpc>
                          <a:spcPts val="1800"/>
                        </a:lnSpc>
                        <a:spcBef>
                          <a:spcPts val="0"/>
                        </a:spcBef>
                        <a:spcAft>
                          <a:spcPts val="0"/>
                        </a:spcAft>
                      </a:pPr>
                      <a:r>
                        <a:rPr lang="en-GB" sz="1000" dirty="0">
                          <a:effectLst/>
                        </a:rPr>
                        <a:t>APC Controller Objectives</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79326660"/>
                  </a:ext>
                </a:extLst>
              </a:tr>
              <a:tr h="227164">
                <a:tc>
                  <a:txBody>
                    <a:bodyPr/>
                    <a:lstStyle/>
                    <a:p>
                      <a:pPr marL="0" marR="0" algn="l" fontAlgn="auto">
                        <a:lnSpc>
                          <a:spcPts val="1800"/>
                        </a:lnSpc>
                        <a:spcBef>
                          <a:spcPts val="0"/>
                        </a:spcBef>
                        <a:spcAft>
                          <a:spcPts val="0"/>
                        </a:spcAft>
                      </a:pPr>
                      <a:r>
                        <a:rPr lang="en-GB" sz="1000" dirty="0">
                          <a:effectLst/>
                        </a:rPr>
                        <a:t>APCTA</a:t>
                      </a:r>
                      <a:br>
                        <a:rPr lang="en-GB" sz="1000" dirty="0">
                          <a:effectLst/>
                        </a:rPr>
                      </a:br>
                      <a:r>
                        <a:rPr lang="en-GB" sz="800" dirty="0">
                          <a:effectLst/>
                        </a:rPr>
                        <a:t>(Propylene Flow)</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r>
                        <a:rPr lang="en-GB" sz="1000">
                          <a:effectLst/>
                        </a:rPr>
                        <a:t>DIEPRESS.PV</a:t>
                      </a:r>
                      <a:br>
                        <a:rPr lang="en-GB" sz="1000">
                          <a:effectLst/>
                        </a:rPr>
                      </a:br>
                      <a:r>
                        <a:rPr lang="en-GB" sz="800">
                          <a:effectLst/>
                        </a:rPr>
                        <a:t>(Die plate Pressure)</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r>
                        <a:rPr lang="en-GB" sz="1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 control die plate pressure at its target and its target coming from DIEPRESS.SV (sent by APC)</a:t>
                      </a:r>
                      <a:r>
                        <a:rPr lang="en-GB" sz="800" dirty="0">
                          <a:effectLst/>
                          <a:latin typeface="Arial" panose="020B0604020202020204" pitchFamily="34" charset="0"/>
                          <a:ea typeface="Times New Roman" panose="02020603050405020304" pitchFamily="18" charset="0"/>
                          <a:cs typeface="Times New Roman" panose="02020603050405020304" pitchFamily="18" charset="0"/>
                        </a:rPr>
                        <a:t> </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5327095"/>
                  </a:ext>
                </a:extLst>
              </a:tr>
              <a:tr h="227164">
                <a:tc>
                  <a:txBody>
                    <a:bodyPr/>
                    <a:lstStyle/>
                    <a:p>
                      <a:pPr marL="0" marR="0" algn="l" fontAlgn="auto">
                        <a:lnSpc>
                          <a:spcPts val="1800"/>
                        </a:lnSpc>
                        <a:spcBef>
                          <a:spcPts val="0"/>
                        </a:spcBef>
                        <a:spcAft>
                          <a:spcPts val="0"/>
                        </a:spcAft>
                      </a:pP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GB" sz="10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Diepress</a:t>
                      </a:r>
                      <a:r>
                        <a:rPr lang="en-GB" sz="1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measurement is a predicted value based on unbiased prediction from an inferential model and bias update value.</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0" marR="0" algn="l" fontAlgn="auto">
                        <a:lnSpc>
                          <a:spcPts val="1800"/>
                        </a:lnSpc>
                        <a:spcBef>
                          <a:spcPts val="0"/>
                        </a:spcBef>
                        <a:spcAft>
                          <a:spcPts val="0"/>
                        </a:spcAft>
                      </a:pPr>
                      <a:r>
                        <a:rPr lang="en-GB" sz="1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Bias update is configured to receive input only from the filtered online </a:t>
                      </a:r>
                      <a:r>
                        <a:rPr lang="en-GB" sz="10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dieplate</a:t>
                      </a:r>
                      <a:r>
                        <a:rPr lang="en-GB" sz="1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measurement 13PI0107B_PVFLT.PV</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28717552"/>
                  </a:ext>
                </a:extLst>
              </a:tr>
            </a:tbl>
          </a:graphicData>
        </a:graphic>
      </p:graphicFrame>
      <p:sp>
        <p:nvSpPr>
          <p:cNvPr id="7" name="TextBox 6">
            <a:extLst>
              <a:ext uri="{FF2B5EF4-FFF2-40B4-BE49-F238E27FC236}">
                <a16:creationId xmlns:a16="http://schemas.microsoft.com/office/drawing/2014/main" id="{164614DD-4FA3-489F-920D-D55193948B4F}"/>
              </a:ext>
            </a:extLst>
          </p:cNvPr>
          <p:cNvSpPr txBox="1"/>
          <p:nvPr/>
        </p:nvSpPr>
        <p:spPr>
          <a:xfrm>
            <a:off x="696286" y="748775"/>
            <a:ext cx="8015914" cy="1477328"/>
          </a:xfrm>
          <a:prstGeom prst="rect">
            <a:avLst/>
          </a:prstGeom>
          <a:noFill/>
        </p:spPr>
        <p:txBody>
          <a:bodyPr wrap="square" rtlCol="0">
            <a:spAutoFit/>
          </a:bodyPr>
          <a:lstStyle/>
          <a:p>
            <a:r>
              <a:rPr lang="en-US" dirty="0"/>
              <a:t>One of the most important quality to be controlled is MFI. Significant difference for this APC revamp is, </a:t>
            </a:r>
            <a:r>
              <a:rPr lang="en-US" u="sng" dirty="0"/>
              <a:t>MFI will be controlled by Diepress.SV</a:t>
            </a:r>
            <a:r>
              <a:rPr lang="en-US" dirty="0"/>
              <a:t>.</a:t>
            </a:r>
          </a:p>
          <a:p>
            <a:endParaRPr lang="en-US" dirty="0"/>
          </a:p>
          <a:p>
            <a:r>
              <a:rPr lang="en-US" dirty="0"/>
              <a:t>Diepress.SV is a dummy setpoint which will provide an external target to another CV, </a:t>
            </a:r>
            <a:r>
              <a:rPr lang="en-US" dirty="0" err="1"/>
              <a:t>Diepress.PV</a:t>
            </a:r>
            <a:r>
              <a:rPr lang="en-US" dirty="0"/>
              <a:t>. </a:t>
            </a:r>
            <a:r>
              <a:rPr lang="en-US" dirty="0" err="1"/>
              <a:t>Diepress.PV</a:t>
            </a:r>
            <a:r>
              <a:rPr lang="en-US" dirty="0"/>
              <a:t> will manipulate CTA flow.</a:t>
            </a:r>
          </a:p>
        </p:txBody>
      </p:sp>
      <p:sp>
        <p:nvSpPr>
          <p:cNvPr id="20" name="BJPseudoFooter">
            <a:extLst>
              <a:ext uri="{FF2B5EF4-FFF2-40B4-BE49-F238E27FC236}">
                <a16:creationId xmlns:a16="http://schemas.microsoft.com/office/drawing/2014/main" id="{9611F450-EBF5-45DC-BC17-B462D166989A}"/>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3932502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A90E6-5A09-4B74-83AD-B72F307A0A84}"/>
              </a:ext>
            </a:extLst>
          </p:cNvPr>
          <p:cNvSpPr>
            <a:spLocks noGrp="1"/>
          </p:cNvSpPr>
          <p:nvPr>
            <p:ph type="title"/>
          </p:nvPr>
        </p:nvSpPr>
        <p:spPr/>
        <p:txBody>
          <a:bodyPr/>
          <a:lstStyle/>
          <a:p>
            <a:r>
              <a:rPr lang="en-US" dirty="0"/>
              <a:t>a) </a:t>
            </a:r>
            <a:r>
              <a:rPr lang="en-US" u="sng" dirty="0"/>
              <a:t>Melt Flow Index </a:t>
            </a:r>
            <a:r>
              <a:rPr lang="en-US" dirty="0"/>
              <a:t>and </a:t>
            </a:r>
            <a:r>
              <a:rPr lang="en-US" dirty="0" err="1"/>
              <a:t>Diepress</a:t>
            </a:r>
            <a:endParaRPr lang="en-US" dirty="0"/>
          </a:p>
        </p:txBody>
      </p:sp>
      <p:pic>
        <p:nvPicPr>
          <p:cNvPr id="3" name="Picture 2">
            <a:extLst>
              <a:ext uri="{FF2B5EF4-FFF2-40B4-BE49-F238E27FC236}">
                <a16:creationId xmlns:a16="http://schemas.microsoft.com/office/drawing/2014/main" id="{C0173265-E583-449D-BDE1-1DA6932977CA}"/>
              </a:ext>
            </a:extLst>
          </p:cNvPr>
          <p:cNvPicPr>
            <a:picLocks noChangeAspect="1"/>
          </p:cNvPicPr>
          <p:nvPr/>
        </p:nvPicPr>
        <p:blipFill>
          <a:blip r:embed="rId4"/>
          <a:stretch>
            <a:fillRect/>
          </a:stretch>
        </p:blipFill>
        <p:spPr>
          <a:xfrm>
            <a:off x="0" y="748775"/>
            <a:ext cx="9144000" cy="4435621"/>
          </a:xfrm>
          <a:prstGeom prst="rect">
            <a:avLst/>
          </a:prstGeom>
        </p:spPr>
      </p:pic>
      <p:sp>
        <p:nvSpPr>
          <p:cNvPr id="4" name="Oval 3">
            <a:extLst>
              <a:ext uri="{FF2B5EF4-FFF2-40B4-BE49-F238E27FC236}">
                <a16:creationId xmlns:a16="http://schemas.microsoft.com/office/drawing/2014/main" id="{5F0B596B-46E5-4A59-B596-05C7DFCC5464}"/>
              </a:ext>
            </a:extLst>
          </p:cNvPr>
          <p:cNvSpPr/>
          <p:nvPr/>
        </p:nvSpPr>
        <p:spPr>
          <a:xfrm>
            <a:off x="8772524" y="4635500"/>
            <a:ext cx="371475" cy="250825"/>
          </a:xfrm>
          <a:prstGeom prst="ellipse">
            <a:avLst/>
          </a:prstGeom>
          <a:noFill/>
          <a:ln w="28575">
            <a:solidFill>
              <a:srgbClr val="FF0000"/>
            </a:solidFill>
            <a:prstDash val="sysDash"/>
            <a:extLst>
              <a:ext uri="{C807C97D-BFC1-408E-A445-0C87EB9F89A2}">
                <ask:lineSketchStyleProps xmlns:ask="http://schemas.microsoft.com/office/drawing/2018/sketchyshapes" sd="4266498984">
                  <a:custGeom>
                    <a:avLst/>
                    <a:gdLst>
                      <a:gd name="connsiteX0" fmla="*/ 0 w 431800"/>
                      <a:gd name="connsiteY0" fmla="*/ 194426 h 388851"/>
                      <a:gd name="connsiteX1" fmla="*/ 215900 w 431800"/>
                      <a:gd name="connsiteY1" fmla="*/ 0 h 388851"/>
                      <a:gd name="connsiteX2" fmla="*/ 431800 w 431800"/>
                      <a:gd name="connsiteY2" fmla="*/ 194426 h 388851"/>
                      <a:gd name="connsiteX3" fmla="*/ 215900 w 431800"/>
                      <a:gd name="connsiteY3" fmla="*/ 388852 h 388851"/>
                      <a:gd name="connsiteX4" fmla="*/ 0 w 431800"/>
                      <a:gd name="connsiteY4" fmla="*/ 194426 h 388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800" h="388851" extrusionOk="0">
                        <a:moveTo>
                          <a:pt x="0" y="194426"/>
                        </a:moveTo>
                        <a:cubicBezTo>
                          <a:pt x="2912" y="65141"/>
                          <a:pt x="101537" y="3927"/>
                          <a:pt x="215900" y="0"/>
                        </a:cubicBezTo>
                        <a:cubicBezTo>
                          <a:pt x="323365" y="-4451"/>
                          <a:pt x="433534" y="80966"/>
                          <a:pt x="431800" y="194426"/>
                        </a:cubicBezTo>
                        <a:cubicBezTo>
                          <a:pt x="440221" y="296239"/>
                          <a:pt x="328391" y="406043"/>
                          <a:pt x="215900" y="388852"/>
                        </a:cubicBezTo>
                        <a:cubicBezTo>
                          <a:pt x="89256" y="413174"/>
                          <a:pt x="10297" y="292748"/>
                          <a:pt x="0" y="194426"/>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peech Bubble: Rectangle with Corners Rounded 7">
            <a:extLst>
              <a:ext uri="{FF2B5EF4-FFF2-40B4-BE49-F238E27FC236}">
                <a16:creationId xmlns:a16="http://schemas.microsoft.com/office/drawing/2014/main" id="{838F02B6-DF2F-4140-853F-B9058D9EF896}"/>
              </a:ext>
            </a:extLst>
          </p:cNvPr>
          <p:cNvSpPr/>
          <p:nvPr/>
        </p:nvSpPr>
        <p:spPr>
          <a:xfrm>
            <a:off x="6638925" y="4886325"/>
            <a:ext cx="1828800" cy="933450"/>
          </a:xfrm>
          <a:prstGeom prst="wedgeRoundRectCallout">
            <a:avLst>
              <a:gd name="adj1" fmla="val 65104"/>
              <a:gd name="adj2" fmla="val -6250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External target for MFI. Operator will key in the desired MFI target here. Source of inputs , either operator or GTM.</a:t>
            </a:r>
          </a:p>
        </p:txBody>
      </p:sp>
      <p:sp>
        <p:nvSpPr>
          <p:cNvPr id="9" name="Speech Bubble: Rectangle with Corners Rounded 8">
            <a:extLst>
              <a:ext uri="{FF2B5EF4-FFF2-40B4-BE49-F238E27FC236}">
                <a16:creationId xmlns:a16="http://schemas.microsoft.com/office/drawing/2014/main" id="{84C83F0F-45D6-4C91-8DB2-DD2B5E2FEC34}"/>
              </a:ext>
            </a:extLst>
          </p:cNvPr>
          <p:cNvSpPr/>
          <p:nvPr/>
        </p:nvSpPr>
        <p:spPr>
          <a:xfrm>
            <a:off x="1894205" y="4942906"/>
            <a:ext cx="1828800" cy="482979"/>
          </a:xfrm>
          <a:prstGeom prst="wedgeRoundRectCallout">
            <a:avLst>
              <a:gd name="adj1" fmla="val 62673"/>
              <a:gd name="adj2" fmla="val -7827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Switch ON button for MFI CV</a:t>
            </a:r>
          </a:p>
        </p:txBody>
      </p:sp>
      <p:sp>
        <p:nvSpPr>
          <p:cNvPr id="10" name="Oval 9">
            <a:extLst>
              <a:ext uri="{FF2B5EF4-FFF2-40B4-BE49-F238E27FC236}">
                <a16:creationId xmlns:a16="http://schemas.microsoft.com/office/drawing/2014/main" id="{7CF97C83-2FDA-4A4F-A5A5-4129C7F0915D}"/>
              </a:ext>
            </a:extLst>
          </p:cNvPr>
          <p:cNvSpPr/>
          <p:nvPr/>
        </p:nvSpPr>
        <p:spPr>
          <a:xfrm>
            <a:off x="4014787" y="4635500"/>
            <a:ext cx="371475" cy="250825"/>
          </a:xfrm>
          <a:prstGeom prst="ellipse">
            <a:avLst/>
          </a:prstGeom>
          <a:noFill/>
          <a:ln w="28575">
            <a:solidFill>
              <a:srgbClr val="FF0000"/>
            </a:solidFill>
            <a:prstDash val="sysDash"/>
            <a:extLst>
              <a:ext uri="{C807C97D-BFC1-408E-A445-0C87EB9F89A2}">
                <ask:lineSketchStyleProps xmlns:ask="http://schemas.microsoft.com/office/drawing/2018/sketchyshapes" sd="4266498984">
                  <a:custGeom>
                    <a:avLst/>
                    <a:gdLst>
                      <a:gd name="connsiteX0" fmla="*/ 0 w 431800"/>
                      <a:gd name="connsiteY0" fmla="*/ 194426 h 388851"/>
                      <a:gd name="connsiteX1" fmla="*/ 215900 w 431800"/>
                      <a:gd name="connsiteY1" fmla="*/ 0 h 388851"/>
                      <a:gd name="connsiteX2" fmla="*/ 431800 w 431800"/>
                      <a:gd name="connsiteY2" fmla="*/ 194426 h 388851"/>
                      <a:gd name="connsiteX3" fmla="*/ 215900 w 431800"/>
                      <a:gd name="connsiteY3" fmla="*/ 388852 h 388851"/>
                      <a:gd name="connsiteX4" fmla="*/ 0 w 431800"/>
                      <a:gd name="connsiteY4" fmla="*/ 194426 h 388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800" h="388851" extrusionOk="0">
                        <a:moveTo>
                          <a:pt x="0" y="194426"/>
                        </a:moveTo>
                        <a:cubicBezTo>
                          <a:pt x="2912" y="65141"/>
                          <a:pt x="101537" y="3927"/>
                          <a:pt x="215900" y="0"/>
                        </a:cubicBezTo>
                        <a:cubicBezTo>
                          <a:pt x="323365" y="-4451"/>
                          <a:pt x="433534" y="80966"/>
                          <a:pt x="431800" y="194426"/>
                        </a:cubicBezTo>
                        <a:cubicBezTo>
                          <a:pt x="440221" y="296239"/>
                          <a:pt x="328391" y="406043"/>
                          <a:pt x="215900" y="388852"/>
                        </a:cubicBezTo>
                        <a:cubicBezTo>
                          <a:pt x="89256" y="413174"/>
                          <a:pt x="10297" y="292748"/>
                          <a:pt x="0" y="194426"/>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peech Bubble: Rectangle with Corners Rounded 10">
            <a:extLst>
              <a:ext uri="{FF2B5EF4-FFF2-40B4-BE49-F238E27FC236}">
                <a16:creationId xmlns:a16="http://schemas.microsoft.com/office/drawing/2014/main" id="{4EF346CA-4E79-4A5F-8C5D-477C50DD5B7A}"/>
              </a:ext>
            </a:extLst>
          </p:cNvPr>
          <p:cNvSpPr/>
          <p:nvPr/>
        </p:nvSpPr>
        <p:spPr>
          <a:xfrm>
            <a:off x="3593782" y="2583058"/>
            <a:ext cx="1828800" cy="870518"/>
          </a:xfrm>
          <a:prstGeom prst="wedgeRoundRectCallout">
            <a:avLst>
              <a:gd name="adj1" fmla="val 62673"/>
              <a:gd name="adj2" fmla="val -7827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High and Low limit for its MV. It will be changed based on product grade either by operator or GTM</a:t>
            </a:r>
          </a:p>
        </p:txBody>
      </p:sp>
      <p:sp>
        <p:nvSpPr>
          <p:cNvPr id="12" name="Oval 11">
            <a:extLst>
              <a:ext uri="{FF2B5EF4-FFF2-40B4-BE49-F238E27FC236}">
                <a16:creationId xmlns:a16="http://schemas.microsoft.com/office/drawing/2014/main" id="{AB990324-23D1-4B82-81DF-9877668EFAB2}"/>
              </a:ext>
            </a:extLst>
          </p:cNvPr>
          <p:cNvSpPr/>
          <p:nvPr/>
        </p:nvSpPr>
        <p:spPr>
          <a:xfrm>
            <a:off x="5656262" y="2204531"/>
            <a:ext cx="371475" cy="250825"/>
          </a:xfrm>
          <a:prstGeom prst="ellipse">
            <a:avLst/>
          </a:prstGeom>
          <a:noFill/>
          <a:ln w="28575">
            <a:solidFill>
              <a:srgbClr val="FF0000"/>
            </a:solidFill>
            <a:prstDash val="sysDash"/>
            <a:extLst>
              <a:ext uri="{C807C97D-BFC1-408E-A445-0C87EB9F89A2}">
                <ask:lineSketchStyleProps xmlns:ask="http://schemas.microsoft.com/office/drawing/2018/sketchyshapes" sd="4266498984">
                  <a:custGeom>
                    <a:avLst/>
                    <a:gdLst>
                      <a:gd name="connsiteX0" fmla="*/ 0 w 431800"/>
                      <a:gd name="connsiteY0" fmla="*/ 194426 h 388851"/>
                      <a:gd name="connsiteX1" fmla="*/ 215900 w 431800"/>
                      <a:gd name="connsiteY1" fmla="*/ 0 h 388851"/>
                      <a:gd name="connsiteX2" fmla="*/ 431800 w 431800"/>
                      <a:gd name="connsiteY2" fmla="*/ 194426 h 388851"/>
                      <a:gd name="connsiteX3" fmla="*/ 215900 w 431800"/>
                      <a:gd name="connsiteY3" fmla="*/ 388852 h 388851"/>
                      <a:gd name="connsiteX4" fmla="*/ 0 w 431800"/>
                      <a:gd name="connsiteY4" fmla="*/ 194426 h 388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800" h="388851" extrusionOk="0">
                        <a:moveTo>
                          <a:pt x="0" y="194426"/>
                        </a:moveTo>
                        <a:cubicBezTo>
                          <a:pt x="2912" y="65141"/>
                          <a:pt x="101537" y="3927"/>
                          <a:pt x="215900" y="0"/>
                        </a:cubicBezTo>
                        <a:cubicBezTo>
                          <a:pt x="323365" y="-4451"/>
                          <a:pt x="433534" y="80966"/>
                          <a:pt x="431800" y="194426"/>
                        </a:cubicBezTo>
                        <a:cubicBezTo>
                          <a:pt x="440221" y="296239"/>
                          <a:pt x="328391" y="406043"/>
                          <a:pt x="215900" y="388852"/>
                        </a:cubicBezTo>
                        <a:cubicBezTo>
                          <a:pt x="89256" y="413174"/>
                          <a:pt x="10297" y="292748"/>
                          <a:pt x="0" y="194426"/>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peech Bubble: Rectangle with Corners Rounded 12">
            <a:extLst>
              <a:ext uri="{FF2B5EF4-FFF2-40B4-BE49-F238E27FC236}">
                <a16:creationId xmlns:a16="http://schemas.microsoft.com/office/drawing/2014/main" id="{B12A8455-76AE-421E-9695-2F8876C1AB87}"/>
              </a:ext>
            </a:extLst>
          </p:cNvPr>
          <p:cNvSpPr/>
          <p:nvPr/>
        </p:nvSpPr>
        <p:spPr>
          <a:xfrm>
            <a:off x="266382" y="1494801"/>
            <a:ext cx="1828800" cy="482979"/>
          </a:xfrm>
          <a:prstGeom prst="wedgeRoundRectCallout">
            <a:avLst>
              <a:gd name="adj1" fmla="val 5590"/>
              <a:gd name="adj2" fmla="val -13349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Switch ON button for PETLIN_ASV2020</a:t>
            </a:r>
          </a:p>
        </p:txBody>
      </p:sp>
      <p:sp>
        <p:nvSpPr>
          <p:cNvPr id="14" name="Oval 13">
            <a:extLst>
              <a:ext uri="{FF2B5EF4-FFF2-40B4-BE49-F238E27FC236}">
                <a16:creationId xmlns:a16="http://schemas.microsoft.com/office/drawing/2014/main" id="{27B6FCD5-3EB8-4577-B517-AECFE34A39E7}"/>
              </a:ext>
            </a:extLst>
          </p:cNvPr>
          <p:cNvSpPr/>
          <p:nvPr/>
        </p:nvSpPr>
        <p:spPr>
          <a:xfrm>
            <a:off x="1180782" y="846400"/>
            <a:ext cx="371475" cy="250825"/>
          </a:xfrm>
          <a:prstGeom prst="ellipse">
            <a:avLst/>
          </a:prstGeom>
          <a:noFill/>
          <a:ln w="28575">
            <a:solidFill>
              <a:srgbClr val="FF0000"/>
            </a:solidFill>
            <a:prstDash val="sysDash"/>
            <a:extLst>
              <a:ext uri="{C807C97D-BFC1-408E-A445-0C87EB9F89A2}">
                <ask:lineSketchStyleProps xmlns:ask="http://schemas.microsoft.com/office/drawing/2018/sketchyshapes" sd="4266498984">
                  <a:custGeom>
                    <a:avLst/>
                    <a:gdLst>
                      <a:gd name="connsiteX0" fmla="*/ 0 w 431800"/>
                      <a:gd name="connsiteY0" fmla="*/ 194426 h 388851"/>
                      <a:gd name="connsiteX1" fmla="*/ 215900 w 431800"/>
                      <a:gd name="connsiteY1" fmla="*/ 0 h 388851"/>
                      <a:gd name="connsiteX2" fmla="*/ 431800 w 431800"/>
                      <a:gd name="connsiteY2" fmla="*/ 194426 h 388851"/>
                      <a:gd name="connsiteX3" fmla="*/ 215900 w 431800"/>
                      <a:gd name="connsiteY3" fmla="*/ 388852 h 388851"/>
                      <a:gd name="connsiteX4" fmla="*/ 0 w 431800"/>
                      <a:gd name="connsiteY4" fmla="*/ 194426 h 388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800" h="388851" extrusionOk="0">
                        <a:moveTo>
                          <a:pt x="0" y="194426"/>
                        </a:moveTo>
                        <a:cubicBezTo>
                          <a:pt x="2912" y="65141"/>
                          <a:pt x="101537" y="3927"/>
                          <a:pt x="215900" y="0"/>
                        </a:cubicBezTo>
                        <a:cubicBezTo>
                          <a:pt x="323365" y="-4451"/>
                          <a:pt x="433534" y="80966"/>
                          <a:pt x="431800" y="194426"/>
                        </a:cubicBezTo>
                        <a:cubicBezTo>
                          <a:pt x="440221" y="296239"/>
                          <a:pt x="328391" y="406043"/>
                          <a:pt x="215900" y="388852"/>
                        </a:cubicBezTo>
                        <a:cubicBezTo>
                          <a:pt x="89256" y="413174"/>
                          <a:pt x="10297" y="292748"/>
                          <a:pt x="0" y="194426"/>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peech Bubble: Rectangle with Corners Rounded 14">
            <a:extLst>
              <a:ext uri="{FF2B5EF4-FFF2-40B4-BE49-F238E27FC236}">
                <a16:creationId xmlns:a16="http://schemas.microsoft.com/office/drawing/2014/main" id="{A362037F-ADDC-48C3-BDF4-D6DCFD5CE4FF}"/>
              </a:ext>
            </a:extLst>
          </p:cNvPr>
          <p:cNvSpPr/>
          <p:nvPr/>
        </p:nvSpPr>
        <p:spPr>
          <a:xfrm>
            <a:off x="3242309" y="3710690"/>
            <a:ext cx="1828800" cy="870518"/>
          </a:xfrm>
          <a:prstGeom prst="wedgeRoundRectCallout">
            <a:avLst>
              <a:gd name="adj1" fmla="val 77256"/>
              <a:gd name="adj2" fmla="val 8453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High and Low limit for MV will be similar with high and low limit for CV</a:t>
            </a:r>
          </a:p>
        </p:txBody>
      </p:sp>
      <p:sp>
        <p:nvSpPr>
          <p:cNvPr id="16" name="Oval 15">
            <a:extLst>
              <a:ext uri="{FF2B5EF4-FFF2-40B4-BE49-F238E27FC236}">
                <a16:creationId xmlns:a16="http://schemas.microsoft.com/office/drawing/2014/main" id="{515B41D2-A440-49F8-B1E9-55165F34D97C}"/>
              </a:ext>
            </a:extLst>
          </p:cNvPr>
          <p:cNvSpPr/>
          <p:nvPr/>
        </p:nvSpPr>
        <p:spPr>
          <a:xfrm>
            <a:off x="5591175" y="4808220"/>
            <a:ext cx="371475" cy="250825"/>
          </a:xfrm>
          <a:prstGeom prst="ellipse">
            <a:avLst/>
          </a:prstGeom>
          <a:noFill/>
          <a:ln w="28575">
            <a:solidFill>
              <a:srgbClr val="FF0000"/>
            </a:solidFill>
            <a:prstDash val="sysDash"/>
            <a:extLst>
              <a:ext uri="{C807C97D-BFC1-408E-A445-0C87EB9F89A2}">
                <ask:lineSketchStyleProps xmlns:ask="http://schemas.microsoft.com/office/drawing/2018/sketchyshapes" sd="4266498984">
                  <a:custGeom>
                    <a:avLst/>
                    <a:gdLst>
                      <a:gd name="connsiteX0" fmla="*/ 0 w 431800"/>
                      <a:gd name="connsiteY0" fmla="*/ 194426 h 388851"/>
                      <a:gd name="connsiteX1" fmla="*/ 215900 w 431800"/>
                      <a:gd name="connsiteY1" fmla="*/ 0 h 388851"/>
                      <a:gd name="connsiteX2" fmla="*/ 431800 w 431800"/>
                      <a:gd name="connsiteY2" fmla="*/ 194426 h 388851"/>
                      <a:gd name="connsiteX3" fmla="*/ 215900 w 431800"/>
                      <a:gd name="connsiteY3" fmla="*/ 388852 h 388851"/>
                      <a:gd name="connsiteX4" fmla="*/ 0 w 431800"/>
                      <a:gd name="connsiteY4" fmla="*/ 194426 h 388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800" h="388851" extrusionOk="0">
                        <a:moveTo>
                          <a:pt x="0" y="194426"/>
                        </a:moveTo>
                        <a:cubicBezTo>
                          <a:pt x="2912" y="65141"/>
                          <a:pt x="101537" y="3927"/>
                          <a:pt x="215900" y="0"/>
                        </a:cubicBezTo>
                        <a:cubicBezTo>
                          <a:pt x="323365" y="-4451"/>
                          <a:pt x="433534" y="80966"/>
                          <a:pt x="431800" y="194426"/>
                        </a:cubicBezTo>
                        <a:cubicBezTo>
                          <a:pt x="440221" y="296239"/>
                          <a:pt x="328391" y="406043"/>
                          <a:pt x="215900" y="388852"/>
                        </a:cubicBezTo>
                        <a:cubicBezTo>
                          <a:pt x="89256" y="413174"/>
                          <a:pt x="10297" y="292748"/>
                          <a:pt x="0" y="194426"/>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BJPseudoFooter">
            <a:extLst>
              <a:ext uri="{FF2B5EF4-FFF2-40B4-BE49-F238E27FC236}">
                <a16:creationId xmlns:a16="http://schemas.microsoft.com/office/drawing/2014/main" id="{12B5EEDB-8320-4F38-9A3D-82F672B6CC17}"/>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2861266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A90E6-5A09-4B74-83AD-B72F307A0A84}"/>
              </a:ext>
            </a:extLst>
          </p:cNvPr>
          <p:cNvSpPr>
            <a:spLocks noGrp="1"/>
          </p:cNvSpPr>
          <p:nvPr>
            <p:ph type="title"/>
          </p:nvPr>
        </p:nvSpPr>
        <p:spPr/>
        <p:txBody>
          <a:bodyPr/>
          <a:lstStyle/>
          <a:p>
            <a:r>
              <a:rPr lang="en-US" dirty="0"/>
              <a:t>a) Melt Flow Index and </a:t>
            </a:r>
            <a:r>
              <a:rPr lang="en-US" u="sng" dirty="0" err="1"/>
              <a:t>Diepress</a:t>
            </a:r>
            <a:endParaRPr lang="en-US" u="sng" dirty="0"/>
          </a:p>
        </p:txBody>
      </p:sp>
      <p:pic>
        <p:nvPicPr>
          <p:cNvPr id="3" name="Picture 2">
            <a:extLst>
              <a:ext uri="{FF2B5EF4-FFF2-40B4-BE49-F238E27FC236}">
                <a16:creationId xmlns:a16="http://schemas.microsoft.com/office/drawing/2014/main" id="{C0173265-E583-449D-BDE1-1DA6932977CA}"/>
              </a:ext>
            </a:extLst>
          </p:cNvPr>
          <p:cNvPicPr>
            <a:picLocks noChangeAspect="1"/>
          </p:cNvPicPr>
          <p:nvPr/>
        </p:nvPicPr>
        <p:blipFill>
          <a:blip r:embed="rId4"/>
          <a:stretch>
            <a:fillRect/>
          </a:stretch>
        </p:blipFill>
        <p:spPr>
          <a:xfrm>
            <a:off x="0" y="748775"/>
            <a:ext cx="9144000" cy="4435621"/>
          </a:xfrm>
          <a:prstGeom prst="rect">
            <a:avLst/>
          </a:prstGeom>
        </p:spPr>
      </p:pic>
      <p:sp>
        <p:nvSpPr>
          <p:cNvPr id="4" name="Oval 3">
            <a:extLst>
              <a:ext uri="{FF2B5EF4-FFF2-40B4-BE49-F238E27FC236}">
                <a16:creationId xmlns:a16="http://schemas.microsoft.com/office/drawing/2014/main" id="{5F0B596B-46E5-4A59-B596-05C7DFCC5464}"/>
              </a:ext>
            </a:extLst>
          </p:cNvPr>
          <p:cNvSpPr/>
          <p:nvPr/>
        </p:nvSpPr>
        <p:spPr>
          <a:xfrm>
            <a:off x="8772524" y="4832985"/>
            <a:ext cx="371475" cy="250825"/>
          </a:xfrm>
          <a:prstGeom prst="ellipse">
            <a:avLst/>
          </a:prstGeom>
          <a:noFill/>
          <a:ln w="28575">
            <a:solidFill>
              <a:srgbClr val="FF0000"/>
            </a:solidFill>
            <a:prstDash val="sysDash"/>
            <a:extLst>
              <a:ext uri="{C807C97D-BFC1-408E-A445-0C87EB9F89A2}">
                <ask:lineSketchStyleProps xmlns:ask="http://schemas.microsoft.com/office/drawing/2018/sketchyshapes" sd="4266498984">
                  <a:custGeom>
                    <a:avLst/>
                    <a:gdLst>
                      <a:gd name="connsiteX0" fmla="*/ 0 w 431800"/>
                      <a:gd name="connsiteY0" fmla="*/ 194426 h 388851"/>
                      <a:gd name="connsiteX1" fmla="*/ 215900 w 431800"/>
                      <a:gd name="connsiteY1" fmla="*/ 0 h 388851"/>
                      <a:gd name="connsiteX2" fmla="*/ 431800 w 431800"/>
                      <a:gd name="connsiteY2" fmla="*/ 194426 h 388851"/>
                      <a:gd name="connsiteX3" fmla="*/ 215900 w 431800"/>
                      <a:gd name="connsiteY3" fmla="*/ 388852 h 388851"/>
                      <a:gd name="connsiteX4" fmla="*/ 0 w 431800"/>
                      <a:gd name="connsiteY4" fmla="*/ 194426 h 388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800" h="388851" extrusionOk="0">
                        <a:moveTo>
                          <a:pt x="0" y="194426"/>
                        </a:moveTo>
                        <a:cubicBezTo>
                          <a:pt x="2912" y="65141"/>
                          <a:pt x="101537" y="3927"/>
                          <a:pt x="215900" y="0"/>
                        </a:cubicBezTo>
                        <a:cubicBezTo>
                          <a:pt x="323365" y="-4451"/>
                          <a:pt x="433534" y="80966"/>
                          <a:pt x="431800" y="194426"/>
                        </a:cubicBezTo>
                        <a:cubicBezTo>
                          <a:pt x="440221" y="296239"/>
                          <a:pt x="328391" y="406043"/>
                          <a:pt x="215900" y="388852"/>
                        </a:cubicBezTo>
                        <a:cubicBezTo>
                          <a:pt x="89256" y="413174"/>
                          <a:pt x="10297" y="292748"/>
                          <a:pt x="0" y="194426"/>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peech Bubble: Rectangle with Corners Rounded 7">
            <a:extLst>
              <a:ext uri="{FF2B5EF4-FFF2-40B4-BE49-F238E27FC236}">
                <a16:creationId xmlns:a16="http://schemas.microsoft.com/office/drawing/2014/main" id="{838F02B6-DF2F-4140-853F-B9058D9EF896}"/>
              </a:ext>
            </a:extLst>
          </p:cNvPr>
          <p:cNvSpPr/>
          <p:nvPr/>
        </p:nvSpPr>
        <p:spPr>
          <a:xfrm>
            <a:off x="6638925" y="5083810"/>
            <a:ext cx="1828800" cy="933450"/>
          </a:xfrm>
          <a:prstGeom prst="wedgeRoundRectCallout">
            <a:avLst>
              <a:gd name="adj1" fmla="val 65104"/>
              <a:gd name="adj2" fmla="val -6250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External target for </a:t>
            </a:r>
            <a:r>
              <a:rPr lang="en-US" sz="1100" dirty="0" err="1"/>
              <a:t>Diepress.PV</a:t>
            </a:r>
            <a:r>
              <a:rPr lang="en-US" sz="1100" dirty="0"/>
              <a:t> is coming from Diepress.SV</a:t>
            </a:r>
          </a:p>
        </p:txBody>
      </p:sp>
      <p:sp>
        <p:nvSpPr>
          <p:cNvPr id="15" name="Speech Bubble: Rectangle with Corners Rounded 14">
            <a:extLst>
              <a:ext uri="{FF2B5EF4-FFF2-40B4-BE49-F238E27FC236}">
                <a16:creationId xmlns:a16="http://schemas.microsoft.com/office/drawing/2014/main" id="{A362037F-ADDC-48C3-BDF4-D6DCFD5CE4FF}"/>
              </a:ext>
            </a:extLst>
          </p:cNvPr>
          <p:cNvSpPr/>
          <p:nvPr/>
        </p:nvSpPr>
        <p:spPr>
          <a:xfrm>
            <a:off x="3242309" y="3710690"/>
            <a:ext cx="1828800" cy="870518"/>
          </a:xfrm>
          <a:prstGeom prst="wedgeRoundRectCallout">
            <a:avLst>
              <a:gd name="adj1" fmla="val 77256"/>
              <a:gd name="adj2" fmla="val 8453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High and Low limit for MV will be similar with high and low limit for CV</a:t>
            </a:r>
          </a:p>
        </p:txBody>
      </p:sp>
      <p:sp>
        <p:nvSpPr>
          <p:cNvPr id="16" name="Oval 15">
            <a:extLst>
              <a:ext uri="{FF2B5EF4-FFF2-40B4-BE49-F238E27FC236}">
                <a16:creationId xmlns:a16="http://schemas.microsoft.com/office/drawing/2014/main" id="{515B41D2-A440-49F8-B1E9-55165F34D97C}"/>
              </a:ext>
            </a:extLst>
          </p:cNvPr>
          <p:cNvSpPr/>
          <p:nvPr/>
        </p:nvSpPr>
        <p:spPr>
          <a:xfrm>
            <a:off x="5591175" y="4808220"/>
            <a:ext cx="371475" cy="250825"/>
          </a:xfrm>
          <a:prstGeom prst="ellipse">
            <a:avLst/>
          </a:prstGeom>
          <a:noFill/>
          <a:ln w="28575">
            <a:solidFill>
              <a:srgbClr val="FF0000"/>
            </a:solidFill>
            <a:prstDash val="sysDash"/>
            <a:extLst>
              <a:ext uri="{C807C97D-BFC1-408E-A445-0C87EB9F89A2}">
                <ask:lineSketchStyleProps xmlns:ask="http://schemas.microsoft.com/office/drawing/2018/sketchyshapes" sd="4266498984">
                  <a:custGeom>
                    <a:avLst/>
                    <a:gdLst>
                      <a:gd name="connsiteX0" fmla="*/ 0 w 431800"/>
                      <a:gd name="connsiteY0" fmla="*/ 194426 h 388851"/>
                      <a:gd name="connsiteX1" fmla="*/ 215900 w 431800"/>
                      <a:gd name="connsiteY1" fmla="*/ 0 h 388851"/>
                      <a:gd name="connsiteX2" fmla="*/ 431800 w 431800"/>
                      <a:gd name="connsiteY2" fmla="*/ 194426 h 388851"/>
                      <a:gd name="connsiteX3" fmla="*/ 215900 w 431800"/>
                      <a:gd name="connsiteY3" fmla="*/ 388852 h 388851"/>
                      <a:gd name="connsiteX4" fmla="*/ 0 w 431800"/>
                      <a:gd name="connsiteY4" fmla="*/ 194426 h 388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800" h="388851" extrusionOk="0">
                        <a:moveTo>
                          <a:pt x="0" y="194426"/>
                        </a:moveTo>
                        <a:cubicBezTo>
                          <a:pt x="2912" y="65141"/>
                          <a:pt x="101537" y="3927"/>
                          <a:pt x="215900" y="0"/>
                        </a:cubicBezTo>
                        <a:cubicBezTo>
                          <a:pt x="323365" y="-4451"/>
                          <a:pt x="433534" y="80966"/>
                          <a:pt x="431800" y="194426"/>
                        </a:cubicBezTo>
                        <a:cubicBezTo>
                          <a:pt x="440221" y="296239"/>
                          <a:pt x="328391" y="406043"/>
                          <a:pt x="215900" y="388852"/>
                        </a:cubicBezTo>
                        <a:cubicBezTo>
                          <a:pt x="89256" y="413174"/>
                          <a:pt x="10297" y="292748"/>
                          <a:pt x="0" y="194426"/>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peech Bubble: Rectangle with Corners Rounded 8">
            <a:extLst>
              <a:ext uri="{FF2B5EF4-FFF2-40B4-BE49-F238E27FC236}">
                <a16:creationId xmlns:a16="http://schemas.microsoft.com/office/drawing/2014/main" id="{E6753AD2-0F67-4061-A610-CF2A857215FD}"/>
              </a:ext>
            </a:extLst>
          </p:cNvPr>
          <p:cNvSpPr/>
          <p:nvPr/>
        </p:nvSpPr>
        <p:spPr>
          <a:xfrm>
            <a:off x="4862512" y="2672243"/>
            <a:ext cx="1828800" cy="870518"/>
          </a:xfrm>
          <a:prstGeom prst="wedgeRoundRectCallout">
            <a:avLst>
              <a:gd name="adj1" fmla="val -89411"/>
              <a:gd name="adj2" fmla="val -9153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Ensure Diepress.SV service request is on every time APC is controlling MFI</a:t>
            </a:r>
          </a:p>
        </p:txBody>
      </p:sp>
      <p:sp>
        <p:nvSpPr>
          <p:cNvPr id="10" name="Oval 9">
            <a:extLst>
              <a:ext uri="{FF2B5EF4-FFF2-40B4-BE49-F238E27FC236}">
                <a16:creationId xmlns:a16="http://schemas.microsoft.com/office/drawing/2014/main" id="{DCF75937-8635-45D8-9A46-6BF5DC21F9D1}"/>
              </a:ext>
            </a:extLst>
          </p:cNvPr>
          <p:cNvSpPr/>
          <p:nvPr/>
        </p:nvSpPr>
        <p:spPr>
          <a:xfrm>
            <a:off x="3747678" y="2164943"/>
            <a:ext cx="371475" cy="250825"/>
          </a:xfrm>
          <a:prstGeom prst="ellipse">
            <a:avLst/>
          </a:prstGeom>
          <a:noFill/>
          <a:ln w="28575">
            <a:solidFill>
              <a:srgbClr val="FF0000"/>
            </a:solidFill>
            <a:prstDash val="sysDash"/>
            <a:extLst>
              <a:ext uri="{C807C97D-BFC1-408E-A445-0C87EB9F89A2}">
                <ask:lineSketchStyleProps xmlns:ask="http://schemas.microsoft.com/office/drawing/2018/sketchyshapes" sd="4266498984">
                  <a:custGeom>
                    <a:avLst/>
                    <a:gdLst>
                      <a:gd name="connsiteX0" fmla="*/ 0 w 431800"/>
                      <a:gd name="connsiteY0" fmla="*/ 194426 h 388851"/>
                      <a:gd name="connsiteX1" fmla="*/ 215900 w 431800"/>
                      <a:gd name="connsiteY1" fmla="*/ 0 h 388851"/>
                      <a:gd name="connsiteX2" fmla="*/ 431800 w 431800"/>
                      <a:gd name="connsiteY2" fmla="*/ 194426 h 388851"/>
                      <a:gd name="connsiteX3" fmla="*/ 215900 w 431800"/>
                      <a:gd name="connsiteY3" fmla="*/ 388852 h 388851"/>
                      <a:gd name="connsiteX4" fmla="*/ 0 w 431800"/>
                      <a:gd name="connsiteY4" fmla="*/ 194426 h 388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800" h="388851" extrusionOk="0">
                        <a:moveTo>
                          <a:pt x="0" y="194426"/>
                        </a:moveTo>
                        <a:cubicBezTo>
                          <a:pt x="2912" y="65141"/>
                          <a:pt x="101537" y="3927"/>
                          <a:pt x="215900" y="0"/>
                        </a:cubicBezTo>
                        <a:cubicBezTo>
                          <a:pt x="323365" y="-4451"/>
                          <a:pt x="433534" y="80966"/>
                          <a:pt x="431800" y="194426"/>
                        </a:cubicBezTo>
                        <a:cubicBezTo>
                          <a:pt x="440221" y="296239"/>
                          <a:pt x="328391" y="406043"/>
                          <a:pt x="215900" y="388852"/>
                        </a:cubicBezTo>
                        <a:cubicBezTo>
                          <a:pt x="89256" y="413174"/>
                          <a:pt x="10297" y="292748"/>
                          <a:pt x="0" y="194426"/>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BJPseudoFooter">
            <a:extLst>
              <a:ext uri="{FF2B5EF4-FFF2-40B4-BE49-F238E27FC236}">
                <a16:creationId xmlns:a16="http://schemas.microsoft.com/office/drawing/2014/main" id="{E189395A-A2E2-4851-96BC-A672A72CA173}"/>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39693914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A90E6-5A09-4B74-83AD-B72F307A0A84}"/>
              </a:ext>
            </a:extLst>
          </p:cNvPr>
          <p:cNvSpPr>
            <a:spLocks noGrp="1"/>
          </p:cNvSpPr>
          <p:nvPr>
            <p:ph type="title"/>
          </p:nvPr>
        </p:nvSpPr>
        <p:spPr/>
        <p:txBody>
          <a:bodyPr/>
          <a:lstStyle/>
          <a:p>
            <a:r>
              <a:rPr lang="en-US" dirty="0"/>
              <a:t>b) Gloss</a:t>
            </a:r>
          </a:p>
        </p:txBody>
      </p:sp>
      <p:sp>
        <p:nvSpPr>
          <p:cNvPr id="7" name="TextBox 6">
            <a:extLst>
              <a:ext uri="{FF2B5EF4-FFF2-40B4-BE49-F238E27FC236}">
                <a16:creationId xmlns:a16="http://schemas.microsoft.com/office/drawing/2014/main" id="{164614DD-4FA3-489F-920D-D55193948B4F}"/>
              </a:ext>
            </a:extLst>
          </p:cNvPr>
          <p:cNvSpPr txBox="1"/>
          <p:nvPr/>
        </p:nvSpPr>
        <p:spPr>
          <a:xfrm>
            <a:off x="696286" y="1120848"/>
            <a:ext cx="8015914" cy="923330"/>
          </a:xfrm>
          <a:prstGeom prst="rect">
            <a:avLst/>
          </a:prstGeom>
          <a:noFill/>
        </p:spPr>
        <p:txBody>
          <a:bodyPr wrap="square" rtlCol="0">
            <a:spAutoFit/>
          </a:bodyPr>
          <a:lstStyle/>
          <a:p>
            <a:r>
              <a:rPr lang="en-US" dirty="0"/>
              <a:t>Another quality to be controlled is Gloss. The quality will be controlled by Peak Temperature 1 / 2 /3 / 4 and purge gas flow. Purge gas flow is configured to be minimized all the time. </a:t>
            </a:r>
          </a:p>
        </p:txBody>
      </p:sp>
      <p:graphicFrame>
        <p:nvGraphicFramePr>
          <p:cNvPr id="3" name="Table 2">
            <a:extLst>
              <a:ext uri="{FF2B5EF4-FFF2-40B4-BE49-F238E27FC236}">
                <a16:creationId xmlns:a16="http://schemas.microsoft.com/office/drawing/2014/main" id="{57E3972E-5C40-46DB-85D2-C7EE8563DA2C}"/>
              </a:ext>
            </a:extLst>
          </p:cNvPr>
          <p:cNvGraphicFramePr>
            <a:graphicFrameLocks noGrp="1"/>
          </p:cNvGraphicFramePr>
          <p:nvPr>
            <p:extLst>
              <p:ext uri="{D42A27DB-BD31-4B8C-83A1-F6EECF244321}">
                <p14:modId xmlns:p14="http://schemas.microsoft.com/office/powerpoint/2010/main" val="1813142912"/>
              </p:ext>
            </p:extLst>
          </p:nvPr>
        </p:nvGraphicFramePr>
        <p:xfrm>
          <a:off x="696286" y="2476500"/>
          <a:ext cx="7457113" cy="2562100"/>
        </p:xfrm>
        <a:graphic>
          <a:graphicData uri="http://schemas.openxmlformats.org/drawingml/2006/table">
            <a:tbl>
              <a:tblPr firstRow="1" firstCol="1" bandRow="1">
                <a:tableStyleId>{7E9639D4-E3E2-4D34-9284-5A2195B3D0D7}</a:tableStyleId>
              </a:tblPr>
              <a:tblGrid>
                <a:gridCol w="1505763">
                  <a:extLst>
                    <a:ext uri="{9D8B030D-6E8A-4147-A177-3AD203B41FA5}">
                      <a16:colId xmlns:a16="http://schemas.microsoft.com/office/drawing/2014/main" val="1960645597"/>
                    </a:ext>
                  </a:extLst>
                </a:gridCol>
                <a:gridCol w="1702548">
                  <a:extLst>
                    <a:ext uri="{9D8B030D-6E8A-4147-A177-3AD203B41FA5}">
                      <a16:colId xmlns:a16="http://schemas.microsoft.com/office/drawing/2014/main" val="3341501138"/>
                    </a:ext>
                  </a:extLst>
                </a:gridCol>
                <a:gridCol w="4248802">
                  <a:extLst>
                    <a:ext uri="{9D8B030D-6E8A-4147-A177-3AD203B41FA5}">
                      <a16:colId xmlns:a16="http://schemas.microsoft.com/office/drawing/2014/main" val="1406738314"/>
                    </a:ext>
                  </a:extLst>
                </a:gridCol>
              </a:tblGrid>
              <a:tr h="323850">
                <a:tc>
                  <a:txBody>
                    <a:bodyPr/>
                    <a:lstStyle/>
                    <a:p>
                      <a:pPr marL="0" marR="0" algn="ctr" fontAlgn="auto">
                        <a:lnSpc>
                          <a:spcPts val="1800"/>
                        </a:lnSpc>
                        <a:spcBef>
                          <a:spcPts val="0"/>
                        </a:spcBef>
                        <a:spcAft>
                          <a:spcPts val="0"/>
                        </a:spcAft>
                      </a:pPr>
                      <a:r>
                        <a:rPr lang="en-GB" sz="1000">
                          <a:effectLst/>
                        </a:rPr>
                        <a:t>Manipulated </a:t>
                      </a:r>
                      <a:br>
                        <a:rPr lang="en-GB" sz="1000" dirty="0">
                          <a:effectLst/>
                        </a:rPr>
                      </a:br>
                      <a:r>
                        <a:rPr lang="en-GB" sz="1000">
                          <a:effectLst/>
                        </a:rPr>
                        <a:t>Variables (MV)</a:t>
                      </a:r>
                      <a:endParaRPr lang="en-US" sz="1000">
                        <a:effectLst/>
                        <a:latin typeface="Arial" panose="020B0604020202020204" pitchFamily="34" charset="0"/>
                        <a:ea typeface="+mn-ea"/>
                        <a:cs typeface="Times New Roman" panose="02020603050405020304" pitchFamily="18" charset="0"/>
                      </a:endParaRPr>
                    </a:p>
                  </a:txBody>
                  <a:tcPr marL="68580" marR="68580" marT="0" marB="0" anchor="ctr"/>
                </a:tc>
                <a:tc>
                  <a:txBody>
                    <a:bodyPr/>
                    <a:lstStyle/>
                    <a:p>
                      <a:pPr marL="0" marR="0" algn="ctr" fontAlgn="auto">
                        <a:lnSpc>
                          <a:spcPts val="1800"/>
                        </a:lnSpc>
                        <a:spcBef>
                          <a:spcPts val="0"/>
                        </a:spcBef>
                        <a:spcAft>
                          <a:spcPts val="0"/>
                        </a:spcAft>
                      </a:pPr>
                      <a:r>
                        <a:rPr lang="en-GB" sz="1000">
                          <a:effectLst/>
                        </a:rPr>
                        <a:t>Controlled </a:t>
                      </a:r>
                      <a:br>
                        <a:rPr lang="en-GB" sz="1000" dirty="0">
                          <a:effectLst/>
                        </a:rPr>
                      </a:br>
                      <a:r>
                        <a:rPr lang="en-GB" sz="1000">
                          <a:effectLst/>
                        </a:rPr>
                        <a:t>Variables (CV)</a:t>
                      </a:r>
                      <a:endParaRPr lang="en-US" sz="1000">
                        <a:effectLst/>
                        <a:latin typeface="Arial" panose="020B0604020202020204" pitchFamily="34" charset="0"/>
                        <a:ea typeface="+mn-ea"/>
                        <a:cs typeface="Times New Roman" panose="02020603050405020304" pitchFamily="18" charset="0"/>
                      </a:endParaRPr>
                    </a:p>
                  </a:txBody>
                  <a:tcPr marL="68580" marR="68580" marT="0" marB="0" anchor="ctr"/>
                </a:tc>
                <a:tc>
                  <a:txBody>
                    <a:bodyPr/>
                    <a:lstStyle/>
                    <a:p>
                      <a:pPr marL="0" marR="0" algn="ctr" fontAlgn="auto">
                        <a:lnSpc>
                          <a:spcPts val="1800"/>
                        </a:lnSpc>
                        <a:spcBef>
                          <a:spcPts val="0"/>
                        </a:spcBef>
                        <a:spcAft>
                          <a:spcPts val="0"/>
                        </a:spcAft>
                      </a:pPr>
                      <a:r>
                        <a:rPr lang="en-GB" sz="1000" dirty="0">
                          <a:effectLst/>
                        </a:rPr>
                        <a:t>APC Controller Objectives</a:t>
                      </a:r>
                      <a:endParaRPr lang="en-US" sz="1000" dirty="0">
                        <a:effectLst/>
                        <a:latin typeface="Arial" panose="020B0604020202020204" pitchFamily="34" charset="0"/>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4021742373"/>
                  </a:ext>
                </a:extLst>
              </a:tr>
              <a:tr h="323850">
                <a:tc>
                  <a:txBody>
                    <a:bodyPr/>
                    <a:lstStyle/>
                    <a:p>
                      <a:pPr marL="0" marR="0" algn="l" fontAlgn="auto">
                        <a:lnSpc>
                          <a:spcPts val="1800"/>
                        </a:lnSpc>
                        <a:spcBef>
                          <a:spcPts val="0"/>
                        </a:spcBef>
                        <a:spcAft>
                          <a:spcPts val="0"/>
                        </a:spcAft>
                      </a:pPr>
                      <a:r>
                        <a:rPr lang="en-GB" sz="1000">
                          <a:effectLst/>
                        </a:rPr>
                        <a:t>APTEMP1</a:t>
                      </a:r>
                      <a:br>
                        <a:rPr lang="en-GB" sz="1000" dirty="0">
                          <a:effectLst/>
                        </a:rPr>
                      </a:br>
                      <a:r>
                        <a:rPr lang="en-GB" sz="800">
                          <a:effectLst/>
                        </a:rPr>
                        <a:t>(Peak Temp Zone 1)</a:t>
                      </a:r>
                      <a:endParaRPr lang="en-US" sz="1000">
                        <a:effectLst/>
                        <a:latin typeface="Arial" panose="020B0604020202020204" pitchFamily="34" charset="0"/>
                        <a:ea typeface="+mn-ea"/>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r>
                        <a:rPr lang="en-GB" sz="1000">
                          <a:effectLst/>
                        </a:rPr>
                        <a:t>GLOSS </a:t>
                      </a:r>
                      <a:br>
                        <a:rPr lang="en-GB" sz="1000" dirty="0">
                          <a:effectLst/>
                        </a:rPr>
                      </a:br>
                      <a:r>
                        <a:rPr lang="en-GB" sz="800">
                          <a:effectLst/>
                        </a:rPr>
                        <a:t>(Gloss)</a:t>
                      </a:r>
                      <a:endParaRPr lang="en-US" sz="1000">
                        <a:effectLst/>
                        <a:latin typeface="Arial" panose="020B0604020202020204" pitchFamily="34" charset="0"/>
                        <a:ea typeface="+mn-ea"/>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r>
                        <a:rPr lang="en-GB" sz="10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 control Gloss within limit as set by the operator or APR/TM. Main handle is Peak temperature.</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07218380"/>
                  </a:ext>
                </a:extLst>
              </a:tr>
              <a:tr h="325755">
                <a:tc>
                  <a:txBody>
                    <a:bodyPr/>
                    <a:lstStyle/>
                    <a:p>
                      <a:pPr marL="0" marR="0" algn="l" fontAlgn="auto">
                        <a:lnSpc>
                          <a:spcPts val="1800"/>
                        </a:lnSpc>
                        <a:spcBef>
                          <a:spcPts val="0"/>
                        </a:spcBef>
                        <a:spcAft>
                          <a:spcPts val="0"/>
                        </a:spcAft>
                      </a:pPr>
                      <a:r>
                        <a:rPr lang="en-GB" sz="1000">
                          <a:effectLst/>
                        </a:rPr>
                        <a:t>APTEMP2</a:t>
                      </a:r>
                      <a:br>
                        <a:rPr lang="en-GB" sz="1000" dirty="0">
                          <a:effectLst/>
                        </a:rPr>
                      </a:br>
                      <a:r>
                        <a:rPr lang="en-GB" sz="800">
                          <a:effectLst/>
                        </a:rPr>
                        <a:t>(Peak Temp Zone 2)</a:t>
                      </a:r>
                      <a:endParaRPr lang="en-US" sz="1000">
                        <a:effectLst/>
                        <a:latin typeface="Arial" panose="020B0604020202020204" pitchFamily="34" charset="0"/>
                        <a:ea typeface="+mn-ea"/>
                        <a:cs typeface="Times New Roman" panose="02020603050405020304" pitchFamily="18" charset="0"/>
                      </a:endParaRPr>
                    </a:p>
                  </a:txBody>
                  <a:tcPr marL="68580" marR="68580" marT="0" marB="0"/>
                </a:tc>
                <a:tc>
                  <a:txBody>
                    <a:bodyPr/>
                    <a:lstStyle/>
                    <a:p>
                      <a:pPr>
                        <a:lnSpc>
                          <a:spcPct val="107000"/>
                        </a:lnSpc>
                      </a:pPr>
                      <a:endParaRPr lang="en-US" sz="1100">
                        <a:effectLst/>
                        <a:latin typeface="Calibri" panose="020F0502020204030204" pitchFamily="34" charset="0"/>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r>
                        <a:rPr lang="en-GB" sz="1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GLOSS is predicted value from inferential model. It is not used during high MFI </a:t>
                      </a:r>
                      <a:r>
                        <a:rPr lang="en-GB" sz="1000" dirty="0">
                          <a:effectLst/>
                          <a:latin typeface="Arial" panose="020B0604020202020204" pitchFamily="34" charset="0"/>
                          <a:ea typeface="Times New Roman" panose="02020603050405020304" pitchFamily="18" charset="0"/>
                          <a:cs typeface="Times New Roman" panose="02020603050405020304" pitchFamily="18" charset="0"/>
                        </a:rPr>
                        <a:t>(M022X &amp; M050X) </a:t>
                      </a:r>
                      <a:r>
                        <a:rPr lang="en-GB" sz="1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n-GB" sz="800" dirty="0">
                          <a:effectLst/>
                          <a:latin typeface="Arial" panose="020B0604020202020204" pitchFamily="34" charset="0"/>
                          <a:ea typeface="Times New Roman" panose="02020603050405020304" pitchFamily="18" charset="0"/>
                          <a:cs typeface="Times New Roman" panose="02020603050405020304" pitchFamily="18" charset="0"/>
                        </a:rPr>
                        <a:t> </a:t>
                      </a:r>
                      <a:r>
                        <a:rPr lang="en-GB" sz="1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production.</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41804238"/>
                  </a:ext>
                </a:extLst>
              </a:tr>
              <a:tr h="304800">
                <a:tc>
                  <a:txBody>
                    <a:bodyPr/>
                    <a:lstStyle/>
                    <a:p>
                      <a:pPr marL="0" marR="0" algn="l" fontAlgn="auto">
                        <a:lnSpc>
                          <a:spcPts val="1800"/>
                        </a:lnSpc>
                        <a:spcBef>
                          <a:spcPts val="0"/>
                        </a:spcBef>
                        <a:spcAft>
                          <a:spcPts val="0"/>
                        </a:spcAft>
                      </a:pPr>
                      <a:r>
                        <a:rPr lang="en-GB" sz="1000">
                          <a:effectLst/>
                        </a:rPr>
                        <a:t>APTEMP3</a:t>
                      </a:r>
                      <a:br>
                        <a:rPr lang="en-GB" sz="1000" dirty="0">
                          <a:effectLst/>
                        </a:rPr>
                      </a:br>
                      <a:r>
                        <a:rPr lang="en-GB" sz="800">
                          <a:effectLst/>
                        </a:rPr>
                        <a:t>(Peak Temp Zone 3)</a:t>
                      </a:r>
                      <a:endParaRPr lang="en-US" sz="1000">
                        <a:effectLst/>
                        <a:latin typeface="Arial" panose="020B0604020202020204" pitchFamily="34" charset="0"/>
                        <a:ea typeface="+mn-ea"/>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endParaRPr lang="en-US" sz="1000" dirty="0">
                        <a:effectLst/>
                        <a:latin typeface="Arial" panose="020B0604020202020204" pitchFamily="34" charset="0"/>
                        <a:ea typeface="+mn-ea"/>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endParaRPr lang="en-US" sz="1000" dirty="0">
                        <a:effectLst/>
                        <a:latin typeface="Arial"/>
                        <a:ea typeface="Times New Roman" panose="02020603050405020304" pitchFamily="18" charset="0"/>
                        <a:cs typeface="Arial"/>
                      </a:endParaRPr>
                    </a:p>
                  </a:txBody>
                  <a:tcPr marL="68580" marR="68580" marT="0" marB="0"/>
                </a:tc>
                <a:extLst>
                  <a:ext uri="{0D108BD9-81ED-4DB2-BD59-A6C34878D82A}">
                    <a16:rowId xmlns:a16="http://schemas.microsoft.com/office/drawing/2014/main" val="4261191312"/>
                  </a:ext>
                </a:extLst>
              </a:tr>
              <a:tr h="304800">
                <a:tc>
                  <a:txBody>
                    <a:bodyPr/>
                    <a:lstStyle/>
                    <a:p>
                      <a:pPr marL="0" marR="0" algn="l" fontAlgn="auto">
                        <a:lnSpc>
                          <a:spcPts val="1800"/>
                        </a:lnSpc>
                        <a:spcBef>
                          <a:spcPts val="0"/>
                        </a:spcBef>
                        <a:spcAft>
                          <a:spcPts val="0"/>
                        </a:spcAft>
                      </a:pPr>
                      <a:r>
                        <a:rPr lang="en-GB" sz="1000">
                          <a:effectLst/>
                        </a:rPr>
                        <a:t>APTEMP4</a:t>
                      </a:r>
                      <a:br>
                        <a:rPr lang="en-GB" sz="1000" dirty="0">
                          <a:effectLst/>
                        </a:rPr>
                      </a:br>
                      <a:r>
                        <a:rPr lang="en-GB" sz="800">
                          <a:effectLst/>
                        </a:rPr>
                        <a:t>(Peak Temp Zone 4)</a:t>
                      </a:r>
                      <a:endParaRPr lang="en-US" sz="1000">
                        <a:effectLst/>
                        <a:latin typeface="Arial" panose="020B0604020202020204" pitchFamily="34" charset="0"/>
                        <a:ea typeface="+mn-ea"/>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endParaRPr lang="en-US" sz="1000" dirty="0">
                        <a:effectLst/>
                        <a:latin typeface="Arial" panose="020B0604020202020204" pitchFamily="34" charset="0"/>
                        <a:ea typeface="+mn-ea"/>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91034917"/>
                  </a:ext>
                </a:extLst>
              </a:tr>
              <a:tr h="304800">
                <a:tc>
                  <a:txBody>
                    <a:bodyPr/>
                    <a:lstStyle/>
                    <a:p>
                      <a:pPr marL="0" marR="0" algn="l" fontAlgn="auto">
                        <a:lnSpc>
                          <a:spcPts val="1800"/>
                        </a:lnSpc>
                        <a:spcBef>
                          <a:spcPts val="0"/>
                        </a:spcBef>
                        <a:spcAft>
                          <a:spcPts val="0"/>
                        </a:spcAft>
                      </a:pPr>
                      <a:r>
                        <a:rPr lang="en-GB" sz="1000">
                          <a:effectLst/>
                        </a:rPr>
                        <a:t>11FIC0401</a:t>
                      </a:r>
                      <a:endParaRPr lang="en-US" sz="1000">
                        <a:effectLst/>
                      </a:endParaRPr>
                    </a:p>
                    <a:p>
                      <a:pPr marL="0" marR="0" algn="l" fontAlgn="auto">
                        <a:lnSpc>
                          <a:spcPts val="1800"/>
                        </a:lnSpc>
                        <a:spcBef>
                          <a:spcPts val="0"/>
                        </a:spcBef>
                        <a:spcAft>
                          <a:spcPts val="0"/>
                        </a:spcAft>
                      </a:pPr>
                      <a:r>
                        <a:rPr lang="en-GB" sz="800">
                          <a:effectLst/>
                        </a:rPr>
                        <a:t>(Purge gas flow)</a:t>
                      </a:r>
                      <a:endParaRPr lang="en-US" sz="1000">
                        <a:effectLst/>
                        <a:latin typeface="Arial" panose="020B0604020202020204" pitchFamily="34" charset="0"/>
                        <a:ea typeface="+mn-ea"/>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endParaRPr lang="en-US" sz="1000" dirty="0">
                        <a:effectLst/>
                        <a:latin typeface="Arial" panose="020B0604020202020204" pitchFamily="34" charset="0"/>
                        <a:ea typeface="+mn-ea"/>
                        <a:cs typeface="Times New Roman" panose="02020603050405020304" pitchFamily="18" charset="0"/>
                      </a:endParaRPr>
                    </a:p>
                  </a:txBody>
                  <a:tcPr marL="68580" marR="68580" marT="0" marB="0"/>
                </a:tc>
                <a:tc>
                  <a:txBody>
                    <a:bodyPr/>
                    <a:lstStyle/>
                    <a:p>
                      <a:pPr marL="0" marR="0" lvl="0" indent="0" algn="l" rtl="0" eaLnBrk="1" fontAlgn="auto" latinLnBrk="0" hangingPunct="1">
                        <a:lnSpc>
                          <a:spcPts val="1800"/>
                        </a:lnSpc>
                        <a:spcBef>
                          <a:spcPts val="0"/>
                        </a:spcBef>
                        <a:spcAft>
                          <a:spcPts val="0"/>
                        </a:spcAft>
                        <a:buClrTx/>
                        <a:buSzTx/>
                        <a:buFontTx/>
                        <a:buNone/>
                      </a:pPr>
                      <a:r>
                        <a:rPr lang="en-GB" sz="1000" dirty="0">
                          <a:effectLst/>
                          <a:latin typeface="Arial"/>
                          <a:ea typeface="Times New Roman" panose="02020603050405020304" pitchFamily="18" charset="0"/>
                          <a:cs typeface="Times New Roman"/>
                        </a:rPr>
                        <a:t>During gloss low limit violation, purge gas will be maximized</a:t>
                      </a:r>
                      <a:r>
                        <a:rPr lang="en-GB" sz="1000">
                          <a:effectLst/>
                          <a:latin typeface="Arial"/>
                          <a:ea typeface="Times New Roman" panose="02020603050405020304" pitchFamily="18" charset="0"/>
                          <a:cs typeface="Times New Roman"/>
                        </a:rPr>
                        <a:t> and peak temperatures </a:t>
                      </a:r>
                      <a:r>
                        <a:rPr lang="en-GB" sz="1000" dirty="0">
                          <a:effectLst/>
                          <a:latin typeface="Arial"/>
                          <a:ea typeface="Times New Roman" panose="02020603050405020304" pitchFamily="18" charset="0"/>
                          <a:cs typeface="Times New Roman"/>
                        </a:rPr>
                        <a:t>will be reduced</a:t>
                      </a:r>
                      <a:endParaRPr lang="en-US" sz="1000" dirty="0">
                        <a:effectLst/>
                        <a:latin typeface="Arial"/>
                        <a:ea typeface="Times New Roman" panose="02020603050405020304" pitchFamily="18" charset="0"/>
                        <a:cs typeface="Times New Roman"/>
                      </a:endParaRPr>
                    </a:p>
                  </a:txBody>
                  <a:tcPr marL="68580" marR="68580" marT="0" marB="0"/>
                </a:tc>
                <a:extLst>
                  <a:ext uri="{0D108BD9-81ED-4DB2-BD59-A6C34878D82A}">
                    <a16:rowId xmlns:a16="http://schemas.microsoft.com/office/drawing/2014/main" val="197600256"/>
                  </a:ext>
                </a:extLst>
              </a:tr>
            </a:tbl>
          </a:graphicData>
        </a:graphic>
      </p:graphicFrame>
      <p:sp>
        <p:nvSpPr>
          <p:cNvPr id="19" name="BJPseudoFooter">
            <a:extLst>
              <a:ext uri="{FF2B5EF4-FFF2-40B4-BE49-F238E27FC236}">
                <a16:creationId xmlns:a16="http://schemas.microsoft.com/office/drawing/2014/main" id="{A59B9325-3C9D-4762-B13A-A3910B1DD225}"/>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14188102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A90E6-5A09-4B74-83AD-B72F307A0A84}"/>
              </a:ext>
            </a:extLst>
          </p:cNvPr>
          <p:cNvSpPr>
            <a:spLocks noGrp="1"/>
          </p:cNvSpPr>
          <p:nvPr>
            <p:ph type="title"/>
          </p:nvPr>
        </p:nvSpPr>
        <p:spPr/>
        <p:txBody>
          <a:bodyPr/>
          <a:lstStyle/>
          <a:p>
            <a:r>
              <a:rPr lang="en-US" dirty="0"/>
              <a:t>b) Gloss</a:t>
            </a:r>
            <a:endParaRPr lang="en-US" u="sng" dirty="0"/>
          </a:p>
        </p:txBody>
      </p:sp>
      <p:pic>
        <p:nvPicPr>
          <p:cNvPr id="3" name="Picture 2">
            <a:extLst>
              <a:ext uri="{FF2B5EF4-FFF2-40B4-BE49-F238E27FC236}">
                <a16:creationId xmlns:a16="http://schemas.microsoft.com/office/drawing/2014/main" id="{C0173265-E583-449D-BDE1-1DA6932977CA}"/>
              </a:ext>
            </a:extLst>
          </p:cNvPr>
          <p:cNvPicPr>
            <a:picLocks noChangeAspect="1"/>
          </p:cNvPicPr>
          <p:nvPr/>
        </p:nvPicPr>
        <p:blipFill>
          <a:blip r:embed="rId4"/>
          <a:stretch>
            <a:fillRect/>
          </a:stretch>
        </p:blipFill>
        <p:spPr>
          <a:xfrm>
            <a:off x="0" y="748775"/>
            <a:ext cx="9144000" cy="4435621"/>
          </a:xfrm>
          <a:prstGeom prst="rect">
            <a:avLst/>
          </a:prstGeom>
        </p:spPr>
      </p:pic>
      <p:sp>
        <p:nvSpPr>
          <p:cNvPr id="4" name="Oval 3">
            <a:extLst>
              <a:ext uri="{FF2B5EF4-FFF2-40B4-BE49-F238E27FC236}">
                <a16:creationId xmlns:a16="http://schemas.microsoft.com/office/drawing/2014/main" id="{5F0B596B-46E5-4A59-B596-05C7DFCC5464}"/>
              </a:ext>
            </a:extLst>
          </p:cNvPr>
          <p:cNvSpPr/>
          <p:nvPr/>
        </p:nvSpPr>
        <p:spPr>
          <a:xfrm>
            <a:off x="7339964" y="4989884"/>
            <a:ext cx="371475" cy="250825"/>
          </a:xfrm>
          <a:prstGeom prst="ellipse">
            <a:avLst/>
          </a:prstGeom>
          <a:noFill/>
          <a:ln w="28575">
            <a:solidFill>
              <a:srgbClr val="FF0000"/>
            </a:solidFill>
            <a:prstDash val="sysDash"/>
            <a:extLst>
              <a:ext uri="{C807C97D-BFC1-408E-A445-0C87EB9F89A2}">
                <ask:lineSketchStyleProps xmlns:ask="http://schemas.microsoft.com/office/drawing/2018/sketchyshapes" sd="4266498984">
                  <a:custGeom>
                    <a:avLst/>
                    <a:gdLst>
                      <a:gd name="connsiteX0" fmla="*/ 0 w 431800"/>
                      <a:gd name="connsiteY0" fmla="*/ 194426 h 388851"/>
                      <a:gd name="connsiteX1" fmla="*/ 215900 w 431800"/>
                      <a:gd name="connsiteY1" fmla="*/ 0 h 388851"/>
                      <a:gd name="connsiteX2" fmla="*/ 431800 w 431800"/>
                      <a:gd name="connsiteY2" fmla="*/ 194426 h 388851"/>
                      <a:gd name="connsiteX3" fmla="*/ 215900 w 431800"/>
                      <a:gd name="connsiteY3" fmla="*/ 388852 h 388851"/>
                      <a:gd name="connsiteX4" fmla="*/ 0 w 431800"/>
                      <a:gd name="connsiteY4" fmla="*/ 194426 h 388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800" h="388851" extrusionOk="0">
                        <a:moveTo>
                          <a:pt x="0" y="194426"/>
                        </a:moveTo>
                        <a:cubicBezTo>
                          <a:pt x="2912" y="65141"/>
                          <a:pt x="101537" y="3927"/>
                          <a:pt x="215900" y="0"/>
                        </a:cubicBezTo>
                        <a:cubicBezTo>
                          <a:pt x="323365" y="-4451"/>
                          <a:pt x="433534" y="80966"/>
                          <a:pt x="431800" y="194426"/>
                        </a:cubicBezTo>
                        <a:cubicBezTo>
                          <a:pt x="440221" y="296239"/>
                          <a:pt x="328391" y="406043"/>
                          <a:pt x="215900" y="388852"/>
                        </a:cubicBezTo>
                        <a:cubicBezTo>
                          <a:pt x="89256" y="413174"/>
                          <a:pt x="10297" y="292748"/>
                          <a:pt x="0" y="194426"/>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peech Bubble: Rectangle with Corners Rounded 7">
            <a:extLst>
              <a:ext uri="{FF2B5EF4-FFF2-40B4-BE49-F238E27FC236}">
                <a16:creationId xmlns:a16="http://schemas.microsoft.com/office/drawing/2014/main" id="{838F02B6-DF2F-4140-853F-B9058D9EF896}"/>
              </a:ext>
            </a:extLst>
          </p:cNvPr>
          <p:cNvSpPr/>
          <p:nvPr/>
        </p:nvSpPr>
        <p:spPr>
          <a:xfrm>
            <a:off x="5000625" y="5357348"/>
            <a:ext cx="1828800" cy="933450"/>
          </a:xfrm>
          <a:prstGeom prst="wedgeRoundRectCallout">
            <a:avLst>
              <a:gd name="adj1" fmla="val 78020"/>
              <a:gd name="adj2" fmla="val -6658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Gloss will be controlled between low and high limit configured by panel operator or GTM</a:t>
            </a:r>
          </a:p>
        </p:txBody>
      </p:sp>
      <p:sp>
        <p:nvSpPr>
          <p:cNvPr id="9" name="Oval 8">
            <a:extLst>
              <a:ext uri="{FF2B5EF4-FFF2-40B4-BE49-F238E27FC236}">
                <a16:creationId xmlns:a16="http://schemas.microsoft.com/office/drawing/2014/main" id="{BEB393F5-839B-437C-8B15-55609C97043D}"/>
              </a:ext>
            </a:extLst>
          </p:cNvPr>
          <p:cNvSpPr/>
          <p:nvPr/>
        </p:nvSpPr>
        <p:spPr>
          <a:xfrm>
            <a:off x="5610224" y="4946960"/>
            <a:ext cx="371475" cy="250825"/>
          </a:xfrm>
          <a:prstGeom prst="ellipse">
            <a:avLst/>
          </a:prstGeom>
          <a:noFill/>
          <a:ln w="28575">
            <a:solidFill>
              <a:srgbClr val="FF0000"/>
            </a:solidFill>
            <a:prstDash val="sysDash"/>
            <a:extLst>
              <a:ext uri="{C807C97D-BFC1-408E-A445-0C87EB9F89A2}">
                <ask:lineSketchStyleProps xmlns:ask="http://schemas.microsoft.com/office/drawing/2018/sketchyshapes" sd="4266498984">
                  <a:custGeom>
                    <a:avLst/>
                    <a:gdLst>
                      <a:gd name="connsiteX0" fmla="*/ 0 w 431800"/>
                      <a:gd name="connsiteY0" fmla="*/ 194426 h 388851"/>
                      <a:gd name="connsiteX1" fmla="*/ 215900 w 431800"/>
                      <a:gd name="connsiteY1" fmla="*/ 0 h 388851"/>
                      <a:gd name="connsiteX2" fmla="*/ 431800 w 431800"/>
                      <a:gd name="connsiteY2" fmla="*/ 194426 h 388851"/>
                      <a:gd name="connsiteX3" fmla="*/ 215900 w 431800"/>
                      <a:gd name="connsiteY3" fmla="*/ 388852 h 388851"/>
                      <a:gd name="connsiteX4" fmla="*/ 0 w 431800"/>
                      <a:gd name="connsiteY4" fmla="*/ 194426 h 388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800" h="388851" extrusionOk="0">
                        <a:moveTo>
                          <a:pt x="0" y="194426"/>
                        </a:moveTo>
                        <a:cubicBezTo>
                          <a:pt x="2912" y="65141"/>
                          <a:pt x="101537" y="3927"/>
                          <a:pt x="215900" y="0"/>
                        </a:cubicBezTo>
                        <a:cubicBezTo>
                          <a:pt x="323365" y="-4451"/>
                          <a:pt x="433534" y="80966"/>
                          <a:pt x="431800" y="194426"/>
                        </a:cubicBezTo>
                        <a:cubicBezTo>
                          <a:pt x="440221" y="296239"/>
                          <a:pt x="328391" y="406043"/>
                          <a:pt x="215900" y="388852"/>
                        </a:cubicBezTo>
                        <a:cubicBezTo>
                          <a:pt x="89256" y="413174"/>
                          <a:pt x="10297" y="292748"/>
                          <a:pt x="0" y="194426"/>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peech Bubble: Rectangle with Corners Rounded 9">
            <a:extLst>
              <a:ext uri="{FF2B5EF4-FFF2-40B4-BE49-F238E27FC236}">
                <a16:creationId xmlns:a16="http://schemas.microsoft.com/office/drawing/2014/main" id="{1E503DE8-90C8-466A-8B6E-12A92977EEFB}"/>
              </a:ext>
            </a:extLst>
          </p:cNvPr>
          <p:cNvSpPr/>
          <p:nvPr/>
        </p:nvSpPr>
        <p:spPr>
          <a:xfrm>
            <a:off x="1716405" y="5357348"/>
            <a:ext cx="1828800" cy="933450"/>
          </a:xfrm>
          <a:prstGeom prst="wedgeRoundRectCallout">
            <a:avLst>
              <a:gd name="adj1" fmla="val 78020"/>
              <a:gd name="adj2" fmla="val -6658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For product grade without gloss quality, this CV will be turned off automatically by GTM</a:t>
            </a:r>
          </a:p>
        </p:txBody>
      </p:sp>
      <p:sp>
        <p:nvSpPr>
          <p:cNvPr id="11" name="Oval 10">
            <a:extLst>
              <a:ext uri="{FF2B5EF4-FFF2-40B4-BE49-F238E27FC236}">
                <a16:creationId xmlns:a16="http://schemas.microsoft.com/office/drawing/2014/main" id="{084A0F6B-086E-4156-B240-5BEE2DDDBBFB}"/>
              </a:ext>
            </a:extLst>
          </p:cNvPr>
          <p:cNvSpPr/>
          <p:nvPr/>
        </p:nvSpPr>
        <p:spPr>
          <a:xfrm>
            <a:off x="3991925" y="4973947"/>
            <a:ext cx="371475" cy="250825"/>
          </a:xfrm>
          <a:prstGeom prst="ellipse">
            <a:avLst/>
          </a:prstGeom>
          <a:noFill/>
          <a:ln w="28575">
            <a:solidFill>
              <a:srgbClr val="FF0000"/>
            </a:solidFill>
            <a:prstDash val="sysDash"/>
            <a:extLst>
              <a:ext uri="{C807C97D-BFC1-408E-A445-0C87EB9F89A2}">
                <ask:lineSketchStyleProps xmlns:ask="http://schemas.microsoft.com/office/drawing/2018/sketchyshapes" sd="4266498984">
                  <a:custGeom>
                    <a:avLst/>
                    <a:gdLst>
                      <a:gd name="connsiteX0" fmla="*/ 0 w 431800"/>
                      <a:gd name="connsiteY0" fmla="*/ 194426 h 388851"/>
                      <a:gd name="connsiteX1" fmla="*/ 215900 w 431800"/>
                      <a:gd name="connsiteY1" fmla="*/ 0 h 388851"/>
                      <a:gd name="connsiteX2" fmla="*/ 431800 w 431800"/>
                      <a:gd name="connsiteY2" fmla="*/ 194426 h 388851"/>
                      <a:gd name="connsiteX3" fmla="*/ 215900 w 431800"/>
                      <a:gd name="connsiteY3" fmla="*/ 388852 h 388851"/>
                      <a:gd name="connsiteX4" fmla="*/ 0 w 431800"/>
                      <a:gd name="connsiteY4" fmla="*/ 194426 h 388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800" h="388851" extrusionOk="0">
                        <a:moveTo>
                          <a:pt x="0" y="194426"/>
                        </a:moveTo>
                        <a:cubicBezTo>
                          <a:pt x="2912" y="65141"/>
                          <a:pt x="101537" y="3927"/>
                          <a:pt x="215900" y="0"/>
                        </a:cubicBezTo>
                        <a:cubicBezTo>
                          <a:pt x="323365" y="-4451"/>
                          <a:pt x="433534" y="80966"/>
                          <a:pt x="431800" y="194426"/>
                        </a:cubicBezTo>
                        <a:cubicBezTo>
                          <a:pt x="440221" y="296239"/>
                          <a:pt x="328391" y="406043"/>
                          <a:pt x="215900" y="388852"/>
                        </a:cubicBezTo>
                        <a:cubicBezTo>
                          <a:pt x="89256" y="413174"/>
                          <a:pt x="10297" y="292748"/>
                          <a:pt x="0" y="194426"/>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BJPseudoFooter">
            <a:extLst>
              <a:ext uri="{FF2B5EF4-FFF2-40B4-BE49-F238E27FC236}">
                <a16:creationId xmlns:a16="http://schemas.microsoft.com/office/drawing/2014/main" id="{C63A6A5A-3BCD-4D30-8DE1-93DC9949EC48}"/>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28391476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A90E6-5A09-4B74-83AD-B72F307A0A84}"/>
              </a:ext>
            </a:extLst>
          </p:cNvPr>
          <p:cNvSpPr>
            <a:spLocks noGrp="1"/>
          </p:cNvSpPr>
          <p:nvPr>
            <p:ph type="title"/>
          </p:nvPr>
        </p:nvSpPr>
        <p:spPr/>
        <p:txBody>
          <a:bodyPr/>
          <a:lstStyle/>
          <a:p>
            <a:r>
              <a:rPr lang="en-US" dirty="0"/>
              <a:t>c) </a:t>
            </a:r>
            <a:r>
              <a:rPr lang="en-US" dirty="0" err="1"/>
              <a:t>Prodspex</a:t>
            </a:r>
            <a:endParaRPr lang="en-US" dirty="0"/>
          </a:p>
        </p:txBody>
      </p:sp>
      <p:sp>
        <p:nvSpPr>
          <p:cNvPr id="7" name="TextBox 6">
            <a:extLst>
              <a:ext uri="{FF2B5EF4-FFF2-40B4-BE49-F238E27FC236}">
                <a16:creationId xmlns:a16="http://schemas.microsoft.com/office/drawing/2014/main" id="{164614DD-4FA3-489F-920D-D55193948B4F}"/>
              </a:ext>
            </a:extLst>
          </p:cNvPr>
          <p:cNvSpPr txBox="1"/>
          <p:nvPr/>
        </p:nvSpPr>
        <p:spPr>
          <a:xfrm>
            <a:off x="696286" y="1120848"/>
            <a:ext cx="8015914" cy="923330"/>
          </a:xfrm>
          <a:prstGeom prst="rect">
            <a:avLst/>
          </a:prstGeom>
          <a:noFill/>
        </p:spPr>
        <p:txBody>
          <a:bodyPr wrap="square" rtlCol="0">
            <a:spAutoFit/>
          </a:bodyPr>
          <a:lstStyle/>
          <a:p>
            <a:r>
              <a:rPr lang="en-US" dirty="0" err="1"/>
              <a:t>Prodspex</a:t>
            </a:r>
            <a:r>
              <a:rPr lang="en-US" dirty="0"/>
              <a:t> is controlled by Peak Temperature 1 / 2 /3 / 4 and purge gas flow where all the peak temperature are configured to be maximized and purge gas flow is configured to be minimized to maximize production</a:t>
            </a:r>
          </a:p>
        </p:txBody>
      </p:sp>
      <p:graphicFrame>
        <p:nvGraphicFramePr>
          <p:cNvPr id="4" name="Table 3">
            <a:extLst>
              <a:ext uri="{FF2B5EF4-FFF2-40B4-BE49-F238E27FC236}">
                <a16:creationId xmlns:a16="http://schemas.microsoft.com/office/drawing/2014/main" id="{226D4035-2113-4CA7-BC81-BEC015D02BAB}"/>
              </a:ext>
            </a:extLst>
          </p:cNvPr>
          <p:cNvGraphicFramePr>
            <a:graphicFrameLocks noGrp="1"/>
          </p:cNvGraphicFramePr>
          <p:nvPr>
            <p:extLst>
              <p:ext uri="{D42A27DB-BD31-4B8C-83A1-F6EECF244321}">
                <p14:modId xmlns:p14="http://schemas.microsoft.com/office/powerpoint/2010/main" val="2285299767"/>
              </p:ext>
            </p:extLst>
          </p:nvPr>
        </p:nvGraphicFramePr>
        <p:xfrm>
          <a:off x="850900" y="2346388"/>
          <a:ext cx="7429501" cy="3019300"/>
        </p:xfrm>
        <a:graphic>
          <a:graphicData uri="http://schemas.openxmlformats.org/drawingml/2006/table">
            <a:tbl>
              <a:tblPr firstRow="1" firstCol="1" bandRow="1">
                <a:tableStyleId>{7E9639D4-E3E2-4D34-9284-5A2195B3D0D7}</a:tableStyleId>
              </a:tblPr>
              <a:tblGrid>
                <a:gridCol w="1500188">
                  <a:extLst>
                    <a:ext uri="{9D8B030D-6E8A-4147-A177-3AD203B41FA5}">
                      <a16:colId xmlns:a16="http://schemas.microsoft.com/office/drawing/2014/main" val="1492211177"/>
                    </a:ext>
                  </a:extLst>
                </a:gridCol>
                <a:gridCol w="1696244">
                  <a:extLst>
                    <a:ext uri="{9D8B030D-6E8A-4147-A177-3AD203B41FA5}">
                      <a16:colId xmlns:a16="http://schemas.microsoft.com/office/drawing/2014/main" val="2483746146"/>
                    </a:ext>
                  </a:extLst>
                </a:gridCol>
                <a:gridCol w="4233069">
                  <a:extLst>
                    <a:ext uri="{9D8B030D-6E8A-4147-A177-3AD203B41FA5}">
                      <a16:colId xmlns:a16="http://schemas.microsoft.com/office/drawing/2014/main" val="3743917581"/>
                    </a:ext>
                  </a:extLst>
                </a:gridCol>
              </a:tblGrid>
              <a:tr h="323850">
                <a:tc>
                  <a:txBody>
                    <a:bodyPr/>
                    <a:lstStyle/>
                    <a:p>
                      <a:pPr marL="0" marR="0" algn="ctr" fontAlgn="auto">
                        <a:lnSpc>
                          <a:spcPts val="1800"/>
                        </a:lnSpc>
                        <a:spcBef>
                          <a:spcPts val="0"/>
                        </a:spcBef>
                        <a:spcAft>
                          <a:spcPts val="0"/>
                        </a:spcAft>
                      </a:pPr>
                      <a:r>
                        <a:rPr lang="en-GB" sz="1000">
                          <a:effectLst/>
                        </a:rPr>
                        <a:t>Manipulated </a:t>
                      </a:r>
                      <a:br>
                        <a:rPr lang="en-GB" sz="1000">
                          <a:effectLst/>
                        </a:rPr>
                      </a:br>
                      <a:r>
                        <a:rPr lang="en-GB" sz="1000">
                          <a:effectLst/>
                        </a:rPr>
                        <a:t>Variables (MV)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fontAlgn="auto">
                        <a:lnSpc>
                          <a:spcPts val="1800"/>
                        </a:lnSpc>
                        <a:spcBef>
                          <a:spcPts val="0"/>
                        </a:spcBef>
                        <a:spcAft>
                          <a:spcPts val="0"/>
                        </a:spcAft>
                      </a:pPr>
                      <a:r>
                        <a:rPr lang="en-GB" sz="1000">
                          <a:effectLst/>
                        </a:rPr>
                        <a:t>Controlled </a:t>
                      </a:r>
                      <a:br>
                        <a:rPr lang="en-GB" sz="1000">
                          <a:effectLst/>
                        </a:rPr>
                      </a:br>
                      <a:r>
                        <a:rPr lang="en-GB" sz="1000">
                          <a:effectLst/>
                        </a:rPr>
                        <a:t>Variables (CV)</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fontAlgn="auto">
                        <a:lnSpc>
                          <a:spcPts val="1800"/>
                        </a:lnSpc>
                        <a:spcBef>
                          <a:spcPts val="0"/>
                        </a:spcBef>
                        <a:spcAft>
                          <a:spcPts val="0"/>
                        </a:spcAft>
                      </a:pPr>
                      <a:r>
                        <a:rPr lang="en-GB" sz="1000">
                          <a:effectLst/>
                        </a:rPr>
                        <a:t>APC Controller Objectives</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56953785"/>
                  </a:ext>
                </a:extLst>
              </a:tr>
              <a:tr h="323850">
                <a:tc>
                  <a:txBody>
                    <a:bodyPr/>
                    <a:lstStyle/>
                    <a:p>
                      <a:pPr marL="0" marR="0" algn="l" fontAlgn="auto">
                        <a:lnSpc>
                          <a:spcPts val="1800"/>
                        </a:lnSpc>
                        <a:spcBef>
                          <a:spcPts val="0"/>
                        </a:spcBef>
                        <a:spcAft>
                          <a:spcPts val="0"/>
                        </a:spcAft>
                      </a:pPr>
                      <a:r>
                        <a:rPr lang="en-GB" sz="1000">
                          <a:effectLst/>
                        </a:rPr>
                        <a:t>APTEMP1</a:t>
                      </a:r>
                      <a:br>
                        <a:rPr lang="en-GB" sz="1000">
                          <a:effectLst/>
                        </a:rPr>
                      </a:br>
                      <a:r>
                        <a:rPr lang="en-GB" sz="800">
                          <a:effectLst/>
                        </a:rPr>
                        <a:t>(Peak Temp Zone 1)</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r>
                        <a:rPr lang="en-GB" sz="1000">
                          <a:effectLst/>
                        </a:rPr>
                        <a:t>PRODSPEX</a:t>
                      </a:r>
                      <a:br>
                        <a:rPr lang="en-GB" sz="1000">
                          <a:effectLst/>
                        </a:rPr>
                      </a:br>
                      <a:r>
                        <a:rPr lang="en-GB" sz="800">
                          <a:effectLst/>
                        </a:rPr>
                        <a:t>(Production Rate)</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r>
                        <a:rPr lang="en-GB" sz="10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 maximize production rate to its high limit as set by the operator or APR/TM. Main handle is Peak temperature.</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48386894"/>
                  </a:ext>
                </a:extLst>
              </a:tr>
              <a:tr h="325755">
                <a:tc>
                  <a:txBody>
                    <a:bodyPr/>
                    <a:lstStyle/>
                    <a:p>
                      <a:pPr marL="0" marR="0" algn="l" fontAlgn="auto">
                        <a:lnSpc>
                          <a:spcPts val="1800"/>
                        </a:lnSpc>
                        <a:spcBef>
                          <a:spcPts val="0"/>
                        </a:spcBef>
                        <a:spcAft>
                          <a:spcPts val="0"/>
                        </a:spcAft>
                      </a:pPr>
                      <a:r>
                        <a:rPr lang="en-GB" sz="1000">
                          <a:effectLst/>
                        </a:rPr>
                        <a:t>APTEMP2</a:t>
                      </a:r>
                      <a:br>
                        <a:rPr lang="en-GB" sz="1000">
                          <a:effectLst/>
                        </a:rPr>
                      </a:br>
                      <a:r>
                        <a:rPr lang="en-GB" sz="800">
                          <a:effectLst/>
                        </a:rPr>
                        <a:t>(Peak Temp Zone 2)</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pPr>
                      <a:endParaRPr lang="en-US" sz="1100">
                        <a:effectLst/>
                        <a:latin typeface="Calibri" panose="020F0502020204030204" pitchFamily="34" charset="0"/>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r>
                        <a:rPr lang="en-GB" sz="1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PRODSPEX is used all the time to optimize the production rate.</a:t>
                      </a:r>
                      <a:r>
                        <a:rPr lang="en-GB" sz="800" dirty="0">
                          <a:effectLst/>
                          <a:latin typeface="Arial" panose="020B0604020202020204" pitchFamily="34" charset="0"/>
                          <a:ea typeface="Times New Roman" panose="02020603050405020304" pitchFamily="18" charset="0"/>
                          <a:cs typeface="Times New Roman" panose="02020603050405020304" pitchFamily="18" charset="0"/>
                        </a:rPr>
                        <a:t>  </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96037863"/>
                  </a:ext>
                </a:extLst>
              </a:tr>
              <a:tr h="304800">
                <a:tc>
                  <a:txBody>
                    <a:bodyPr/>
                    <a:lstStyle/>
                    <a:p>
                      <a:pPr marL="0" marR="0" algn="l" fontAlgn="auto">
                        <a:lnSpc>
                          <a:spcPts val="1800"/>
                        </a:lnSpc>
                        <a:spcBef>
                          <a:spcPts val="0"/>
                        </a:spcBef>
                        <a:spcAft>
                          <a:spcPts val="0"/>
                        </a:spcAft>
                      </a:pPr>
                      <a:r>
                        <a:rPr lang="en-GB" sz="1000">
                          <a:effectLst/>
                        </a:rPr>
                        <a:t>APTEMP3</a:t>
                      </a:r>
                      <a:br>
                        <a:rPr lang="en-GB" sz="1000">
                          <a:effectLst/>
                        </a:rPr>
                      </a:br>
                      <a:r>
                        <a:rPr lang="en-GB" sz="800">
                          <a:effectLst/>
                        </a:rPr>
                        <a:t>(Peak Temp Zone 3)</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r>
                        <a:rPr lang="en-GB" sz="1000">
                          <a:effectLst/>
                        </a:rPr>
                        <a:t> </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r>
                        <a:rPr lang="en-GB" sz="10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76458912"/>
                  </a:ext>
                </a:extLst>
              </a:tr>
              <a:tr h="304800">
                <a:tc>
                  <a:txBody>
                    <a:bodyPr/>
                    <a:lstStyle/>
                    <a:p>
                      <a:pPr marL="0" marR="0" algn="l" fontAlgn="auto">
                        <a:lnSpc>
                          <a:spcPts val="1800"/>
                        </a:lnSpc>
                        <a:spcBef>
                          <a:spcPts val="0"/>
                        </a:spcBef>
                        <a:spcAft>
                          <a:spcPts val="0"/>
                        </a:spcAft>
                      </a:pPr>
                      <a:r>
                        <a:rPr lang="en-GB" sz="1000">
                          <a:effectLst/>
                        </a:rPr>
                        <a:t>APTEMP4</a:t>
                      </a:r>
                      <a:br>
                        <a:rPr lang="en-GB" sz="1000">
                          <a:effectLst/>
                        </a:rPr>
                      </a:br>
                      <a:r>
                        <a:rPr lang="en-GB" sz="800">
                          <a:effectLst/>
                        </a:rPr>
                        <a:t>(Peak Temp Zone 4)</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r>
                        <a:rPr lang="en-GB" sz="1000">
                          <a:effectLst/>
                        </a:rPr>
                        <a:t> </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r>
                        <a:rPr lang="en-GB" sz="1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Purge gas will be set to be minimized to maximize </a:t>
                      </a:r>
                      <a:r>
                        <a:rPr lang="en-GB" sz="10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Prodspex</a:t>
                      </a:r>
                      <a:r>
                        <a:rPr lang="en-GB" sz="1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r>
                        <a:rPr lang="en-GB" sz="800" dirty="0">
                          <a:effectLst/>
                          <a:latin typeface="Arial" panose="020B0604020202020204" pitchFamily="34" charset="0"/>
                          <a:ea typeface="Times New Roman" panose="02020603050405020304" pitchFamily="18" charset="0"/>
                          <a:cs typeface="Times New Roman" panose="02020603050405020304" pitchFamily="18" charset="0"/>
                        </a:rPr>
                        <a:t> </a:t>
                      </a:r>
                      <a:r>
                        <a:rPr lang="en-GB" sz="1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n-GB" sz="1000" dirty="0">
                          <a:effectLst/>
                          <a:latin typeface="Arial" panose="020B0604020202020204" pitchFamily="34" charset="0"/>
                          <a:ea typeface="Times New Roman" panose="02020603050405020304" pitchFamily="18" charset="0"/>
                          <a:cs typeface="Times New Roman" panose="02020603050405020304" pitchFamily="18" charset="0"/>
                        </a:rPr>
                        <a:t>During gloss low limit violation, purge gas and peak will be directly responding to gloss measurement due to lower SS Low rank (means higher priority) parameter configured for gloss than </a:t>
                      </a:r>
                      <a:r>
                        <a:rPr lang="en-GB" sz="1000" dirty="0" err="1">
                          <a:effectLst/>
                          <a:latin typeface="Arial" panose="020B0604020202020204" pitchFamily="34" charset="0"/>
                          <a:ea typeface="Times New Roman" panose="02020603050405020304" pitchFamily="18" charset="0"/>
                          <a:cs typeface="Times New Roman" panose="02020603050405020304" pitchFamily="18" charset="0"/>
                        </a:rPr>
                        <a:t>prodspex</a:t>
                      </a:r>
                      <a:r>
                        <a:rPr lang="en-GB" sz="1000" dirty="0">
                          <a:effectLst/>
                          <a:latin typeface="Arial" panose="020B0604020202020204" pitchFamily="34" charset="0"/>
                          <a:ea typeface="Times New Roman" panose="02020603050405020304" pitchFamily="18" charset="0"/>
                          <a:cs typeface="Times New Roman" panose="02020603050405020304" pitchFamily="18" charset="0"/>
                        </a:rPr>
                        <a:t>. </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36462336"/>
                  </a:ext>
                </a:extLst>
              </a:tr>
              <a:tr h="304800">
                <a:tc>
                  <a:txBody>
                    <a:bodyPr/>
                    <a:lstStyle/>
                    <a:p>
                      <a:pPr marL="0" marR="0" algn="l" fontAlgn="auto">
                        <a:lnSpc>
                          <a:spcPts val="1800"/>
                        </a:lnSpc>
                        <a:spcBef>
                          <a:spcPts val="0"/>
                        </a:spcBef>
                        <a:spcAft>
                          <a:spcPts val="0"/>
                        </a:spcAft>
                      </a:pPr>
                      <a:r>
                        <a:rPr lang="en-GB" sz="1000">
                          <a:effectLst/>
                        </a:rPr>
                        <a:t>11FIC0401.PV</a:t>
                      </a:r>
                      <a:endParaRPr lang="en-US" sz="1000">
                        <a:effectLst/>
                      </a:endParaRPr>
                    </a:p>
                    <a:p>
                      <a:pPr marL="0" marR="0" algn="l" fontAlgn="auto">
                        <a:lnSpc>
                          <a:spcPts val="1800"/>
                        </a:lnSpc>
                        <a:spcBef>
                          <a:spcPts val="0"/>
                        </a:spcBef>
                        <a:spcAft>
                          <a:spcPts val="0"/>
                        </a:spcAft>
                      </a:pPr>
                      <a:r>
                        <a:rPr lang="en-GB" sz="800">
                          <a:effectLst/>
                        </a:rPr>
                        <a:t>(Purge gas flow)</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r>
                        <a:rPr lang="en-GB" sz="1000">
                          <a:effectLst/>
                        </a:rPr>
                        <a:t> </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fontAlgn="auto">
                        <a:lnSpc>
                          <a:spcPts val="1800"/>
                        </a:lnSpc>
                        <a:spcBef>
                          <a:spcPts val="0"/>
                        </a:spcBef>
                        <a:spcAft>
                          <a:spcPts val="0"/>
                        </a:spcAft>
                      </a:pPr>
                      <a:r>
                        <a:rPr lang="en-GB" sz="1000" dirty="0">
                          <a:effectLst/>
                          <a:latin typeface="Arial" panose="020B0604020202020204" pitchFamily="34" charset="0"/>
                          <a:ea typeface="Times New Roman" panose="02020603050405020304" pitchFamily="18" charset="0"/>
                          <a:cs typeface="Times New Roman" panose="02020603050405020304" pitchFamily="18" charset="0"/>
                        </a:rPr>
                        <a:t>This is configured due to both CV (gloss &amp; </a:t>
                      </a:r>
                      <a:r>
                        <a:rPr lang="en-GB" sz="1000" dirty="0" err="1">
                          <a:effectLst/>
                          <a:latin typeface="Arial" panose="020B0604020202020204" pitchFamily="34" charset="0"/>
                          <a:ea typeface="Times New Roman" panose="02020603050405020304" pitchFamily="18" charset="0"/>
                          <a:cs typeface="Times New Roman" panose="02020603050405020304" pitchFamily="18" charset="0"/>
                        </a:rPr>
                        <a:t>prodspex</a:t>
                      </a:r>
                      <a:r>
                        <a:rPr lang="en-GB" sz="1000" dirty="0">
                          <a:effectLst/>
                          <a:latin typeface="Arial" panose="020B0604020202020204" pitchFamily="34" charset="0"/>
                          <a:ea typeface="Times New Roman" panose="02020603050405020304" pitchFamily="18" charset="0"/>
                          <a:cs typeface="Times New Roman" panose="02020603050405020304" pitchFamily="18" charset="0"/>
                        </a:rPr>
                        <a:t>) are utilizing the same handles</a:t>
                      </a:r>
                      <a:r>
                        <a:rPr lang="en-GB" sz="1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1251342"/>
                  </a:ext>
                </a:extLst>
              </a:tr>
            </a:tbl>
          </a:graphicData>
        </a:graphic>
      </p:graphicFrame>
      <p:sp>
        <p:nvSpPr>
          <p:cNvPr id="19" name="BJPseudoFooter">
            <a:extLst>
              <a:ext uri="{FF2B5EF4-FFF2-40B4-BE49-F238E27FC236}">
                <a16:creationId xmlns:a16="http://schemas.microsoft.com/office/drawing/2014/main" id="{7C26F7FB-CD3B-4A8E-A2B6-A8FA612C06F9}"/>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5901469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A90E6-5A09-4B74-83AD-B72F307A0A84}"/>
              </a:ext>
            </a:extLst>
          </p:cNvPr>
          <p:cNvSpPr>
            <a:spLocks noGrp="1"/>
          </p:cNvSpPr>
          <p:nvPr>
            <p:ph type="title"/>
          </p:nvPr>
        </p:nvSpPr>
        <p:spPr/>
        <p:txBody>
          <a:bodyPr/>
          <a:lstStyle/>
          <a:p>
            <a:r>
              <a:rPr lang="en-US" dirty="0"/>
              <a:t>c) </a:t>
            </a:r>
            <a:r>
              <a:rPr lang="en-US" dirty="0" err="1"/>
              <a:t>Prodspex</a:t>
            </a:r>
            <a:endParaRPr lang="en-US" u="sng" dirty="0"/>
          </a:p>
        </p:txBody>
      </p:sp>
      <p:pic>
        <p:nvPicPr>
          <p:cNvPr id="3" name="Picture 2">
            <a:extLst>
              <a:ext uri="{FF2B5EF4-FFF2-40B4-BE49-F238E27FC236}">
                <a16:creationId xmlns:a16="http://schemas.microsoft.com/office/drawing/2014/main" id="{C0173265-E583-449D-BDE1-1DA6932977CA}"/>
              </a:ext>
            </a:extLst>
          </p:cNvPr>
          <p:cNvPicPr>
            <a:picLocks noChangeAspect="1"/>
          </p:cNvPicPr>
          <p:nvPr/>
        </p:nvPicPr>
        <p:blipFill>
          <a:blip r:embed="rId4"/>
          <a:stretch>
            <a:fillRect/>
          </a:stretch>
        </p:blipFill>
        <p:spPr>
          <a:xfrm>
            <a:off x="0" y="748775"/>
            <a:ext cx="9144000" cy="4435621"/>
          </a:xfrm>
          <a:prstGeom prst="rect">
            <a:avLst/>
          </a:prstGeom>
        </p:spPr>
      </p:pic>
      <p:sp>
        <p:nvSpPr>
          <p:cNvPr id="4" name="Oval 3">
            <a:extLst>
              <a:ext uri="{FF2B5EF4-FFF2-40B4-BE49-F238E27FC236}">
                <a16:creationId xmlns:a16="http://schemas.microsoft.com/office/drawing/2014/main" id="{5F0B596B-46E5-4A59-B596-05C7DFCC5464}"/>
              </a:ext>
            </a:extLst>
          </p:cNvPr>
          <p:cNvSpPr/>
          <p:nvPr/>
        </p:nvSpPr>
        <p:spPr>
          <a:xfrm>
            <a:off x="7339964" y="4481884"/>
            <a:ext cx="371475" cy="250825"/>
          </a:xfrm>
          <a:prstGeom prst="ellipse">
            <a:avLst/>
          </a:prstGeom>
          <a:noFill/>
          <a:ln w="28575">
            <a:solidFill>
              <a:srgbClr val="FF0000"/>
            </a:solidFill>
            <a:prstDash val="sysDash"/>
            <a:extLst>
              <a:ext uri="{C807C97D-BFC1-408E-A445-0C87EB9F89A2}">
                <ask:lineSketchStyleProps xmlns:ask="http://schemas.microsoft.com/office/drawing/2018/sketchyshapes" sd="4266498984">
                  <a:custGeom>
                    <a:avLst/>
                    <a:gdLst>
                      <a:gd name="connsiteX0" fmla="*/ 0 w 431800"/>
                      <a:gd name="connsiteY0" fmla="*/ 194426 h 388851"/>
                      <a:gd name="connsiteX1" fmla="*/ 215900 w 431800"/>
                      <a:gd name="connsiteY1" fmla="*/ 0 h 388851"/>
                      <a:gd name="connsiteX2" fmla="*/ 431800 w 431800"/>
                      <a:gd name="connsiteY2" fmla="*/ 194426 h 388851"/>
                      <a:gd name="connsiteX3" fmla="*/ 215900 w 431800"/>
                      <a:gd name="connsiteY3" fmla="*/ 388852 h 388851"/>
                      <a:gd name="connsiteX4" fmla="*/ 0 w 431800"/>
                      <a:gd name="connsiteY4" fmla="*/ 194426 h 388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800" h="388851" extrusionOk="0">
                        <a:moveTo>
                          <a:pt x="0" y="194426"/>
                        </a:moveTo>
                        <a:cubicBezTo>
                          <a:pt x="2912" y="65141"/>
                          <a:pt x="101537" y="3927"/>
                          <a:pt x="215900" y="0"/>
                        </a:cubicBezTo>
                        <a:cubicBezTo>
                          <a:pt x="323365" y="-4451"/>
                          <a:pt x="433534" y="80966"/>
                          <a:pt x="431800" y="194426"/>
                        </a:cubicBezTo>
                        <a:cubicBezTo>
                          <a:pt x="440221" y="296239"/>
                          <a:pt x="328391" y="406043"/>
                          <a:pt x="215900" y="388852"/>
                        </a:cubicBezTo>
                        <a:cubicBezTo>
                          <a:pt x="89256" y="413174"/>
                          <a:pt x="10297" y="292748"/>
                          <a:pt x="0" y="194426"/>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peech Bubble: Rectangle with Corners Rounded 7">
            <a:extLst>
              <a:ext uri="{FF2B5EF4-FFF2-40B4-BE49-F238E27FC236}">
                <a16:creationId xmlns:a16="http://schemas.microsoft.com/office/drawing/2014/main" id="{838F02B6-DF2F-4140-853F-B9058D9EF896}"/>
              </a:ext>
            </a:extLst>
          </p:cNvPr>
          <p:cNvSpPr/>
          <p:nvPr/>
        </p:nvSpPr>
        <p:spPr>
          <a:xfrm>
            <a:off x="5000625" y="5357348"/>
            <a:ext cx="1828800" cy="933450"/>
          </a:xfrm>
          <a:prstGeom prst="wedgeRoundRectCallout">
            <a:avLst>
              <a:gd name="adj1" fmla="val 78020"/>
              <a:gd name="adj2" fmla="val -11828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err="1"/>
              <a:t>Prodspex</a:t>
            </a:r>
            <a:r>
              <a:rPr lang="en-US" sz="1100" dirty="0"/>
              <a:t> will be controlled between low and high limit . APC will try to bring to high limit.</a:t>
            </a:r>
          </a:p>
        </p:txBody>
      </p:sp>
      <p:sp>
        <p:nvSpPr>
          <p:cNvPr id="10" name="Speech Bubble: Rectangle with Corners Rounded 9">
            <a:extLst>
              <a:ext uri="{FF2B5EF4-FFF2-40B4-BE49-F238E27FC236}">
                <a16:creationId xmlns:a16="http://schemas.microsoft.com/office/drawing/2014/main" id="{1E503DE8-90C8-466A-8B6E-12A92977EEFB}"/>
              </a:ext>
            </a:extLst>
          </p:cNvPr>
          <p:cNvSpPr/>
          <p:nvPr/>
        </p:nvSpPr>
        <p:spPr>
          <a:xfrm>
            <a:off x="1716405" y="5357348"/>
            <a:ext cx="1828800" cy="933450"/>
          </a:xfrm>
          <a:prstGeom prst="wedgeRoundRectCallout">
            <a:avLst>
              <a:gd name="adj1" fmla="val 80103"/>
              <a:gd name="adj2" fmla="val -11420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err="1"/>
              <a:t>Prodspex</a:t>
            </a:r>
            <a:r>
              <a:rPr lang="en-US" sz="1100" dirty="0"/>
              <a:t> will be turned ON all the time to ensure production maximization.</a:t>
            </a:r>
          </a:p>
        </p:txBody>
      </p:sp>
      <p:sp>
        <p:nvSpPr>
          <p:cNvPr id="11" name="Oval 10">
            <a:extLst>
              <a:ext uri="{FF2B5EF4-FFF2-40B4-BE49-F238E27FC236}">
                <a16:creationId xmlns:a16="http://schemas.microsoft.com/office/drawing/2014/main" id="{084A0F6B-086E-4156-B240-5BEE2DDDBBFB}"/>
              </a:ext>
            </a:extLst>
          </p:cNvPr>
          <p:cNvSpPr/>
          <p:nvPr/>
        </p:nvSpPr>
        <p:spPr>
          <a:xfrm>
            <a:off x="3991925" y="4481883"/>
            <a:ext cx="371475" cy="250825"/>
          </a:xfrm>
          <a:prstGeom prst="ellipse">
            <a:avLst/>
          </a:prstGeom>
          <a:noFill/>
          <a:ln w="28575">
            <a:solidFill>
              <a:srgbClr val="FF0000"/>
            </a:solidFill>
            <a:prstDash val="sysDash"/>
            <a:extLst>
              <a:ext uri="{C807C97D-BFC1-408E-A445-0C87EB9F89A2}">
                <ask:lineSketchStyleProps xmlns:ask="http://schemas.microsoft.com/office/drawing/2018/sketchyshapes" sd="4266498984">
                  <a:custGeom>
                    <a:avLst/>
                    <a:gdLst>
                      <a:gd name="connsiteX0" fmla="*/ 0 w 431800"/>
                      <a:gd name="connsiteY0" fmla="*/ 194426 h 388851"/>
                      <a:gd name="connsiteX1" fmla="*/ 215900 w 431800"/>
                      <a:gd name="connsiteY1" fmla="*/ 0 h 388851"/>
                      <a:gd name="connsiteX2" fmla="*/ 431800 w 431800"/>
                      <a:gd name="connsiteY2" fmla="*/ 194426 h 388851"/>
                      <a:gd name="connsiteX3" fmla="*/ 215900 w 431800"/>
                      <a:gd name="connsiteY3" fmla="*/ 388852 h 388851"/>
                      <a:gd name="connsiteX4" fmla="*/ 0 w 431800"/>
                      <a:gd name="connsiteY4" fmla="*/ 194426 h 388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800" h="388851" extrusionOk="0">
                        <a:moveTo>
                          <a:pt x="0" y="194426"/>
                        </a:moveTo>
                        <a:cubicBezTo>
                          <a:pt x="2912" y="65141"/>
                          <a:pt x="101537" y="3927"/>
                          <a:pt x="215900" y="0"/>
                        </a:cubicBezTo>
                        <a:cubicBezTo>
                          <a:pt x="323365" y="-4451"/>
                          <a:pt x="433534" y="80966"/>
                          <a:pt x="431800" y="194426"/>
                        </a:cubicBezTo>
                        <a:cubicBezTo>
                          <a:pt x="440221" y="296239"/>
                          <a:pt x="328391" y="406043"/>
                          <a:pt x="215900" y="388852"/>
                        </a:cubicBezTo>
                        <a:cubicBezTo>
                          <a:pt x="89256" y="413174"/>
                          <a:pt x="10297" y="292748"/>
                          <a:pt x="0" y="194426"/>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BJPseudoFooter">
            <a:extLst>
              <a:ext uri="{FF2B5EF4-FFF2-40B4-BE49-F238E27FC236}">
                <a16:creationId xmlns:a16="http://schemas.microsoft.com/office/drawing/2014/main" id="{0BF9A600-B8F5-49A1-B3F0-18463A13B682}"/>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11509866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4350E-691B-4249-AA3C-662AC9FA9DFE}"/>
              </a:ext>
            </a:extLst>
          </p:cNvPr>
          <p:cNvSpPr>
            <a:spLocks noGrp="1"/>
          </p:cNvSpPr>
          <p:nvPr>
            <p:ph type="title"/>
          </p:nvPr>
        </p:nvSpPr>
        <p:spPr/>
        <p:txBody>
          <a:bodyPr/>
          <a:lstStyle/>
          <a:p>
            <a:r>
              <a:rPr lang="en-US" dirty="0"/>
              <a:t>How to operate APC</a:t>
            </a:r>
          </a:p>
        </p:txBody>
      </p:sp>
      <p:sp>
        <p:nvSpPr>
          <p:cNvPr id="3" name="Text Placeholder 2">
            <a:extLst>
              <a:ext uri="{FF2B5EF4-FFF2-40B4-BE49-F238E27FC236}">
                <a16:creationId xmlns:a16="http://schemas.microsoft.com/office/drawing/2014/main" id="{8157B0AC-EBDA-4D10-941D-C30098E096B4}"/>
              </a:ext>
            </a:extLst>
          </p:cNvPr>
          <p:cNvSpPr>
            <a:spLocks noGrp="1"/>
          </p:cNvSpPr>
          <p:nvPr>
            <p:ph type="body" sz="quarter" idx="10"/>
          </p:nvPr>
        </p:nvSpPr>
        <p:spPr/>
        <p:txBody>
          <a:bodyPr/>
          <a:lstStyle/>
          <a:p>
            <a:r>
              <a:rPr lang="en-US" u="sng" dirty="0"/>
              <a:t>Checklist before turning ON APC.</a:t>
            </a:r>
          </a:p>
          <a:p>
            <a:endParaRPr lang="en-US" dirty="0">
              <a:latin typeface="Times New Roman" pitchFamily="18" charset="0"/>
            </a:endParaRPr>
          </a:p>
          <a:p>
            <a:pPr marL="285750" indent="-285750">
              <a:buFont typeface="Wingdings" panose="05000000000000000000" pitchFamily="2" charset="2"/>
              <a:buChar char="q"/>
            </a:pPr>
            <a:r>
              <a:rPr lang="en-US" dirty="0">
                <a:latin typeface="Times New Roman" pitchFamily="18" charset="0"/>
              </a:rPr>
              <a:t>Plant is running at normal and stable condition.</a:t>
            </a:r>
          </a:p>
          <a:p>
            <a:pPr marL="285750" indent="-285750">
              <a:buFont typeface="Wingdings" panose="05000000000000000000" pitchFamily="2" charset="2"/>
              <a:buChar char="q"/>
            </a:pPr>
            <a:r>
              <a:rPr lang="en-US" dirty="0">
                <a:latin typeface="Times New Roman" pitchFamily="18" charset="0"/>
              </a:rPr>
              <a:t>Check and verify lab readings for MFI &amp; Gloss.</a:t>
            </a:r>
          </a:p>
          <a:p>
            <a:pPr marL="285750" indent="-285750">
              <a:buFont typeface="Wingdings" panose="05000000000000000000" pitchFamily="2" charset="2"/>
              <a:buChar char="q"/>
            </a:pPr>
            <a:r>
              <a:rPr lang="en-US" dirty="0">
                <a:latin typeface="Times New Roman" pitchFamily="18" charset="0"/>
              </a:rPr>
              <a:t>Inferential is updated with latest APC QC Lab result for MFI &amp; Gloss.</a:t>
            </a:r>
          </a:p>
          <a:p>
            <a:pPr marL="285750" indent="-285750">
              <a:buFont typeface="Wingdings" panose="05000000000000000000" pitchFamily="2" charset="2"/>
              <a:buChar char="q"/>
            </a:pPr>
            <a:r>
              <a:rPr lang="en-US" dirty="0">
                <a:latin typeface="Times New Roman" pitchFamily="18" charset="0"/>
              </a:rPr>
              <a:t>Ensure that you know what quality you are targeting for. (i.e. MFI for specific grade)</a:t>
            </a:r>
          </a:p>
          <a:p>
            <a:pPr marL="285750" indent="-285750">
              <a:buFont typeface="Wingdings" panose="05000000000000000000" pitchFamily="2" charset="2"/>
              <a:buChar char="q"/>
            </a:pPr>
            <a:r>
              <a:rPr lang="en-US" dirty="0">
                <a:latin typeface="Times New Roman" pitchFamily="18" charset="0"/>
              </a:rPr>
              <a:t>Check the mode of your MVs. Ensure that it is in Auto mode. (APTEMP1, APCTA, APPURGE </a:t>
            </a:r>
            <a:r>
              <a:rPr lang="en-US" dirty="0" err="1">
                <a:latin typeface="Times New Roman" pitchFamily="18" charset="0"/>
              </a:rPr>
              <a:t>etc</a:t>
            </a:r>
            <a:r>
              <a:rPr lang="en-US" dirty="0">
                <a:latin typeface="Times New Roman" pitchFamily="18" charset="0"/>
              </a:rPr>
              <a:t>)</a:t>
            </a:r>
          </a:p>
          <a:p>
            <a:pPr marL="285750" indent="-285750">
              <a:buFont typeface="Wingdings" panose="05000000000000000000" pitchFamily="2" charset="2"/>
              <a:buChar char="q"/>
            </a:pPr>
            <a:r>
              <a:rPr lang="en-US" dirty="0">
                <a:latin typeface="Times New Roman" pitchFamily="18" charset="0"/>
              </a:rPr>
              <a:t>Check your MVs and CVs Operating Limits on PCWS. Make sure you know where are you operating.</a:t>
            </a:r>
          </a:p>
          <a:p>
            <a:pPr marL="285750" indent="-285750">
              <a:buFont typeface="Wingdings" panose="05000000000000000000" pitchFamily="2" charset="2"/>
              <a:buChar char="q"/>
            </a:pPr>
            <a:r>
              <a:rPr lang="en-US" dirty="0">
                <a:latin typeface="Times New Roman" pitchFamily="18" charset="0"/>
              </a:rPr>
              <a:t>Make sure you know the operating limits (Product Recipe) and what do you want to target for before you turn on the controller</a:t>
            </a:r>
          </a:p>
          <a:p>
            <a:pPr marL="285750" indent="-285750">
              <a:buFont typeface="Wingdings" panose="05000000000000000000" pitchFamily="2" charset="2"/>
              <a:buChar char="q"/>
            </a:pPr>
            <a:r>
              <a:rPr lang="en-US" dirty="0">
                <a:latin typeface="Times New Roman" pitchFamily="18" charset="0"/>
              </a:rPr>
              <a:t>Ensure Diepress.SV and </a:t>
            </a:r>
            <a:r>
              <a:rPr lang="en-US" dirty="0" err="1">
                <a:latin typeface="Times New Roman" pitchFamily="18" charset="0"/>
              </a:rPr>
              <a:t>Diepress.PV</a:t>
            </a:r>
            <a:r>
              <a:rPr lang="en-US" dirty="0">
                <a:latin typeface="Times New Roman" pitchFamily="18" charset="0"/>
              </a:rPr>
              <a:t> are turned ON to allow MFI is controlled by APC.</a:t>
            </a:r>
          </a:p>
          <a:p>
            <a:pPr marL="285750" indent="-285750">
              <a:buFont typeface="Wingdings" panose="05000000000000000000" pitchFamily="2" charset="2"/>
              <a:buChar char="q"/>
            </a:pPr>
            <a:r>
              <a:rPr lang="en-US" dirty="0">
                <a:latin typeface="Times New Roman" pitchFamily="18" charset="0"/>
              </a:rPr>
              <a:t>Ensure the high and low limit of </a:t>
            </a:r>
            <a:r>
              <a:rPr lang="en-US" dirty="0" err="1">
                <a:latin typeface="Times New Roman" pitchFamily="18" charset="0"/>
              </a:rPr>
              <a:t>Diepress.PV</a:t>
            </a:r>
            <a:r>
              <a:rPr lang="en-US" dirty="0">
                <a:latin typeface="Times New Roman" pitchFamily="18" charset="0"/>
              </a:rPr>
              <a:t> is within the recommended limit. Please refer to table on </a:t>
            </a:r>
            <a:r>
              <a:rPr lang="en-US" dirty="0">
                <a:latin typeface="Times New Roman" pitchFamily="18" charset="0"/>
                <a:hlinkClick r:id="rId4" action="ppaction://hlinksldjump"/>
              </a:rPr>
              <a:t>page 28</a:t>
            </a:r>
            <a:r>
              <a:rPr lang="en-US" dirty="0">
                <a:latin typeface="Times New Roman" pitchFamily="18" charset="0"/>
              </a:rPr>
              <a:t>.</a:t>
            </a:r>
          </a:p>
          <a:p>
            <a:pPr marL="285750" indent="-285750">
              <a:buFont typeface="Wingdings" panose="05000000000000000000" pitchFamily="2" charset="2"/>
              <a:buChar char="q"/>
            </a:pPr>
            <a:r>
              <a:rPr lang="en-US" dirty="0">
                <a:latin typeface="Times New Roman" pitchFamily="18" charset="0"/>
              </a:rPr>
              <a:t>Ensure alarm annunciator for watchdog has been acknowledged (if there is) before turning ON APC.</a:t>
            </a:r>
          </a:p>
          <a:p>
            <a:pPr marL="285750" indent="-285750">
              <a:buFont typeface="Wingdings" panose="05000000000000000000" pitchFamily="2" charset="2"/>
              <a:buChar char="q"/>
            </a:pPr>
            <a:r>
              <a:rPr lang="en-US" dirty="0">
                <a:latin typeface="Times New Roman" pitchFamily="18" charset="0"/>
              </a:rPr>
              <a:t>Ensure MFI and gloss measurement are within the APC limit. Please note that if the step is not done, it will drive the controller to wrong direction.</a:t>
            </a:r>
          </a:p>
          <a:p>
            <a:endParaRPr lang="en-US" dirty="0">
              <a:latin typeface="Times New Roman" pitchFamily="18" charset="0"/>
            </a:endParaRPr>
          </a:p>
          <a:p>
            <a:endParaRPr lang="en-US" dirty="0"/>
          </a:p>
        </p:txBody>
      </p:sp>
      <p:sp>
        <p:nvSpPr>
          <p:cNvPr id="18" name="BJPseudoFooter">
            <a:extLst>
              <a:ext uri="{FF2B5EF4-FFF2-40B4-BE49-F238E27FC236}">
                <a16:creationId xmlns:a16="http://schemas.microsoft.com/office/drawing/2014/main" id="{71D1DDB7-061B-433E-8F00-8F1AE77192C1}"/>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31096385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4350E-691B-4249-AA3C-662AC9FA9DFE}"/>
              </a:ext>
            </a:extLst>
          </p:cNvPr>
          <p:cNvSpPr>
            <a:spLocks noGrp="1"/>
          </p:cNvSpPr>
          <p:nvPr>
            <p:ph type="title"/>
          </p:nvPr>
        </p:nvSpPr>
        <p:spPr/>
        <p:txBody>
          <a:bodyPr/>
          <a:lstStyle/>
          <a:p>
            <a:r>
              <a:rPr lang="en-US" dirty="0"/>
              <a:t>How to operate APC</a:t>
            </a:r>
          </a:p>
        </p:txBody>
      </p:sp>
      <p:sp>
        <p:nvSpPr>
          <p:cNvPr id="3" name="Text Placeholder 2">
            <a:extLst>
              <a:ext uri="{FF2B5EF4-FFF2-40B4-BE49-F238E27FC236}">
                <a16:creationId xmlns:a16="http://schemas.microsoft.com/office/drawing/2014/main" id="{8157B0AC-EBDA-4D10-941D-C30098E096B4}"/>
              </a:ext>
            </a:extLst>
          </p:cNvPr>
          <p:cNvSpPr>
            <a:spLocks noGrp="1"/>
          </p:cNvSpPr>
          <p:nvPr>
            <p:ph type="body" sz="quarter" idx="10"/>
          </p:nvPr>
        </p:nvSpPr>
        <p:spPr/>
        <p:txBody>
          <a:bodyPr/>
          <a:lstStyle/>
          <a:p>
            <a:r>
              <a:rPr lang="en-US" u="sng" dirty="0"/>
              <a:t>How to turn ON APC</a:t>
            </a:r>
          </a:p>
          <a:p>
            <a:endParaRPr lang="en-US" dirty="0">
              <a:latin typeface="Times New Roman" pitchFamily="18" charset="0"/>
            </a:endParaRPr>
          </a:p>
          <a:p>
            <a:pPr marL="342900" indent="-342900">
              <a:buFont typeface="+mj-lt"/>
              <a:buAutoNum type="arabicPeriod"/>
            </a:pPr>
            <a:r>
              <a:rPr lang="en-US" dirty="0">
                <a:latin typeface="Times New Roman" pitchFamily="18" charset="0"/>
              </a:rPr>
              <a:t>Check MFI/Gloss reading. Compare with reference reading (Lab/ Analyzer). Check process operating condition and operating limit for MVs and CVs.</a:t>
            </a:r>
          </a:p>
          <a:p>
            <a:pPr marL="342900" indent="-342900">
              <a:buFont typeface="+mj-lt"/>
              <a:buAutoNum type="arabicPeriod"/>
            </a:pPr>
            <a:r>
              <a:rPr lang="en-US" dirty="0">
                <a:latin typeface="Times New Roman" pitchFamily="18" charset="0"/>
              </a:rPr>
              <a:t>Upload Lab result if required to update the inferential. It is advised to turn ON APC only after lab bias is updated</a:t>
            </a:r>
          </a:p>
          <a:p>
            <a:pPr marL="342900" indent="-342900">
              <a:buFont typeface="+mj-lt"/>
              <a:buAutoNum type="arabicPeriod"/>
            </a:pPr>
            <a:r>
              <a:rPr lang="en-US" dirty="0">
                <a:latin typeface="Times New Roman" pitchFamily="18" charset="0"/>
              </a:rPr>
              <a:t>Turn ON PETLIN_ASV2020. Watchdog will reset automatically.</a:t>
            </a:r>
          </a:p>
          <a:p>
            <a:pPr marL="342900" indent="-342900">
              <a:buFont typeface="+mj-lt"/>
              <a:buAutoNum type="arabicPeriod"/>
            </a:pPr>
            <a:r>
              <a:rPr lang="en-US" dirty="0">
                <a:latin typeface="Times New Roman" pitchFamily="18" charset="0"/>
              </a:rPr>
              <a:t>Adjust MV lower and upper operating limit </a:t>
            </a:r>
          </a:p>
          <a:p>
            <a:pPr marL="342900" indent="-342900">
              <a:buFont typeface="+mj-lt"/>
              <a:buAutoNum type="arabicPeriod"/>
            </a:pPr>
            <a:r>
              <a:rPr lang="en-US" dirty="0">
                <a:latin typeface="Times New Roman" pitchFamily="18" charset="0"/>
              </a:rPr>
              <a:t>Adjust CV lower and upper operating limit </a:t>
            </a:r>
          </a:p>
          <a:p>
            <a:pPr marL="342900" indent="-342900">
              <a:buFont typeface="+mj-lt"/>
              <a:buAutoNum type="arabicPeriod"/>
            </a:pPr>
            <a:r>
              <a:rPr lang="en-US" dirty="0">
                <a:latin typeface="Times New Roman" pitchFamily="18" charset="0"/>
              </a:rPr>
              <a:t>Turn ON MV switch.</a:t>
            </a:r>
          </a:p>
          <a:p>
            <a:pPr marL="342900" indent="-342900">
              <a:buFont typeface="+mj-lt"/>
              <a:buAutoNum type="arabicPeriod"/>
            </a:pPr>
            <a:r>
              <a:rPr lang="en-US" dirty="0">
                <a:latin typeface="Times New Roman" pitchFamily="18" charset="0"/>
              </a:rPr>
              <a:t>Turn ON CV switch.</a:t>
            </a:r>
          </a:p>
          <a:p>
            <a:pPr marL="342900" indent="-342900">
              <a:buFont typeface="+mj-lt"/>
              <a:buAutoNum type="arabicPeriod"/>
            </a:pPr>
            <a:r>
              <a:rPr lang="en-US" dirty="0">
                <a:latin typeface="Times New Roman" pitchFamily="18" charset="0"/>
              </a:rPr>
              <a:t>Key in Target for MFI.</a:t>
            </a:r>
          </a:p>
          <a:p>
            <a:pPr marL="285750" indent="-285750">
              <a:buFont typeface="Wingdings" panose="05000000000000000000" pitchFamily="2" charset="2"/>
              <a:buChar char="q"/>
            </a:pPr>
            <a:endParaRPr lang="en-US" dirty="0">
              <a:latin typeface="Times New Roman" pitchFamily="18" charset="0"/>
            </a:endParaRPr>
          </a:p>
          <a:p>
            <a:pPr marL="285750" indent="-285750">
              <a:buFont typeface="Wingdings" panose="05000000000000000000" pitchFamily="2" charset="2"/>
              <a:buChar char="q"/>
            </a:pPr>
            <a:endParaRPr lang="en-US" dirty="0">
              <a:latin typeface="Times New Roman" pitchFamily="18" charset="0"/>
            </a:endParaRPr>
          </a:p>
          <a:p>
            <a:pPr marL="285750" indent="-285750">
              <a:buFont typeface="Wingdings" panose="05000000000000000000" pitchFamily="2" charset="2"/>
              <a:buChar char="q"/>
            </a:pPr>
            <a:endParaRPr lang="en-US" dirty="0">
              <a:latin typeface="Times New Roman" pitchFamily="18" charset="0"/>
            </a:endParaRPr>
          </a:p>
          <a:p>
            <a:endParaRPr lang="en-US" dirty="0"/>
          </a:p>
        </p:txBody>
      </p:sp>
      <p:pic>
        <p:nvPicPr>
          <p:cNvPr id="7" name="Picture 6">
            <a:extLst>
              <a:ext uri="{FF2B5EF4-FFF2-40B4-BE49-F238E27FC236}">
                <a16:creationId xmlns:a16="http://schemas.microsoft.com/office/drawing/2014/main" id="{0C2F89D6-2651-4306-8D7B-25A871B64400}"/>
              </a:ext>
            </a:extLst>
          </p:cNvPr>
          <p:cNvPicPr>
            <a:picLocks noChangeAspect="1"/>
          </p:cNvPicPr>
          <p:nvPr/>
        </p:nvPicPr>
        <p:blipFill>
          <a:blip r:embed="rId4"/>
          <a:stretch>
            <a:fillRect/>
          </a:stretch>
        </p:blipFill>
        <p:spPr>
          <a:xfrm>
            <a:off x="3257004" y="3622766"/>
            <a:ext cx="5852160" cy="3028360"/>
          </a:xfrm>
          <a:prstGeom prst="rect">
            <a:avLst/>
          </a:prstGeom>
        </p:spPr>
      </p:pic>
      <p:sp>
        <p:nvSpPr>
          <p:cNvPr id="8" name="Oval 7">
            <a:extLst>
              <a:ext uri="{FF2B5EF4-FFF2-40B4-BE49-F238E27FC236}">
                <a16:creationId xmlns:a16="http://schemas.microsoft.com/office/drawing/2014/main" id="{7AD57D8F-A236-4F5B-8573-C1F4BAE855C5}"/>
              </a:ext>
            </a:extLst>
          </p:cNvPr>
          <p:cNvSpPr/>
          <p:nvPr/>
        </p:nvSpPr>
        <p:spPr>
          <a:xfrm>
            <a:off x="3805982" y="3756480"/>
            <a:ext cx="348343" cy="2784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 name="Oval 8">
            <a:extLst>
              <a:ext uri="{FF2B5EF4-FFF2-40B4-BE49-F238E27FC236}">
                <a16:creationId xmlns:a16="http://schemas.microsoft.com/office/drawing/2014/main" id="{974A3BE7-42B5-4A47-BD44-1F623CCD29C2}"/>
              </a:ext>
            </a:extLst>
          </p:cNvPr>
          <p:cNvSpPr/>
          <p:nvPr/>
        </p:nvSpPr>
        <p:spPr>
          <a:xfrm>
            <a:off x="6788668" y="4779737"/>
            <a:ext cx="348343" cy="2784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0" name="Oval 9">
            <a:extLst>
              <a:ext uri="{FF2B5EF4-FFF2-40B4-BE49-F238E27FC236}">
                <a16:creationId xmlns:a16="http://schemas.microsoft.com/office/drawing/2014/main" id="{979F20C1-C68B-4552-BD44-B735FBD64FEF}"/>
              </a:ext>
            </a:extLst>
          </p:cNvPr>
          <p:cNvSpPr/>
          <p:nvPr/>
        </p:nvSpPr>
        <p:spPr>
          <a:xfrm>
            <a:off x="6348885" y="6119763"/>
            <a:ext cx="348343" cy="2784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1" name="Oval 10">
            <a:extLst>
              <a:ext uri="{FF2B5EF4-FFF2-40B4-BE49-F238E27FC236}">
                <a16:creationId xmlns:a16="http://schemas.microsoft.com/office/drawing/2014/main" id="{8666FE38-57CF-4666-B8E7-C381A29896C4}"/>
              </a:ext>
            </a:extLst>
          </p:cNvPr>
          <p:cNvSpPr/>
          <p:nvPr/>
        </p:nvSpPr>
        <p:spPr>
          <a:xfrm>
            <a:off x="5869577" y="4034880"/>
            <a:ext cx="348343" cy="2784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2" name="Oval 11">
            <a:extLst>
              <a:ext uri="{FF2B5EF4-FFF2-40B4-BE49-F238E27FC236}">
                <a16:creationId xmlns:a16="http://schemas.microsoft.com/office/drawing/2014/main" id="{2A397973-23F2-448D-A7B6-9A7403F43A0F}"/>
              </a:ext>
            </a:extLst>
          </p:cNvPr>
          <p:cNvSpPr/>
          <p:nvPr/>
        </p:nvSpPr>
        <p:spPr>
          <a:xfrm>
            <a:off x="5547696" y="6202898"/>
            <a:ext cx="348343" cy="2784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3" name="Oval 12">
            <a:extLst>
              <a:ext uri="{FF2B5EF4-FFF2-40B4-BE49-F238E27FC236}">
                <a16:creationId xmlns:a16="http://schemas.microsoft.com/office/drawing/2014/main" id="{B892E6E8-82F3-46BB-A449-1B46BF67C471}"/>
              </a:ext>
            </a:extLst>
          </p:cNvPr>
          <p:cNvSpPr/>
          <p:nvPr/>
        </p:nvSpPr>
        <p:spPr>
          <a:xfrm>
            <a:off x="8587539" y="6342098"/>
            <a:ext cx="348343" cy="2784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25" name="BJPseudoFooter">
            <a:extLst>
              <a:ext uri="{FF2B5EF4-FFF2-40B4-BE49-F238E27FC236}">
                <a16:creationId xmlns:a16="http://schemas.microsoft.com/office/drawing/2014/main" id="{22099711-6425-4242-8E2B-2908E5BEEEAA}"/>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16467187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4350E-691B-4249-AA3C-662AC9FA9DFE}"/>
              </a:ext>
            </a:extLst>
          </p:cNvPr>
          <p:cNvSpPr>
            <a:spLocks noGrp="1"/>
          </p:cNvSpPr>
          <p:nvPr>
            <p:ph type="title"/>
          </p:nvPr>
        </p:nvSpPr>
        <p:spPr/>
        <p:txBody>
          <a:bodyPr/>
          <a:lstStyle/>
          <a:p>
            <a:r>
              <a:rPr lang="en-US" dirty="0"/>
              <a:t>How to operate APC</a:t>
            </a:r>
          </a:p>
        </p:txBody>
      </p:sp>
      <p:sp>
        <p:nvSpPr>
          <p:cNvPr id="3" name="Text Placeholder 2">
            <a:extLst>
              <a:ext uri="{FF2B5EF4-FFF2-40B4-BE49-F238E27FC236}">
                <a16:creationId xmlns:a16="http://schemas.microsoft.com/office/drawing/2014/main" id="{8157B0AC-EBDA-4D10-941D-C30098E096B4}"/>
              </a:ext>
            </a:extLst>
          </p:cNvPr>
          <p:cNvSpPr>
            <a:spLocks noGrp="1"/>
          </p:cNvSpPr>
          <p:nvPr>
            <p:ph type="body" sz="quarter" idx="10"/>
          </p:nvPr>
        </p:nvSpPr>
        <p:spPr/>
        <p:txBody>
          <a:bodyPr/>
          <a:lstStyle/>
          <a:p>
            <a:r>
              <a:rPr lang="en-US" u="sng" dirty="0"/>
              <a:t>How to turn OFF APC</a:t>
            </a:r>
          </a:p>
          <a:p>
            <a:endParaRPr lang="en-US" dirty="0">
              <a:latin typeface="Times New Roman" pitchFamily="18" charset="0"/>
            </a:endParaRPr>
          </a:p>
          <a:p>
            <a:pPr marL="342900" indent="-342900">
              <a:buFont typeface="+mj-lt"/>
              <a:buAutoNum type="arabicPeriod"/>
            </a:pPr>
            <a:r>
              <a:rPr lang="en-US" dirty="0">
                <a:latin typeface="Times New Roman" pitchFamily="18" charset="0"/>
              </a:rPr>
              <a:t>Turn OFF all MVs via service request</a:t>
            </a:r>
          </a:p>
          <a:p>
            <a:pPr marL="342900" indent="-342900">
              <a:buFont typeface="+mj-lt"/>
              <a:buAutoNum type="arabicPeriod"/>
            </a:pPr>
            <a:r>
              <a:rPr lang="en-US" dirty="0">
                <a:latin typeface="Times New Roman" pitchFamily="18" charset="0"/>
              </a:rPr>
              <a:t>Turn OFF APC on PCWS</a:t>
            </a:r>
          </a:p>
          <a:p>
            <a:endParaRPr lang="en-US" dirty="0">
              <a:latin typeface="Times New Roman" pitchFamily="18" charset="0"/>
            </a:endParaRPr>
          </a:p>
          <a:p>
            <a:pPr marL="285750" indent="-285750">
              <a:buFont typeface="Wingdings" panose="05000000000000000000" pitchFamily="2" charset="2"/>
              <a:buChar char="q"/>
            </a:pPr>
            <a:endParaRPr lang="en-US" dirty="0">
              <a:latin typeface="Times New Roman" pitchFamily="18" charset="0"/>
            </a:endParaRPr>
          </a:p>
          <a:p>
            <a:pPr marL="285750" indent="-285750">
              <a:buFont typeface="Wingdings" panose="05000000000000000000" pitchFamily="2" charset="2"/>
              <a:buChar char="q"/>
            </a:pPr>
            <a:endParaRPr lang="en-US" dirty="0">
              <a:latin typeface="Times New Roman" pitchFamily="18" charset="0"/>
            </a:endParaRPr>
          </a:p>
          <a:p>
            <a:pPr marL="285750" indent="-285750">
              <a:buFont typeface="Wingdings" panose="05000000000000000000" pitchFamily="2" charset="2"/>
              <a:buChar char="q"/>
            </a:pPr>
            <a:endParaRPr lang="en-US" dirty="0">
              <a:latin typeface="Times New Roman" pitchFamily="18" charset="0"/>
            </a:endParaRPr>
          </a:p>
          <a:p>
            <a:endParaRPr lang="en-US" dirty="0"/>
          </a:p>
        </p:txBody>
      </p:sp>
      <p:pic>
        <p:nvPicPr>
          <p:cNvPr id="7" name="Picture 6">
            <a:extLst>
              <a:ext uri="{FF2B5EF4-FFF2-40B4-BE49-F238E27FC236}">
                <a16:creationId xmlns:a16="http://schemas.microsoft.com/office/drawing/2014/main" id="{E3561D7F-8388-428D-97AD-F24E0F6DA810}"/>
              </a:ext>
            </a:extLst>
          </p:cNvPr>
          <p:cNvPicPr>
            <a:picLocks noChangeAspect="1"/>
          </p:cNvPicPr>
          <p:nvPr/>
        </p:nvPicPr>
        <p:blipFill>
          <a:blip r:embed="rId4"/>
          <a:stretch>
            <a:fillRect/>
          </a:stretch>
        </p:blipFill>
        <p:spPr>
          <a:xfrm>
            <a:off x="496389" y="2459976"/>
            <a:ext cx="7127629" cy="3155299"/>
          </a:xfrm>
          <a:prstGeom prst="rect">
            <a:avLst/>
          </a:prstGeom>
        </p:spPr>
      </p:pic>
      <p:sp>
        <p:nvSpPr>
          <p:cNvPr id="8" name="Oval 7">
            <a:extLst>
              <a:ext uri="{FF2B5EF4-FFF2-40B4-BE49-F238E27FC236}">
                <a16:creationId xmlns:a16="http://schemas.microsoft.com/office/drawing/2014/main" id="{243066C3-14E7-4D70-B2E3-F7BB19E1240C}"/>
              </a:ext>
            </a:extLst>
          </p:cNvPr>
          <p:cNvSpPr/>
          <p:nvPr/>
        </p:nvSpPr>
        <p:spPr>
          <a:xfrm>
            <a:off x="1228581" y="2641515"/>
            <a:ext cx="348343" cy="2784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9" name="Oval 8">
            <a:extLst>
              <a:ext uri="{FF2B5EF4-FFF2-40B4-BE49-F238E27FC236}">
                <a16:creationId xmlns:a16="http://schemas.microsoft.com/office/drawing/2014/main" id="{E992E2AD-6CFC-4B5D-8B77-929982453C91}"/>
              </a:ext>
            </a:extLst>
          </p:cNvPr>
          <p:cNvSpPr/>
          <p:nvPr/>
        </p:nvSpPr>
        <p:spPr>
          <a:xfrm>
            <a:off x="3631811" y="3018860"/>
            <a:ext cx="348343" cy="2784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1" name="BJPseudoFooter">
            <a:extLst>
              <a:ext uri="{FF2B5EF4-FFF2-40B4-BE49-F238E27FC236}">
                <a16:creationId xmlns:a16="http://schemas.microsoft.com/office/drawing/2014/main" id="{0AE96C4C-18A8-44ED-BF88-E018C9AD4EAB}"/>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30345725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945FAA7-7AD2-4E06-B38B-1BF581F96B29}"/>
              </a:ext>
            </a:extLst>
          </p:cNvPr>
          <p:cNvSpPr>
            <a:spLocks noGrp="1"/>
          </p:cNvSpPr>
          <p:nvPr>
            <p:ph type="body" sz="quarter" idx="10"/>
          </p:nvPr>
        </p:nvSpPr>
        <p:spPr>
          <a:xfrm>
            <a:off x="426168" y="296091"/>
            <a:ext cx="8286032" cy="5849109"/>
          </a:xfrm>
        </p:spPr>
        <p:txBody>
          <a:bodyPr/>
          <a:lstStyle/>
          <a:p>
            <a:r>
              <a:rPr lang="en-US" dirty="0"/>
              <a:t>How turning ON  APC when MFI not in APC limit could destabilize the process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How CTA movement is restricted due to constrained </a:t>
            </a:r>
            <a:r>
              <a:rPr lang="en-US" dirty="0" err="1"/>
              <a:t>dieplate</a:t>
            </a:r>
            <a:r>
              <a:rPr lang="en-US" dirty="0"/>
              <a:t> pressure</a:t>
            </a:r>
          </a:p>
          <a:p>
            <a:endParaRPr lang="en-US" dirty="0"/>
          </a:p>
        </p:txBody>
      </p:sp>
      <p:grpSp>
        <p:nvGrpSpPr>
          <p:cNvPr id="147" name="Group 146">
            <a:extLst>
              <a:ext uri="{FF2B5EF4-FFF2-40B4-BE49-F238E27FC236}">
                <a16:creationId xmlns:a16="http://schemas.microsoft.com/office/drawing/2014/main" id="{8063EACB-CC79-4D3A-8833-DDC02D27D816}"/>
              </a:ext>
            </a:extLst>
          </p:cNvPr>
          <p:cNvGrpSpPr/>
          <p:nvPr/>
        </p:nvGrpSpPr>
        <p:grpSpPr>
          <a:xfrm>
            <a:off x="1455742" y="664041"/>
            <a:ext cx="5229225" cy="2509835"/>
            <a:chOff x="1379538" y="1231813"/>
            <a:chExt cx="5229225" cy="2509835"/>
          </a:xfrm>
        </p:grpSpPr>
        <p:grpSp>
          <p:nvGrpSpPr>
            <p:cNvPr id="22" name="Group 21">
              <a:extLst>
                <a:ext uri="{FF2B5EF4-FFF2-40B4-BE49-F238E27FC236}">
                  <a16:creationId xmlns:a16="http://schemas.microsoft.com/office/drawing/2014/main" id="{5284E823-C8A2-42B7-A053-BA846632F0C9}"/>
                </a:ext>
              </a:extLst>
            </p:cNvPr>
            <p:cNvGrpSpPr/>
            <p:nvPr/>
          </p:nvGrpSpPr>
          <p:grpSpPr>
            <a:xfrm>
              <a:off x="1379538" y="1231813"/>
              <a:ext cx="5229225" cy="2509835"/>
              <a:chOff x="1379538" y="1231813"/>
              <a:chExt cx="5229225" cy="2509835"/>
            </a:xfrm>
          </p:grpSpPr>
          <p:sp>
            <p:nvSpPr>
              <p:cNvPr id="81" name="Rectangle 80">
                <a:extLst>
                  <a:ext uri="{FF2B5EF4-FFF2-40B4-BE49-F238E27FC236}">
                    <a16:creationId xmlns:a16="http://schemas.microsoft.com/office/drawing/2014/main" id="{1D34468C-AB1D-4A1F-A1D3-BB921B57C43E}"/>
                  </a:ext>
                </a:extLst>
              </p:cNvPr>
              <p:cNvSpPr/>
              <p:nvPr/>
            </p:nvSpPr>
            <p:spPr>
              <a:xfrm>
                <a:off x="1379538" y="1231813"/>
                <a:ext cx="5229225" cy="2509835"/>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Connector 81">
                <a:extLst>
                  <a:ext uri="{FF2B5EF4-FFF2-40B4-BE49-F238E27FC236}">
                    <a16:creationId xmlns:a16="http://schemas.microsoft.com/office/drawing/2014/main" id="{82270E78-AF55-4A27-B695-33C21D9E59CD}"/>
                  </a:ext>
                </a:extLst>
              </p:cNvPr>
              <p:cNvCxnSpPr>
                <a:cxnSpLocks/>
              </p:cNvCxnSpPr>
              <p:nvPr/>
            </p:nvCxnSpPr>
            <p:spPr>
              <a:xfrm>
                <a:off x="1938340" y="1893798"/>
                <a:ext cx="43497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397931AA-8DB8-4F98-A9A0-15DB2358B0FD}"/>
                  </a:ext>
                </a:extLst>
              </p:cNvPr>
              <p:cNvCxnSpPr>
                <a:cxnSpLocks/>
              </p:cNvCxnSpPr>
              <p:nvPr/>
            </p:nvCxnSpPr>
            <p:spPr>
              <a:xfrm>
                <a:off x="1938340" y="3303498"/>
                <a:ext cx="4349750" cy="0"/>
              </a:xfrm>
              <a:prstGeom prst="line">
                <a:avLst/>
              </a:prstGeom>
            </p:spPr>
            <p:style>
              <a:lnRef idx="1">
                <a:schemeClr val="accent1"/>
              </a:lnRef>
              <a:fillRef idx="0">
                <a:schemeClr val="accent1"/>
              </a:fillRef>
              <a:effectRef idx="0">
                <a:schemeClr val="accent1"/>
              </a:effectRef>
              <a:fontRef idx="minor">
                <a:schemeClr val="tx1"/>
              </a:fontRef>
            </p:style>
          </p:cxnSp>
          <p:sp>
            <p:nvSpPr>
              <p:cNvPr id="84" name="Freeform: Shape 83">
                <a:extLst>
                  <a:ext uri="{FF2B5EF4-FFF2-40B4-BE49-F238E27FC236}">
                    <a16:creationId xmlns:a16="http://schemas.microsoft.com/office/drawing/2014/main" id="{BA6BA2CE-BDA0-4F62-A454-A3623ED30DA4}"/>
                  </a:ext>
                </a:extLst>
              </p:cNvPr>
              <p:cNvSpPr/>
              <p:nvPr/>
            </p:nvSpPr>
            <p:spPr>
              <a:xfrm>
                <a:off x="1995490" y="1359058"/>
                <a:ext cx="3228975" cy="1187256"/>
              </a:xfrm>
              <a:custGeom>
                <a:avLst/>
                <a:gdLst>
                  <a:gd name="connsiteX0" fmla="*/ 0 w 3228975"/>
                  <a:gd name="connsiteY0" fmla="*/ 1068140 h 1187256"/>
                  <a:gd name="connsiteX1" fmla="*/ 733425 w 3228975"/>
                  <a:gd name="connsiteY1" fmla="*/ 1163390 h 1187256"/>
                  <a:gd name="connsiteX2" fmla="*/ 1200150 w 3228975"/>
                  <a:gd name="connsiteY2" fmla="*/ 677615 h 1187256"/>
                  <a:gd name="connsiteX3" fmla="*/ 1733550 w 3228975"/>
                  <a:gd name="connsiteY3" fmla="*/ 29915 h 1187256"/>
                  <a:gd name="connsiteX4" fmla="*/ 2495550 w 3228975"/>
                  <a:gd name="connsiteY4" fmla="*/ 125165 h 1187256"/>
                  <a:gd name="connsiteX5" fmla="*/ 2781300 w 3228975"/>
                  <a:gd name="connsiteY5" fmla="*/ 277565 h 1187256"/>
                  <a:gd name="connsiteX6" fmla="*/ 3228975 w 3228975"/>
                  <a:gd name="connsiteY6" fmla="*/ 144215 h 1187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28975" h="1187256">
                    <a:moveTo>
                      <a:pt x="0" y="1068140"/>
                    </a:moveTo>
                    <a:cubicBezTo>
                      <a:pt x="266700" y="1148309"/>
                      <a:pt x="533400" y="1228478"/>
                      <a:pt x="733425" y="1163390"/>
                    </a:cubicBezTo>
                    <a:cubicBezTo>
                      <a:pt x="933450" y="1098303"/>
                      <a:pt x="1033463" y="866527"/>
                      <a:pt x="1200150" y="677615"/>
                    </a:cubicBezTo>
                    <a:cubicBezTo>
                      <a:pt x="1366837" y="488703"/>
                      <a:pt x="1517650" y="121990"/>
                      <a:pt x="1733550" y="29915"/>
                    </a:cubicBezTo>
                    <a:cubicBezTo>
                      <a:pt x="1949450" y="-62160"/>
                      <a:pt x="2320925" y="83890"/>
                      <a:pt x="2495550" y="125165"/>
                    </a:cubicBezTo>
                    <a:cubicBezTo>
                      <a:pt x="2670175" y="166440"/>
                      <a:pt x="2659063" y="274390"/>
                      <a:pt x="2781300" y="277565"/>
                    </a:cubicBezTo>
                    <a:cubicBezTo>
                      <a:pt x="2903537" y="280740"/>
                      <a:pt x="3084512" y="187078"/>
                      <a:pt x="3228975" y="144215"/>
                    </a:cubicBezTo>
                  </a:path>
                </a:pathLst>
              </a:cu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Connector: Elbow 84">
                <a:extLst>
                  <a:ext uri="{FF2B5EF4-FFF2-40B4-BE49-F238E27FC236}">
                    <a16:creationId xmlns:a16="http://schemas.microsoft.com/office/drawing/2014/main" id="{91706C6F-6770-4ED9-B76D-D27F0C1F59B5}"/>
                  </a:ext>
                </a:extLst>
              </p:cNvPr>
              <p:cNvCxnSpPr>
                <a:cxnSpLocks/>
              </p:cNvCxnSpPr>
              <p:nvPr/>
            </p:nvCxnSpPr>
            <p:spPr>
              <a:xfrm flipV="1">
                <a:off x="1995490" y="2415372"/>
                <a:ext cx="914400" cy="130942"/>
              </a:xfrm>
              <a:prstGeom prst="bentConnector3">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7CD4796C-F5FD-4D72-8631-CFB05BAD0000}"/>
                  </a:ext>
                </a:extLst>
              </p:cNvPr>
              <p:cNvCxnSpPr>
                <a:cxnSpLocks/>
              </p:cNvCxnSpPr>
              <p:nvPr/>
            </p:nvCxnSpPr>
            <p:spPr>
              <a:xfrm flipV="1">
                <a:off x="2909890" y="2070491"/>
                <a:ext cx="466725" cy="344881"/>
              </a:xfrm>
              <a:prstGeom prst="bentConnector3">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7" name="Connector: Elbow 86">
                <a:extLst>
                  <a:ext uri="{FF2B5EF4-FFF2-40B4-BE49-F238E27FC236}">
                    <a16:creationId xmlns:a16="http://schemas.microsoft.com/office/drawing/2014/main" id="{8B3E3EB3-CAA8-4835-82D0-53CFED40AF68}"/>
                  </a:ext>
                </a:extLst>
              </p:cNvPr>
              <p:cNvCxnSpPr>
                <a:cxnSpLocks/>
              </p:cNvCxnSpPr>
              <p:nvPr/>
            </p:nvCxnSpPr>
            <p:spPr>
              <a:xfrm flipV="1">
                <a:off x="3376615" y="1634200"/>
                <a:ext cx="614362" cy="289042"/>
              </a:xfrm>
              <a:prstGeom prst="bentConnector3">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8" name="Connector: Elbow 87">
                <a:extLst>
                  <a:ext uri="{FF2B5EF4-FFF2-40B4-BE49-F238E27FC236}">
                    <a16:creationId xmlns:a16="http://schemas.microsoft.com/office/drawing/2014/main" id="{C85159D5-EFE0-4987-8D4B-DFDE697F91FC}"/>
                  </a:ext>
                </a:extLst>
              </p:cNvPr>
              <p:cNvCxnSpPr>
                <a:cxnSpLocks/>
              </p:cNvCxnSpPr>
              <p:nvPr/>
            </p:nvCxnSpPr>
            <p:spPr>
              <a:xfrm>
                <a:off x="3990977" y="1634200"/>
                <a:ext cx="828676" cy="144521"/>
              </a:xfrm>
              <a:prstGeom prst="bentConnector3">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60565F3A-187C-458D-9043-9898417C3E7F}"/>
                  </a:ext>
                </a:extLst>
              </p:cNvPr>
              <p:cNvCxnSpPr>
                <a:cxnSpLocks/>
              </p:cNvCxnSpPr>
              <p:nvPr/>
            </p:nvCxnSpPr>
            <p:spPr>
              <a:xfrm flipV="1">
                <a:off x="4819653" y="1519123"/>
                <a:ext cx="702469" cy="259598"/>
              </a:xfrm>
              <a:prstGeom prst="bentConnector3">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E43A36DF-4B84-4992-BBFC-3452F60EFC2D}"/>
                  </a:ext>
                </a:extLst>
              </p:cNvPr>
              <p:cNvCxnSpPr/>
              <p:nvPr/>
            </p:nvCxnSpPr>
            <p:spPr>
              <a:xfrm>
                <a:off x="3376615" y="1918959"/>
                <a:ext cx="0" cy="151532"/>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B84FE792-F7E1-4A6E-8142-4C9F1848FBB4}"/>
                  </a:ext>
                </a:extLst>
              </p:cNvPr>
              <p:cNvCxnSpPr>
                <a:cxnSpLocks/>
              </p:cNvCxnSpPr>
              <p:nvPr/>
            </p:nvCxnSpPr>
            <p:spPr>
              <a:xfrm>
                <a:off x="2065340" y="3105061"/>
                <a:ext cx="2851150" cy="0"/>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4B07456C-C261-43AA-81AB-0270D9004138}"/>
                  </a:ext>
                </a:extLst>
              </p:cNvPr>
              <p:cNvCxnSpPr>
                <a:cxnSpLocks/>
              </p:cNvCxnSpPr>
              <p:nvPr/>
            </p:nvCxnSpPr>
            <p:spPr>
              <a:xfrm>
                <a:off x="4924428" y="1231813"/>
                <a:ext cx="17461" cy="2243135"/>
              </a:xfrm>
              <a:prstGeom prst="line">
                <a:avLst/>
              </a:prstGeom>
              <a:ln w="57150">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93" name="Freeform: Shape 92">
                <a:extLst>
                  <a:ext uri="{FF2B5EF4-FFF2-40B4-BE49-F238E27FC236}">
                    <a16:creationId xmlns:a16="http://schemas.microsoft.com/office/drawing/2014/main" id="{51B8F0D1-6891-4379-8ABB-6AFC405581D3}"/>
                  </a:ext>
                </a:extLst>
              </p:cNvPr>
              <p:cNvSpPr/>
              <p:nvPr/>
            </p:nvSpPr>
            <p:spPr>
              <a:xfrm>
                <a:off x="4916490" y="2143031"/>
                <a:ext cx="1460494" cy="964955"/>
              </a:xfrm>
              <a:custGeom>
                <a:avLst/>
                <a:gdLst>
                  <a:gd name="connsiteX0" fmla="*/ 0 w 1511300"/>
                  <a:gd name="connsiteY0" fmla="*/ 908050 h 908050"/>
                  <a:gd name="connsiteX1" fmla="*/ 222250 w 1511300"/>
                  <a:gd name="connsiteY1" fmla="*/ 609600 h 908050"/>
                  <a:gd name="connsiteX2" fmla="*/ 387350 w 1511300"/>
                  <a:gd name="connsiteY2" fmla="*/ 336550 h 908050"/>
                  <a:gd name="connsiteX3" fmla="*/ 704850 w 1511300"/>
                  <a:gd name="connsiteY3" fmla="*/ 139700 h 908050"/>
                  <a:gd name="connsiteX4" fmla="*/ 1073150 w 1511300"/>
                  <a:gd name="connsiteY4" fmla="*/ 177800 h 908050"/>
                  <a:gd name="connsiteX5" fmla="*/ 1416050 w 1511300"/>
                  <a:gd name="connsiteY5" fmla="*/ 38100 h 908050"/>
                  <a:gd name="connsiteX6" fmla="*/ 1511300 w 1511300"/>
                  <a:gd name="connsiteY6" fmla="*/ 0 h 908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1300" h="908050">
                    <a:moveTo>
                      <a:pt x="0" y="908050"/>
                    </a:moveTo>
                    <a:cubicBezTo>
                      <a:pt x="78846" y="806450"/>
                      <a:pt x="157692" y="704850"/>
                      <a:pt x="222250" y="609600"/>
                    </a:cubicBezTo>
                    <a:cubicBezTo>
                      <a:pt x="286808" y="514350"/>
                      <a:pt x="306917" y="414867"/>
                      <a:pt x="387350" y="336550"/>
                    </a:cubicBezTo>
                    <a:cubicBezTo>
                      <a:pt x="467783" y="258233"/>
                      <a:pt x="590550" y="166158"/>
                      <a:pt x="704850" y="139700"/>
                    </a:cubicBezTo>
                    <a:cubicBezTo>
                      <a:pt x="819150" y="113242"/>
                      <a:pt x="954617" y="194733"/>
                      <a:pt x="1073150" y="177800"/>
                    </a:cubicBezTo>
                    <a:cubicBezTo>
                      <a:pt x="1191683" y="160867"/>
                      <a:pt x="1416050" y="38100"/>
                      <a:pt x="1416050" y="38100"/>
                    </a:cubicBezTo>
                    <a:lnTo>
                      <a:pt x="1511300" y="0"/>
                    </a:lnTo>
                  </a:path>
                </a:pathLst>
              </a:cu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4" name="Freeform: Shape 93">
                <a:extLst>
                  <a:ext uri="{FF2B5EF4-FFF2-40B4-BE49-F238E27FC236}">
                    <a16:creationId xmlns:a16="http://schemas.microsoft.com/office/drawing/2014/main" id="{45766635-3506-49FD-8D18-67219F9356DB}"/>
                  </a:ext>
                </a:extLst>
              </p:cNvPr>
              <p:cNvSpPr/>
              <p:nvPr/>
            </p:nvSpPr>
            <p:spPr>
              <a:xfrm>
                <a:off x="5214940" y="1340439"/>
                <a:ext cx="1339344" cy="515259"/>
              </a:xfrm>
              <a:custGeom>
                <a:avLst/>
                <a:gdLst>
                  <a:gd name="connsiteX0" fmla="*/ 0 w 1339344"/>
                  <a:gd name="connsiteY0" fmla="*/ 166009 h 515259"/>
                  <a:gd name="connsiteX1" fmla="*/ 355600 w 1339344"/>
                  <a:gd name="connsiteY1" fmla="*/ 58059 h 515259"/>
                  <a:gd name="connsiteX2" fmla="*/ 825500 w 1339344"/>
                  <a:gd name="connsiteY2" fmla="*/ 13609 h 515259"/>
                  <a:gd name="connsiteX3" fmla="*/ 1073150 w 1339344"/>
                  <a:gd name="connsiteY3" fmla="*/ 299359 h 515259"/>
                  <a:gd name="connsiteX4" fmla="*/ 1282700 w 1339344"/>
                  <a:gd name="connsiteY4" fmla="*/ 407309 h 515259"/>
                  <a:gd name="connsiteX5" fmla="*/ 1333500 w 1339344"/>
                  <a:gd name="connsiteY5" fmla="*/ 515259 h 51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9344" h="515259">
                    <a:moveTo>
                      <a:pt x="0" y="166009"/>
                    </a:moveTo>
                    <a:cubicBezTo>
                      <a:pt x="109008" y="124734"/>
                      <a:pt x="218017" y="83459"/>
                      <a:pt x="355600" y="58059"/>
                    </a:cubicBezTo>
                    <a:cubicBezTo>
                      <a:pt x="493183" y="32659"/>
                      <a:pt x="705908" y="-26608"/>
                      <a:pt x="825500" y="13609"/>
                    </a:cubicBezTo>
                    <a:cubicBezTo>
                      <a:pt x="945092" y="53826"/>
                      <a:pt x="996950" y="233742"/>
                      <a:pt x="1073150" y="299359"/>
                    </a:cubicBezTo>
                    <a:cubicBezTo>
                      <a:pt x="1149350" y="364976"/>
                      <a:pt x="1239308" y="371326"/>
                      <a:pt x="1282700" y="407309"/>
                    </a:cubicBezTo>
                    <a:cubicBezTo>
                      <a:pt x="1326092" y="443292"/>
                      <a:pt x="1351492" y="498326"/>
                      <a:pt x="1333500" y="515259"/>
                    </a:cubicBezTo>
                  </a:path>
                </a:pathLst>
              </a:cu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5" name="Connector: Elbow 94">
                <a:extLst>
                  <a:ext uri="{FF2B5EF4-FFF2-40B4-BE49-F238E27FC236}">
                    <a16:creationId xmlns:a16="http://schemas.microsoft.com/office/drawing/2014/main" id="{E4766E55-2D4C-4B4B-87A9-CDEF90C47B99}"/>
                  </a:ext>
                </a:extLst>
              </p:cNvPr>
              <p:cNvCxnSpPr>
                <a:cxnSpLocks/>
              </p:cNvCxnSpPr>
              <p:nvPr/>
            </p:nvCxnSpPr>
            <p:spPr>
              <a:xfrm flipV="1">
                <a:off x="5522122" y="1359058"/>
                <a:ext cx="702468" cy="160065"/>
              </a:xfrm>
              <a:prstGeom prst="bentConnector3">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96" name="Connector: Elbow 95">
                <a:extLst>
                  <a:ext uri="{FF2B5EF4-FFF2-40B4-BE49-F238E27FC236}">
                    <a16:creationId xmlns:a16="http://schemas.microsoft.com/office/drawing/2014/main" id="{B49F8572-AB4D-4920-AEDE-89049BE32ED2}"/>
                  </a:ext>
                </a:extLst>
              </p:cNvPr>
              <p:cNvCxnSpPr>
                <a:cxnSpLocks/>
              </p:cNvCxnSpPr>
              <p:nvPr/>
            </p:nvCxnSpPr>
            <p:spPr>
              <a:xfrm rot="16200000" flipH="1">
                <a:off x="6170296" y="1394733"/>
                <a:ext cx="438282" cy="329693"/>
              </a:xfrm>
              <a:prstGeom prst="bentConnector3">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97" name="Rectangle 96">
                <a:extLst>
                  <a:ext uri="{FF2B5EF4-FFF2-40B4-BE49-F238E27FC236}">
                    <a16:creationId xmlns:a16="http://schemas.microsoft.com/office/drawing/2014/main" id="{9CF9D553-F1A9-42F7-A980-57D16C6D4517}"/>
                  </a:ext>
                </a:extLst>
              </p:cNvPr>
              <p:cNvSpPr/>
              <p:nvPr/>
            </p:nvSpPr>
            <p:spPr>
              <a:xfrm>
                <a:off x="1458915" y="1691739"/>
                <a:ext cx="1052512" cy="144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MFI High limit</a:t>
                </a:r>
              </a:p>
            </p:txBody>
          </p:sp>
          <p:sp>
            <p:nvSpPr>
              <p:cNvPr id="98" name="Rectangle 97">
                <a:extLst>
                  <a:ext uri="{FF2B5EF4-FFF2-40B4-BE49-F238E27FC236}">
                    <a16:creationId xmlns:a16="http://schemas.microsoft.com/office/drawing/2014/main" id="{06413C6B-7FEA-4BCF-A767-A7181BA01A51}"/>
                  </a:ext>
                </a:extLst>
              </p:cNvPr>
              <p:cNvSpPr/>
              <p:nvPr/>
            </p:nvSpPr>
            <p:spPr>
              <a:xfrm>
                <a:off x="1458915" y="3354488"/>
                <a:ext cx="1052512" cy="144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MFI Low limit</a:t>
                </a:r>
              </a:p>
            </p:txBody>
          </p:sp>
          <p:sp>
            <p:nvSpPr>
              <p:cNvPr id="99" name="Rectangle 98">
                <a:extLst>
                  <a:ext uri="{FF2B5EF4-FFF2-40B4-BE49-F238E27FC236}">
                    <a16:creationId xmlns:a16="http://schemas.microsoft.com/office/drawing/2014/main" id="{5C1C3D95-E4C9-4F90-83FE-7944791BB554}"/>
                  </a:ext>
                </a:extLst>
              </p:cNvPr>
              <p:cNvSpPr/>
              <p:nvPr/>
            </p:nvSpPr>
            <p:spPr>
              <a:xfrm>
                <a:off x="1458915" y="2255072"/>
                <a:ext cx="1052512" cy="14452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MFI Prediction</a:t>
                </a:r>
              </a:p>
            </p:txBody>
          </p:sp>
          <p:sp>
            <p:nvSpPr>
              <p:cNvPr id="100" name="Rectangle 99">
                <a:extLst>
                  <a:ext uri="{FF2B5EF4-FFF2-40B4-BE49-F238E27FC236}">
                    <a16:creationId xmlns:a16="http://schemas.microsoft.com/office/drawing/2014/main" id="{B96D0C9E-1E5E-4835-9828-4914AACCE757}"/>
                  </a:ext>
                </a:extLst>
              </p:cNvPr>
              <p:cNvSpPr/>
              <p:nvPr/>
            </p:nvSpPr>
            <p:spPr>
              <a:xfrm>
                <a:off x="1455742" y="2445147"/>
                <a:ext cx="1052512" cy="14452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MFI Lab sample</a:t>
                </a:r>
              </a:p>
            </p:txBody>
          </p:sp>
          <p:sp>
            <p:nvSpPr>
              <p:cNvPr id="101" name="Rectangle 100">
                <a:extLst>
                  <a:ext uri="{FF2B5EF4-FFF2-40B4-BE49-F238E27FC236}">
                    <a16:creationId xmlns:a16="http://schemas.microsoft.com/office/drawing/2014/main" id="{90324C3E-6E8E-4F60-BE5B-BB29A94F1A15}"/>
                  </a:ext>
                </a:extLst>
              </p:cNvPr>
              <p:cNvSpPr/>
              <p:nvPr/>
            </p:nvSpPr>
            <p:spPr>
              <a:xfrm>
                <a:off x="1461299" y="3003927"/>
                <a:ext cx="1052512" cy="14452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a:solidFill>
                      <a:schemeClr val="tx1"/>
                    </a:solidFill>
                  </a:rPr>
                  <a:t>Dieplate</a:t>
                </a:r>
                <a:r>
                  <a:rPr lang="en-US" sz="800" dirty="0">
                    <a:solidFill>
                      <a:schemeClr val="tx1"/>
                    </a:solidFill>
                  </a:rPr>
                  <a:t> Pressure</a:t>
                </a:r>
              </a:p>
            </p:txBody>
          </p:sp>
          <p:sp>
            <p:nvSpPr>
              <p:cNvPr id="102" name="Rectangle 101">
                <a:extLst>
                  <a:ext uri="{FF2B5EF4-FFF2-40B4-BE49-F238E27FC236}">
                    <a16:creationId xmlns:a16="http://schemas.microsoft.com/office/drawing/2014/main" id="{D17F6847-EF19-4DA7-9665-B46EE984B9B2}"/>
                  </a:ext>
                </a:extLst>
              </p:cNvPr>
              <p:cNvSpPr/>
              <p:nvPr/>
            </p:nvSpPr>
            <p:spPr>
              <a:xfrm>
                <a:off x="4469610" y="3493788"/>
                <a:ext cx="1052512" cy="144520"/>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APC ON</a:t>
                </a:r>
              </a:p>
            </p:txBody>
          </p:sp>
          <p:sp>
            <p:nvSpPr>
              <p:cNvPr id="103" name="Freeform: Shape 102">
                <a:extLst>
                  <a:ext uri="{FF2B5EF4-FFF2-40B4-BE49-F238E27FC236}">
                    <a16:creationId xmlns:a16="http://schemas.microsoft.com/office/drawing/2014/main" id="{C13965E2-31A9-4E63-BE10-E142BB120812}"/>
                  </a:ext>
                </a:extLst>
              </p:cNvPr>
              <p:cNvSpPr/>
              <p:nvPr/>
            </p:nvSpPr>
            <p:spPr>
              <a:xfrm rot="21288874">
                <a:off x="6362705" y="2088933"/>
                <a:ext cx="204786" cy="54098"/>
              </a:xfrm>
              <a:custGeom>
                <a:avLst/>
                <a:gdLst>
                  <a:gd name="connsiteX0" fmla="*/ 0 w 192881"/>
                  <a:gd name="connsiteY0" fmla="*/ 57822 h 57822"/>
                  <a:gd name="connsiteX1" fmla="*/ 123825 w 192881"/>
                  <a:gd name="connsiteY1" fmla="*/ 672 h 57822"/>
                  <a:gd name="connsiteX2" fmla="*/ 192881 w 192881"/>
                  <a:gd name="connsiteY2" fmla="*/ 31628 h 57822"/>
                </a:gdLst>
                <a:ahLst/>
                <a:cxnLst>
                  <a:cxn ang="0">
                    <a:pos x="connsiteX0" y="connsiteY0"/>
                  </a:cxn>
                  <a:cxn ang="0">
                    <a:pos x="connsiteX1" y="connsiteY1"/>
                  </a:cxn>
                  <a:cxn ang="0">
                    <a:pos x="connsiteX2" y="connsiteY2"/>
                  </a:cxn>
                </a:cxnLst>
                <a:rect l="l" t="t" r="r" b="b"/>
                <a:pathLst>
                  <a:path w="192881" h="57822">
                    <a:moveTo>
                      <a:pt x="0" y="57822"/>
                    </a:moveTo>
                    <a:cubicBezTo>
                      <a:pt x="45839" y="31430"/>
                      <a:pt x="91678" y="5038"/>
                      <a:pt x="123825" y="672"/>
                    </a:cubicBezTo>
                    <a:cubicBezTo>
                      <a:pt x="155972" y="-3694"/>
                      <a:pt x="174426" y="13967"/>
                      <a:pt x="192881" y="31628"/>
                    </a:cubicBezTo>
                  </a:path>
                </a:pathLst>
              </a:cu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tx1"/>
                  </a:solidFill>
                </a:endParaRPr>
              </a:p>
            </p:txBody>
          </p:sp>
        </p:grpSp>
        <p:cxnSp>
          <p:nvCxnSpPr>
            <p:cNvPr id="31" name="Straight Connector 30">
              <a:extLst>
                <a:ext uri="{FF2B5EF4-FFF2-40B4-BE49-F238E27FC236}">
                  <a16:creationId xmlns:a16="http://schemas.microsoft.com/office/drawing/2014/main" id="{04CD3E7B-8779-4DA9-9556-827910F646A7}"/>
                </a:ext>
              </a:extLst>
            </p:cNvPr>
            <p:cNvCxnSpPr>
              <a:cxnSpLocks/>
            </p:cNvCxnSpPr>
            <p:nvPr/>
          </p:nvCxnSpPr>
          <p:spPr>
            <a:xfrm>
              <a:off x="2065340" y="2700248"/>
              <a:ext cx="2851150" cy="0"/>
            </a:xfrm>
            <a:prstGeom prst="line">
              <a:avLst/>
            </a:prstGeom>
            <a:ln>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4A3450C4-12F4-4984-AA58-2D98A58EF369}"/>
                </a:ext>
              </a:extLst>
            </p:cNvPr>
            <p:cNvSpPr/>
            <p:nvPr/>
          </p:nvSpPr>
          <p:spPr>
            <a:xfrm>
              <a:off x="1455742" y="2640659"/>
              <a:ext cx="1052512" cy="14452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CTA Flow</a:t>
              </a:r>
            </a:p>
          </p:txBody>
        </p:sp>
        <p:sp>
          <p:nvSpPr>
            <p:cNvPr id="13" name="Freeform: Shape 12">
              <a:extLst>
                <a:ext uri="{FF2B5EF4-FFF2-40B4-BE49-F238E27FC236}">
                  <a16:creationId xmlns:a16="http://schemas.microsoft.com/office/drawing/2014/main" id="{875C8C48-FE20-4740-A6F6-84B6966065C4}"/>
                </a:ext>
              </a:extLst>
            </p:cNvPr>
            <p:cNvSpPr/>
            <p:nvPr/>
          </p:nvSpPr>
          <p:spPr>
            <a:xfrm>
              <a:off x="4924426" y="2689899"/>
              <a:ext cx="1681162" cy="761209"/>
            </a:xfrm>
            <a:custGeom>
              <a:avLst/>
              <a:gdLst>
                <a:gd name="connsiteX0" fmla="*/ 0 w 1681162"/>
                <a:gd name="connsiteY0" fmla="*/ 0 h 539236"/>
                <a:gd name="connsiteX1" fmla="*/ 328612 w 1681162"/>
                <a:gd name="connsiteY1" fmla="*/ 190500 h 539236"/>
                <a:gd name="connsiteX2" fmla="*/ 604837 w 1681162"/>
                <a:gd name="connsiteY2" fmla="*/ 323850 h 539236"/>
                <a:gd name="connsiteX3" fmla="*/ 866775 w 1681162"/>
                <a:gd name="connsiteY3" fmla="*/ 495300 h 539236"/>
                <a:gd name="connsiteX4" fmla="*/ 1271587 w 1681162"/>
                <a:gd name="connsiteY4" fmla="*/ 519113 h 539236"/>
                <a:gd name="connsiteX5" fmla="*/ 1562100 w 1681162"/>
                <a:gd name="connsiteY5" fmla="*/ 538163 h 539236"/>
                <a:gd name="connsiteX6" fmla="*/ 1681162 w 1681162"/>
                <a:gd name="connsiteY6" fmla="*/ 485775 h 53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1162" h="539236">
                  <a:moveTo>
                    <a:pt x="0" y="0"/>
                  </a:moveTo>
                  <a:cubicBezTo>
                    <a:pt x="113903" y="68262"/>
                    <a:pt x="227806" y="136525"/>
                    <a:pt x="328612" y="190500"/>
                  </a:cubicBezTo>
                  <a:cubicBezTo>
                    <a:pt x="429418" y="244475"/>
                    <a:pt x="515143" y="273050"/>
                    <a:pt x="604837" y="323850"/>
                  </a:cubicBezTo>
                  <a:cubicBezTo>
                    <a:pt x="694531" y="374650"/>
                    <a:pt x="755650" y="462756"/>
                    <a:pt x="866775" y="495300"/>
                  </a:cubicBezTo>
                  <a:cubicBezTo>
                    <a:pt x="977900" y="527844"/>
                    <a:pt x="1271587" y="519113"/>
                    <a:pt x="1271587" y="519113"/>
                  </a:cubicBezTo>
                  <a:cubicBezTo>
                    <a:pt x="1387474" y="526257"/>
                    <a:pt x="1493838" y="543719"/>
                    <a:pt x="1562100" y="538163"/>
                  </a:cubicBezTo>
                  <a:cubicBezTo>
                    <a:pt x="1630362" y="532607"/>
                    <a:pt x="1655762" y="509191"/>
                    <a:pt x="1681162" y="485775"/>
                  </a:cubicBezTo>
                </a:path>
              </a:pathLst>
            </a:custGeom>
            <a:no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5" name="Group 154">
            <a:extLst>
              <a:ext uri="{FF2B5EF4-FFF2-40B4-BE49-F238E27FC236}">
                <a16:creationId xmlns:a16="http://schemas.microsoft.com/office/drawing/2014/main" id="{C775EDA4-76F7-44D7-B66D-F432053BD3B6}"/>
              </a:ext>
            </a:extLst>
          </p:cNvPr>
          <p:cNvGrpSpPr/>
          <p:nvPr/>
        </p:nvGrpSpPr>
        <p:grpSpPr>
          <a:xfrm>
            <a:off x="1509409" y="3610762"/>
            <a:ext cx="5229225" cy="2509835"/>
            <a:chOff x="1378726" y="3821352"/>
            <a:chExt cx="5229225" cy="2509835"/>
          </a:xfrm>
        </p:grpSpPr>
        <p:sp>
          <p:nvSpPr>
            <p:cNvPr id="51" name="Rectangle 50">
              <a:extLst>
                <a:ext uri="{FF2B5EF4-FFF2-40B4-BE49-F238E27FC236}">
                  <a16:creationId xmlns:a16="http://schemas.microsoft.com/office/drawing/2014/main" id="{22A1C461-F062-41F5-BCDD-4CE2F7193499}"/>
                </a:ext>
              </a:extLst>
            </p:cNvPr>
            <p:cNvSpPr/>
            <p:nvPr/>
          </p:nvSpPr>
          <p:spPr>
            <a:xfrm>
              <a:off x="1378726" y="3821352"/>
              <a:ext cx="5229225" cy="2509835"/>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D535BBB4-870C-4465-8652-CF5A1C890BA0}"/>
                </a:ext>
              </a:extLst>
            </p:cNvPr>
            <p:cNvCxnSpPr>
              <a:cxnSpLocks/>
            </p:cNvCxnSpPr>
            <p:nvPr/>
          </p:nvCxnSpPr>
          <p:spPr>
            <a:xfrm flipV="1">
              <a:off x="1490669" y="3999397"/>
              <a:ext cx="5011731" cy="5429"/>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E394B88-A8F0-4E00-88D6-B32550EE5AD7}"/>
                </a:ext>
              </a:extLst>
            </p:cNvPr>
            <p:cNvCxnSpPr>
              <a:cxnSpLocks/>
            </p:cNvCxnSpPr>
            <p:nvPr/>
          </p:nvCxnSpPr>
          <p:spPr>
            <a:xfrm>
              <a:off x="1490669" y="4536674"/>
              <a:ext cx="5011731" cy="0"/>
            </a:xfrm>
            <a:prstGeom prst="line">
              <a:avLst/>
            </a:prstGeom>
          </p:spPr>
          <p:style>
            <a:lnRef idx="1">
              <a:schemeClr val="accent1"/>
            </a:lnRef>
            <a:fillRef idx="0">
              <a:schemeClr val="accent1"/>
            </a:fillRef>
            <a:effectRef idx="0">
              <a:schemeClr val="accent1"/>
            </a:effectRef>
            <a:fontRef idx="minor">
              <a:schemeClr val="tx1"/>
            </a:fontRef>
          </p:style>
        </p:cxnSp>
        <p:sp>
          <p:nvSpPr>
            <p:cNvPr id="54" name="Freeform: Shape 53">
              <a:extLst>
                <a:ext uri="{FF2B5EF4-FFF2-40B4-BE49-F238E27FC236}">
                  <a16:creationId xmlns:a16="http://schemas.microsoft.com/office/drawing/2014/main" id="{3386984D-E7D9-4461-9DC0-5D69D06C0944}"/>
                </a:ext>
              </a:extLst>
            </p:cNvPr>
            <p:cNvSpPr/>
            <p:nvPr/>
          </p:nvSpPr>
          <p:spPr>
            <a:xfrm>
              <a:off x="1555755" y="4267599"/>
              <a:ext cx="2551163" cy="171548"/>
            </a:xfrm>
            <a:custGeom>
              <a:avLst/>
              <a:gdLst>
                <a:gd name="connsiteX0" fmla="*/ 0 w 3228975"/>
                <a:gd name="connsiteY0" fmla="*/ 1068140 h 1187256"/>
                <a:gd name="connsiteX1" fmla="*/ 733425 w 3228975"/>
                <a:gd name="connsiteY1" fmla="*/ 1163390 h 1187256"/>
                <a:gd name="connsiteX2" fmla="*/ 1200150 w 3228975"/>
                <a:gd name="connsiteY2" fmla="*/ 677615 h 1187256"/>
                <a:gd name="connsiteX3" fmla="*/ 1733550 w 3228975"/>
                <a:gd name="connsiteY3" fmla="*/ 29915 h 1187256"/>
                <a:gd name="connsiteX4" fmla="*/ 2495550 w 3228975"/>
                <a:gd name="connsiteY4" fmla="*/ 125165 h 1187256"/>
                <a:gd name="connsiteX5" fmla="*/ 2781300 w 3228975"/>
                <a:gd name="connsiteY5" fmla="*/ 277565 h 1187256"/>
                <a:gd name="connsiteX6" fmla="*/ 3228975 w 3228975"/>
                <a:gd name="connsiteY6" fmla="*/ 144215 h 1187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28975" h="1187256">
                  <a:moveTo>
                    <a:pt x="0" y="1068140"/>
                  </a:moveTo>
                  <a:cubicBezTo>
                    <a:pt x="266700" y="1148309"/>
                    <a:pt x="533400" y="1228478"/>
                    <a:pt x="733425" y="1163390"/>
                  </a:cubicBezTo>
                  <a:cubicBezTo>
                    <a:pt x="933450" y="1098303"/>
                    <a:pt x="1033463" y="866527"/>
                    <a:pt x="1200150" y="677615"/>
                  </a:cubicBezTo>
                  <a:cubicBezTo>
                    <a:pt x="1366837" y="488703"/>
                    <a:pt x="1517650" y="121990"/>
                    <a:pt x="1733550" y="29915"/>
                  </a:cubicBezTo>
                  <a:cubicBezTo>
                    <a:pt x="1949450" y="-62160"/>
                    <a:pt x="2320925" y="83890"/>
                    <a:pt x="2495550" y="125165"/>
                  </a:cubicBezTo>
                  <a:cubicBezTo>
                    <a:pt x="2670175" y="166440"/>
                    <a:pt x="2659063" y="274390"/>
                    <a:pt x="2781300" y="277565"/>
                  </a:cubicBezTo>
                  <a:cubicBezTo>
                    <a:pt x="2903537" y="280740"/>
                    <a:pt x="3084512" y="187078"/>
                    <a:pt x="3228975" y="144215"/>
                  </a:cubicBezTo>
                </a:path>
              </a:pathLst>
            </a:cu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Connector 59">
              <a:extLst>
                <a:ext uri="{FF2B5EF4-FFF2-40B4-BE49-F238E27FC236}">
                  <a16:creationId xmlns:a16="http://schemas.microsoft.com/office/drawing/2014/main" id="{A5272F05-C64A-485F-901F-FC685FC324CA}"/>
                </a:ext>
              </a:extLst>
            </p:cNvPr>
            <p:cNvCxnSpPr>
              <a:cxnSpLocks/>
            </p:cNvCxnSpPr>
            <p:nvPr/>
          </p:nvCxnSpPr>
          <p:spPr>
            <a:xfrm flipH="1">
              <a:off x="2993508" y="4245437"/>
              <a:ext cx="1914" cy="102982"/>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B6D40D0F-94D1-4560-AC7C-E62CC701C233}"/>
                </a:ext>
              </a:extLst>
            </p:cNvPr>
            <p:cNvGrpSpPr/>
            <p:nvPr/>
          </p:nvGrpSpPr>
          <p:grpSpPr>
            <a:xfrm>
              <a:off x="1701805" y="4250992"/>
              <a:ext cx="4118523" cy="406405"/>
              <a:chOff x="1995490" y="4738767"/>
              <a:chExt cx="4427951" cy="890628"/>
            </a:xfrm>
          </p:grpSpPr>
          <p:cxnSp>
            <p:nvCxnSpPr>
              <p:cNvPr id="55" name="Connector: Elbow 54">
                <a:extLst>
                  <a:ext uri="{FF2B5EF4-FFF2-40B4-BE49-F238E27FC236}">
                    <a16:creationId xmlns:a16="http://schemas.microsoft.com/office/drawing/2014/main" id="{01A14E54-D033-4683-91B2-DAC7AC2DAD2A}"/>
                  </a:ext>
                </a:extLst>
              </p:cNvPr>
              <p:cNvCxnSpPr>
                <a:cxnSpLocks/>
              </p:cNvCxnSpPr>
              <p:nvPr/>
            </p:nvCxnSpPr>
            <p:spPr>
              <a:xfrm flipV="1">
                <a:off x="1995490" y="5083648"/>
                <a:ext cx="914400" cy="130942"/>
              </a:xfrm>
              <a:prstGeom prst="bentConnector3">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5A3212F4-050E-462A-BA74-3BD286D92779}"/>
                  </a:ext>
                </a:extLst>
              </p:cNvPr>
              <p:cNvCxnSpPr>
                <a:cxnSpLocks/>
              </p:cNvCxnSpPr>
              <p:nvPr/>
            </p:nvCxnSpPr>
            <p:spPr>
              <a:xfrm flipV="1">
                <a:off x="2909890" y="4738767"/>
                <a:ext cx="466725" cy="344881"/>
              </a:xfrm>
              <a:prstGeom prst="bentConnector3">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5A18B4DA-7C91-46BB-B85D-32A7FC7BD220}"/>
                  </a:ext>
                </a:extLst>
              </p:cNvPr>
              <p:cNvCxnSpPr>
                <a:cxnSpLocks/>
              </p:cNvCxnSpPr>
              <p:nvPr/>
            </p:nvCxnSpPr>
            <p:spPr>
              <a:xfrm>
                <a:off x="3394330" y="4946716"/>
                <a:ext cx="487944" cy="162763"/>
              </a:xfrm>
              <a:prstGeom prst="bentConnector3">
                <a:avLst>
                  <a:gd name="adj1" fmla="val 50000"/>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D1D70528-80AE-4A44-99C6-DBAF8BE0058D}"/>
                  </a:ext>
                </a:extLst>
              </p:cNvPr>
              <p:cNvCxnSpPr>
                <a:cxnSpLocks/>
              </p:cNvCxnSpPr>
              <p:nvPr/>
            </p:nvCxnSpPr>
            <p:spPr>
              <a:xfrm>
                <a:off x="3876677" y="5072928"/>
                <a:ext cx="828676" cy="144521"/>
              </a:xfrm>
              <a:prstGeom prst="bentConnector3">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F5FFEDF0-5AFD-4936-B0D8-18CE79D55573}"/>
                  </a:ext>
                </a:extLst>
              </p:cNvPr>
              <p:cNvCxnSpPr>
                <a:cxnSpLocks/>
              </p:cNvCxnSpPr>
              <p:nvPr/>
            </p:nvCxnSpPr>
            <p:spPr>
              <a:xfrm>
                <a:off x="4695665" y="5243683"/>
                <a:ext cx="632088" cy="205644"/>
              </a:xfrm>
              <a:prstGeom prst="bentConnector3">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2C5EC15D-2905-48E9-A505-18A6D07C6AD2}"/>
                  </a:ext>
                </a:extLst>
              </p:cNvPr>
              <p:cNvCxnSpPr>
                <a:cxnSpLocks/>
              </p:cNvCxnSpPr>
              <p:nvPr/>
            </p:nvCxnSpPr>
            <p:spPr>
              <a:xfrm>
                <a:off x="5324799" y="5452481"/>
                <a:ext cx="716039" cy="49887"/>
              </a:xfrm>
              <a:prstGeom prst="bentConnector3">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DCA364EF-93FB-440F-9A8D-386C4504FF48}"/>
                  </a:ext>
                </a:extLst>
              </p:cNvPr>
              <p:cNvCxnSpPr>
                <a:cxnSpLocks/>
              </p:cNvCxnSpPr>
              <p:nvPr/>
            </p:nvCxnSpPr>
            <p:spPr>
              <a:xfrm flipV="1">
                <a:off x="6044258" y="5510113"/>
                <a:ext cx="379183" cy="119282"/>
              </a:xfrm>
              <a:prstGeom prst="bentConnector3">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grpSp>
        <p:sp>
          <p:nvSpPr>
            <p:cNvPr id="67" name="Rectangle 66">
              <a:extLst>
                <a:ext uri="{FF2B5EF4-FFF2-40B4-BE49-F238E27FC236}">
                  <a16:creationId xmlns:a16="http://schemas.microsoft.com/office/drawing/2014/main" id="{6EEA4B24-DF5D-4585-9389-C97D1F907BD8}"/>
                </a:ext>
              </a:extLst>
            </p:cNvPr>
            <p:cNvSpPr/>
            <p:nvPr/>
          </p:nvSpPr>
          <p:spPr>
            <a:xfrm>
              <a:off x="1401521" y="3878442"/>
              <a:ext cx="1052512" cy="144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MFI High limit</a:t>
              </a:r>
            </a:p>
          </p:txBody>
        </p:sp>
        <p:sp>
          <p:nvSpPr>
            <p:cNvPr id="68" name="Rectangle 67">
              <a:extLst>
                <a:ext uri="{FF2B5EF4-FFF2-40B4-BE49-F238E27FC236}">
                  <a16:creationId xmlns:a16="http://schemas.microsoft.com/office/drawing/2014/main" id="{AFD15691-92EB-4854-B0E6-0E1FE09D4591}"/>
                </a:ext>
              </a:extLst>
            </p:cNvPr>
            <p:cNvSpPr/>
            <p:nvPr/>
          </p:nvSpPr>
          <p:spPr>
            <a:xfrm>
              <a:off x="1392238" y="4481394"/>
              <a:ext cx="1052512" cy="144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MFI Low limit</a:t>
              </a:r>
            </a:p>
          </p:txBody>
        </p:sp>
        <p:sp>
          <p:nvSpPr>
            <p:cNvPr id="69" name="Rectangle 68">
              <a:extLst>
                <a:ext uri="{FF2B5EF4-FFF2-40B4-BE49-F238E27FC236}">
                  <a16:creationId xmlns:a16="http://schemas.microsoft.com/office/drawing/2014/main" id="{809047F4-C09E-43B1-861A-B75E1B912171}"/>
                </a:ext>
              </a:extLst>
            </p:cNvPr>
            <p:cNvSpPr/>
            <p:nvPr/>
          </p:nvSpPr>
          <p:spPr>
            <a:xfrm>
              <a:off x="1400178" y="4191616"/>
              <a:ext cx="1052512" cy="14452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MFI Prediction</a:t>
              </a:r>
            </a:p>
          </p:txBody>
        </p:sp>
        <p:sp>
          <p:nvSpPr>
            <p:cNvPr id="71" name="Rectangle 70">
              <a:extLst>
                <a:ext uri="{FF2B5EF4-FFF2-40B4-BE49-F238E27FC236}">
                  <a16:creationId xmlns:a16="http://schemas.microsoft.com/office/drawing/2014/main" id="{A0C57A44-597E-470A-B57D-2944F35B1098}"/>
                </a:ext>
              </a:extLst>
            </p:cNvPr>
            <p:cNvSpPr/>
            <p:nvPr/>
          </p:nvSpPr>
          <p:spPr>
            <a:xfrm>
              <a:off x="1388821" y="4846224"/>
              <a:ext cx="1052512" cy="14452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a:solidFill>
                    <a:schemeClr val="tx1"/>
                  </a:solidFill>
                </a:rPr>
                <a:t>Dieplate</a:t>
              </a:r>
              <a:r>
                <a:rPr lang="en-US" sz="800" dirty="0">
                  <a:solidFill>
                    <a:schemeClr val="tx1"/>
                  </a:solidFill>
                </a:rPr>
                <a:t> Pressure</a:t>
              </a:r>
            </a:p>
          </p:txBody>
        </p:sp>
        <p:sp>
          <p:nvSpPr>
            <p:cNvPr id="72" name="Rectangle 71">
              <a:extLst>
                <a:ext uri="{FF2B5EF4-FFF2-40B4-BE49-F238E27FC236}">
                  <a16:creationId xmlns:a16="http://schemas.microsoft.com/office/drawing/2014/main" id="{2FD76A40-BAAC-4079-90E2-71F8C49DF813}"/>
                </a:ext>
              </a:extLst>
            </p:cNvPr>
            <p:cNvSpPr/>
            <p:nvPr/>
          </p:nvSpPr>
          <p:spPr>
            <a:xfrm>
              <a:off x="4252696" y="6162064"/>
              <a:ext cx="1052512" cy="144520"/>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APC ON</a:t>
              </a:r>
            </a:p>
          </p:txBody>
        </p:sp>
        <p:sp>
          <p:nvSpPr>
            <p:cNvPr id="75" name="Rectangle 74">
              <a:extLst>
                <a:ext uri="{FF2B5EF4-FFF2-40B4-BE49-F238E27FC236}">
                  <a16:creationId xmlns:a16="http://schemas.microsoft.com/office/drawing/2014/main" id="{9E85957E-60F7-4E8C-9A50-8AAEC097A655}"/>
                </a:ext>
              </a:extLst>
            </p:cNvPr>
            <p:cNvSpPr/>
            <p:nvPr/>
          </p:nvSpPr>
          <p:spPr>
            <a:xfrm>
              <a:off x="1412084" y="5772495"/>
              <a:ext cx="1052512" cy="14452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CTA Flow</a:t>
              </a:r>
            </a:p>
          </p:txBody>
        </p:sp>
        <p:sp>
          <p:nvSpPr>
            <p:cNvPr id="106" name="Freeform: Shape 105">
              <a:extLst>
                <a:ext uri="{FF2B5EF4-FFF2-40B4-BE49-F238E27FC236}">
                  <a16:creationId xmlns:a16="http://schemas.microsoft.com/office/drawing/2014/main" id="{56673494-2EEE-4E27-BA81-E6352F564078}"/>
                </a:ext>
              </a:extLst>
            </p:cNvPr>
            <p:cNvSpPr/>
            <p:nvPr/>
          </p:nvSpPr>
          <p:spPr>
            <a:xfrm rot="11775304">
              <a:off x="4074526" y="4445386"/>
              <a:ext cx="1769700" cy="117599"/>
            </a:xfrm>
            <a:custGeom>
              <a:avLst/>
              <a:gdLst>
                <a:gd name="connsiteX0" fmla="*/ 0 w 1123950"/>
                <a:gd name="connsiteY0" fmla="*/ 84168 h 84168"/>
                <a:gd name="connsiteX1" fmla="*/ 247650 w 1123950"/>
                <a:gd name="connsiteY1" fmla="*/ 7968 h 84168"/>
                <a:gd name="connsiteX2" fmla="*/ 393700 w 1123950"/>
                <a:gd name="connsiteY2" fmla="*/ 1618 h 84168"/>
                <a:gd name="connsiteX3" fmla="*/ 584200 w 1123950"/>
                <a:gd name="connsiteY3" fmla="*/ 1618 h 84168"/>
                <a:gd name="connsiteX4" fmla="*/ 806450 w 1123950"/>
                <a:gd name="connsiteY4" fmla="*/ 7968 h 84168"/>
                <a:gd name="connsiteX5" fmla="*/ 1123950 w 1123950"/>
                <a:gd name="connsiteY5" fmla="*/ 20668 h 8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3950" h="84168">
                  <a:moveTo>
                    <a:pt x="0" y="84168"/>
                  </a:moveTo>
                  <a:cubicBezTo>
                    <a:pt x="91016" y="52947"/>
                    <a:pt x="182033" y="21726"/>
                    <a:pt x="247650" y="7968"/>
                  </a:cubicBezTo>
                  <a:cubicBezTo>
                    <a:pt x="313267" y="-5790"/>
                    <a:pt x="337608" y="2676"/>
                    <a:pt x="393700" y="1618"/>
                  </a:cubicBezTo>
                  <a:cubicBezTo>
                    <a:pt x="449792" y="560"/>
                    <a:pt x="515408" y="560"/>
                    <a:pt x="584200" y="1618"/>
                  </a:cubicBezTo>
                  <a:cubicBezTo>
                    <a:pt x="652992" y="2676"/>
                    <a:pt x="806450" y="7968"/>
                    <a:pt x="806450" y="7968"/>
                  </a:cubicBezTo>
                  <a:lnTo>
                    <a:pt x="1123950" y="20668"/>
                  </a:lnTo>
                </a:path>
              </a:pathLst>
            </a:cu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6" name="Straight Connector 115">
              <a:extLst>
                <a:ext uri="{FF2B5EF4-FFF2-40B4-BE49-F238E27FC236}">
                  <a16:creationId xmlns:a16="http://schemas.microsoft.com/office/drawing/2014/main" id="{F6DB596B-25EA-4F72-83D8-654406C8F0C0}"/>
                </a:ext>
              </a:extLst>
            </p:cNvPr>
            <p:cNvCxnSpPr>
              <a:cxnSpLocks/>
            </p:cNvCxnSpPr>
            <p:nvPr/>
          </p:nvCxnSpPr>
          <p:spPr>
            <a:xfrm flipV="1">
              <a:off x="1490669" y="4735233"/>
              <a:ext cx="5011731" cy="54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E79F19FE-1610-4E9D-900A-9227A433C095}"/>
                </a:ext>
              </a:extLst>
            </p:cNvPr>
            <p:cNvCxnSpPr>
              <a:cxnSpLocks/>
            </p:cNvCxnSpPr>
            <p:nvPr/>
          </p:nvCxnSpPr>
          <p:spPr>
            <a:xfrm>
              <a:off x="1490669" y="5272510"/>
              <a:ext cx="5011731" cy="0"/>
            </a:xfrm>
            <a:prstGeom prst="line">
              <a:avLst/>
            </a:prstGeom>
          </p:spPr>
          <p:style>
            <a:lnRef idx="1">
              <a:schemeClr val="accent1"/>
            </a:lnRef>
            <a:fillRef idx="0">
              <a:schemeClr val="accent1"/>
            </a:fillRef>
            <a:effectRef idx="0">
              <a:schemeClr val="accent1"/>
            </a:effectRef>
            <a:fontRef idx="minor">
              <a:schemeClr val="tx1"/>
            </a:fontRef>
          </p:style>
        </p:cxnSp>
        <p:sp>
          <p:nvSpPr>
            <p:cNvPr id="120" name="Freeform: Shape 119">
              <a:extLst>
                <a:ext uri="{FF2B5EF4-FFF2-40B4-BE49-F238E27FC236}">
                  <a16:creationId xmlns:a16="http://schemas.microsoft.com/office/drawing/2014/main" id="{452BB4FC-7FAC-4858-BC4C-B0F858E5CAFE}"/>
                </a:ext>
              </a:extLst>
            </p:cNvPr>
            <p:cNvSpPr/>
            <p:nvPr/>
          </p:nvSpPr>
          <p:spPr>
            <a:xfrm rot="11649088">
              <a:off x="1504418" y="4775654"/>
              <a:ext cx="3228975" cy="404989"/>
            </a:xfrm>
            <a:custGeom>
              <a:avLst/>
              <a:gdLst>
                <a:gd name="connsiteX0" fmla="*/ 0 w 3228975"/>
                <a:gd name="connsiteY0" fmla="*/ 1068140 h 1187256"/>
                <a:gd name="connsiteX1" fmla="*/ 733425 w 3228975"/>
                <a:gd name="connsiteY1" fmla="*/ 1163390 h 1187256"/>
                <a:gd name="connsiteX2" fmla="*/ 1200150 w 3228975"/>
                <a:gd name="connsiteY2" fmla="*/ 677615 h 1187256"/>
                <a:gd name="connsiteX3" fmla="*/ 1733550 w 3228975"/>
                <a:gd name="connsiteY3" fmla="*/ 29915 h 1187256"/>
                <a:gd name="connsiteX4" fmla="*/ 2495550 w 3228975"/>
                <a:gd name="connsiteY4" fmla="*/ 125165 h 1187256"/>
                <a:gd name="connsiteX5" fmla="*/ 2781300 w 3228975"/>
                <a:gd name="connsiteY5" fmla="*/ 277565 h 1187256"/>
                <a:gd name="connsiteX6" fmla="*/ 3228975 w 3228975"/>
                <a:gd name="connsiteY6" fmla="*/ 144215 h 1187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28975" h="1187256">
                  <a:moveTo>
                    <a:pt x="0" y="1068140"/>
                  </a:moveTo>
                  <a:cubicBezTo>
                    <a:pt x="266700" y="1148309"/>
                    <a:pt x="533400" y="1228478"/>
                    <a:pt x="733425" y="1163390"/>
                  </a:cubicBezTo>
                  <a:cubicBezTo>
                    <a:pt x="933450" y="1098303"/>
                    <a:pt x="1033463" y="866527"/>
                    <a:pt x="1200150" y="677615"/>
                  </a:cubicBezTo>
                  <a:cubicBezTo>
                    <a:pt x="1366837" y="488703"/>
                    <a:pt x="1517650" y="121990"/>
                    <a:pt x="1733550" y="29915"/>
                  </a:cubicBezTo>
                  <a:cubicBezTo>
                    <a:pt x="1949450" y="-62160"/>
                    <a:pt x="2320925" y="83890"/>
                    <a:pt x="2495550" y="125165"/>
                  </a:cubicBezTo>
                  <a:cubicBezTo>
                    <a:pt x="2670175" y="166440"/>
                    <a:pt x="2659063" y="274390"/>
                    <a:pt x="2781300" y="277565"/>
                  </a:cubicBezTo>
                  <a:cubicBezTo>
                    <a:pt x="2903537" y="280740"/>
                    <a:pt x="3084512" y="187078"/>
                    <a:pt x="3228975" y="144215"/>
                  </a:cubicBezTo>
                </a:path>
              </a:pathLst>
            </a:cu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Shape 124">
              <a:extLst>
                <a:ext uri="{FF2B5EF4-FFF2-40B4-BE49-F238E27FC236}">
                  <a16:creationId xmlns:a16="http://schemas.microsoft.com/office/drawing/2014/main" id="{5A4F68CB-075E-4DD4-92F9-7DC397CD03C6}"/>
                </a:ext>
              </a:extLst>
            </p:cNvPr>
            <p:cNvSpPr/>
            <p:nvPr/>
          </p:nvSpPr>
          <p:spPr>
            <a:xfrm>
              <a:off x="4724400" y="5219700"/>
              <a:ext cx="1708150" cy="52990"/>
            </a:xfrm>
            <a:custGeom>
              <a:avLst/>
              <a:gdLst>
                <a:gd name="connsiteX0" fmla="*/ 0 w 1708150"/>
                <a:gd name="connsiteY0" fmla="*/ 0 h 52990"/>
                <a:gd name="connsiteX1" fmla="*/ 520700 w 1708150"/>
                <a:gd name="connsiteY1" fmla="*/ 50800 h 52990"/>
                <a:gd name="connsiteX2" fmla="*/ 1117600 w 1708150"/>
                <a:gd name="connsiteY2" fmla="*/ 44450 h 52990"/>
                <a:gd name="connsiteX3" fmla="*/ 1530350 w 1708150"/>
                <a:gd name="connsiteY3" fmla="*/ 44450 h 52990"/>
                <a:gd name="connsiteX4" fmla="*/ 1708150 w 1708150"/>
                <a:gd name="connsiteY4" fmla="*/ 44450 h 52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8150" h="52990">
                  <a:moveTo>
                    <a:pt x="0" y="0"/>
                  </a:moveTo>
                  <a:cubicBezTo>
                    <a:pt x="167216" y="21696"/>
                    <a:pt x="334433" y="43392"/>
                    <a:pt x="520700" y="50800"/>
                  </a:cubicBezTo>
                  <a:cubicBezTo>
                    <a:pt x="706967" y="58208"/>
                    <a:pt x="1117600" y="44450"/>
                    <a:pt x="1117600" y="44450"/>
                  </a:cubicBezTo>
                  <a:lnTo>
                    <a:pt x="1530350" y="44450"/>
                  </a:lnTo>
                  <a:lnTo>
                    <a:pt x="1708150" y="44450"/>
                  </a:lnTo>
                </a:path>
              </a:pathLst>
            </a:cu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8" name="Straight Connector 127">
              <a:extLst>
                <a:ext uri="{FF2B5EF4-FFF2-40B4-BE49-F238E27FC236}">
                  <a16:creationId xmlns:a16="http://schemas.microsoft.com/office/drawing/2014/main" id="{7E0ABAA3-7C53-4BA6-90FD-2D82AA8139D8}"/>
                </a:ext>
              </a:extLst>
            </p:cNvPr>
            <p:cNvCxnSpPr>
              <a:cxnSpLocks/>
            </p:cNvCxnSpPr>
            <p:nvPr/>
          </p:nvCxnSpPr>
          <p:spPr>
            <a:xfrm flipV="1">
              <a:off x="1462633" y="5535463"/>
              <a:ext cx="5011731" cy="54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E854B709-987C-4E7D-BFFC-BBC66DD47A88}"/>
                </a:ext>
              </a:extLst>
            </p:cNvPr>
            <p:cNvCxnSpPr>
              <a:cxnSpLocks/>
            </p:cNvCxnSpPr>
            <p:nvPr/>
          </p:nvCxnSpPr>
          <p:spPr>
            <a:xfrm>
              <a:off x="1462633" y="6072740"/>
              <a:ext cx="5011731" cy="0"/>
            </a:xfrm>
            <a:prstGeom prst="line">
              <a:avLst/>
            </a:prstGeom>
          </p:spPr>
          <p:style>
            <a:lnRef idx="1">
              <a:schemeClr val="accent1"/>
            </a:lnRef>
            <a:fillRef idx="0">
              <a:schemeClr val="accent1"/>
            </a:fillRef>
            <a:effectRef idx="0">
              <a:schemeClr val="accent1"/>
            </a:effectRef>
            <a:fontRef idx="minor">
              <a:schemeClr val="tx1"/>
            </a:fontRef>
          </p:style>
        </p:cxnSp>
        <p:sp>
          <p:nvSpPr>
            <p:cNvPr id="133" name="Freeform: Shape 132">
              <a:extLst>
                <a:ext uri="{FF2B5EF4-FFF2-40B4-BE49-F238E27FC236}">
                  <a16:creationId xmlns:a16="http://schemas.microsoft.com/office/drawing/2014/main" id="{840F1746-B4B0-4F98-9854-6EFBF4275305}"/>
                </a:ext>
              </a:extLst>
            </p:cNvPr>
            <p:cNvSpPr/>
            <p:nvPr/>
          </p:nvSpPr>
          <p:spPr>
            <a:xfrm>
              <a:off x="1461299" y="5618213"/>
              <a:ext cx="3228975" cy="404989"/>
            </a:xfrm>
            <a:custGeom>
              <a:avLst/>
              <a:gdLst>
                <a:gd name="connsiteX0" fmla="*/ 0 w 3228975"/>
                <a:gd name="connsiteY0" fmla="*/ 1068140 h 1187256"/>
                <a:gd name="connsiteX1" fmla="*/ 733425 w 3228975"/>
                <a:gd name="connsiteY1" fmla="*/ 1163390 h 1187256"/>
                <a:gd name="connsiteX2" fmla="*/ 1200150 w 3228975"/>
                <a:gd name="connsiteY2" fmla="*/ 677615 h 1187256"/>
                <a:gd name="connsiteX3" fmla="*/ 1733550 w 3228975"/>
                <a:gd name="connsiteY3" fmla="*/ 29915 h 1187256"/>
                <a:gd name="connsiteX4" fmla="*/ 2495550 w 3228975"/>
                <a:gd name="connsiteY4" fmla="*/ 125165 h 1187256"/>
                <a:gd name="connsiteX5" fmla="*/ 2781300 w 3228975"/>
                <a:gd name="connsiteY5" fmla="*/ 277565 h 1187256"/>
                <a:gd name="connsiteX6" fmla="*/ 3228975 w 3228975"/>
                <a:gd name="connsiteY6" fmla="*/ 144215 h 1187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28975" h="1187256">
                  <a:moveTo>
                    <a:pt x="0" y="1068140"/>
                  </a:moveTo>
                  <a:cubicBezTo>
                    <a:pt x="266700" y="1148309"/>
                    <a:pt x="533400" y="1228478"/>
                    <a:pt x="733425" y="1163390"/>
                  </a:cubicBezTo>
                  <a:cubicBezTo>
                    <a:pt x="933450" y="1098303"/>
                    <a:pt x="1033463" y="866527"/>
                    <a:pt x="1200150" y="677615"/>
                  </a:cubicBezTo>
                  <a:cubicBezTo>
                    <a:pt x="1366837" y="488703"/>
                    <a:pt x="1517650" y="121990"/>
                    <a:pt x="1733550" y="29915"/>
                  </a:cubicBezTo>
                  <a:cubicBezTo>
                    <a:pt x="1949450" y="-62160"/>
                    <a:pt x="2320925" y="83890"/>
                    <a:pt x="2495550" y="125165"/>
                  </a:cubicBezTo>
                  <a:cubicBezTo>
                    <a:pt x="2670175" y="166440"/>
                    <a:pt x="2659063" y="274390"/>
                    <a:pt x="2781300" y="277565"/>
                  </a:cubicBezTo>
                  <a:cubicBezTo>
                    <a:pt x="2903537" y="280740"/>
                    <a:pt x="3084512" y="187078"/>
                    <a:pt x="3228975" y="144215"/>
                  </a:cubicBezTo>
                </a:path>
              </a:pathLst>
            </a:custGeom>
            <a:no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6" name="Straight Connector 135">
              <a:extLst>
                <a:ext uri="{FF2B5EF4-FFF2-40B4-BE49-F238E27FC236}">
                  <a16:creationId xmlns:a16="http://schemas.microsoft.com/office/drawing/2014/main" id="{3ADD0CE1-7C5E-44D0-B341-0A5457E697F6}"/>
                </a:ext>
              </a:extLst>
            </p:cNvPr>
            <p:cNvCxnSpPr>
              <a:cxnSpLocks/>
            </p:cNvCxnSpPr>
            <p:nvPr/>
          </p:nvCxnSpPr>
          <p:spPr>
            <a:xfrm>
              <a:off x="4655304" y="5670461"/>
              <a:ext cx="1802646" cy="0"/>
            </a:xfrm>
            <a:prstGeom prst="line">
              <a:avLst/>
            </a:prstGeom>
            <a:ln w="127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71CB224C-BC3A-4E9A-850B-ECA77BE35EF8}"/>
              </a:ext>
            </a:extLst>
          </p:cNvPr>
          <p:cNvSpPr txBox="1"/>
          <p:nvPr/>
        </p:nvSpPr>
        <p:spPr>
          <a:xfrm>
            <a:off x="7277599" y="4176489"/>
            <a:ext cx="1514314" cy="1384995"/>
          </a:xfrm>
          <a:prstGeom prst="wedgeRectCallout">
            <a:avLst>
              <a:gd name="adj1" fmla="val -88693"/>
              <a:gd name="adj2" fmla="val -22386"/>
            </a:avLst>
          </a:prstGeom>
          <a:solidFill>
            <a:schemeClr val="tx2">
              <a:lumMod val="75000"/>
            </a:schemeClr>
          </a:solidFill>
          <a:ln>
            <a:solidFill>
              <a:schemeClr val="tx1"/>
            </a:solidFill>
          </a:ln>
        </p:spPr>
        <p:txBody>
          <a:bodyPr wrap="square" rtlCol="0">
            <a:spAutoFit/>
          </a:bodyPr>
          <a:lstStyle/>
          <a:p>
            <a:pPr algn="ctr"/>
            <a:r>
              <a:rPr lang="en-US" sz="1400" dirty="0">
                <a:highlight>
                  <a:srgbClr val="FFFF00"/>
                </a:highlight>
              </a:rPr>
              <a:t>TRIVIAL QUESTION:</a:t>
            </a:r>
          </a:p>
          <a:p>
            <a:pPr algn="ctr"/>
            <a:endParaRPr lang="en-US" sz="1400" dirty="0">
              <a:solidFill>
                <a:schemeClr val="bg1"/>
              </a:solidFill>
            </a:endParaRPr>
          </a:p>
          <a:p>
            <a:pPr algn="ctr"/>
            <a:r>
              <a:rPr lang="en-US" sz="1400" dirty="0">
                <a:solidFill>
                  <a:schemeClr val="bg1"/>
                </a:solidFill>
              </a:rPr>
              <a:t>If this happens, what should be done? Why?</a:t>
            </a:r>
          </a:p>
        </p:txBody>
      </p:sp>
      <p:cxnSp>
        <p:nvCxnSpPr>
          <p:cNvPr id="73" name="Straight Connector 72">
            <a:extLst>
              <a:ext uri="{FF2B5EF4-FFF2-40B4-BE49-F238E27FC236}">
                <a16:creationId xmlns:a16="http://schemas.microsoft.com/office/drawing/2014/main" id="{ED058FD1-706C-4862-8CF7-E8E42C92619C}"/>
              </a:ext>
            </a:extLst>
          </p:cNvPr>
          <p:cNvCxnSpPr>
            <a:cxnSpLocks/>
          </p:cNvCxnSpPr>
          <p:nvPr/>
        </p:nvCxnSpPr>
        <p:spPr>
          <a:xfrm>
            <a:off x="5598326" y="4386570"/>
            <a:ext cx="0" cy="57507"/>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8" name="BJPseudoFooter">
            <a:extLst>
              <a:ext uri="{FF2B5EF4-FFF2-40B4-BE49-F238E27FC236}">
                <a16:creationId xmlns:a16="http://schemas.microsoft.com/office/drawing/2014/main" id="{5E002C0A-E252-4454-8616-6646E5CE4472}"/>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28016022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2FD11-7119-4027-B68F-BB109ED6D3DF}"/>
              </a:ext>
            </a:extLst>
          </p:cNvPr>
          <p:cNvSpPr>
            <a:spLocks noGrp="1"/>
          </p:cNvSpPr>
          <p:nvPr>
            <p:ph type="title"/>
          </p:nvPr>
        </p:nvSpPr>
        <p:spPr/>
        <p:txBody>
          <a:bodyPr/>
          <a:lstStyle/>
          <a:p>
            <a:r>
              <a:rPr lang="en-US" dirty="0" err="1"/>
              <a:t>Diepress</a:t>
            </a:r>
            <a:r>
              <a:rPr lang="en-US" dirty="0"/>
              <a:t> Low and High Limit</a:t>
            </a:r>
          </a:p>
        </p:txBody>
      </p:sp>
      <p:graphicFrame>
        <p:nvGraphicFramePr>
          <p:cNvPr id="7" name="Table 6">
            <a:extLst>
              <a:ext uri="{FF2B5EF4-FFF2-40B4-BE49-F238E27FC236}">
                <a16:creationId xmlns:a16="http://schemas.microsoft.com/office/drawing/2014/main" id="{254B3DAD-B3F1-4B1F-AC07-6D6041ADBAA2}"/>
              </a:ext>
            </a:extLst>
          </p:cNvPr>
          <p:cNvGraphicFramePr>
            <a:graphicFrameLocks noGrp="1"/>
          </p:cNvGraphicFramePr>
          <p:nvPr>
            <p:extLst>
              <p:ext uri="{D42A27DB-BD31-4B8C-83A1-F6EECF244321}">
                <p14:modId xmlns:p14="http://schemas.microsoft.com/office/powerpoint/2010/main" val="367051947"/>
              </p:ext>
            </p:extLst>
          </p:nvPr>
        </p:nvGraphicFramePr>
        <p:xfrm>
          <a:off x="1639480" y="1628441"/>
          <a:ext cx="6287497" cy="2179320"/>
        </p:xfrm>
        <a:graphic>
          <a:graphicData uri="http://schemas.openxmlformats.org/drawingml/2006/table">
            <a:tbl>
              <a:tblPr firstRow="1" firstCol="1" bandRow="1">
                <a:tableStyleId>{7E9639D4-E3E2-4D34-9284-5A2195B3D0D7}</a:tableStyleId>
              </a:tblPr>
              <a:tblGrid>
                <a:gridCol w="1421571">
                  <a:extLst>
                    <a:ext uri="{9D8B030D-6E8A-4147-A177-3AD203B41FA5}">
                      <a16:colId xmlns:a16="http://schemas.microsoft.com/office/drawing/2014/main" val="1210465380"/>
                    </a:ext>
                  </a:extLst>
                </a:gridCol>
                <a:gridCol w="1102943">
                  <a:extLst>
                    <a:ext uri="{9D8B030D-6E8A-4147-A177-3AD203B41FA5}">
                      <a16:colId xmlns:a16="http://schemas.microsoft.com/office/drawing/2014/main" val="643910833"/>
                    </a:ext>
                  </a:extLst>
                </a:gridCol>
                <a:gridCol w="1232701">
                  <a:extLst>
                    <a:ext uri="{9D8B030D-6E8A-4147-A177-3AD203B41FA5}">
                      <a16:colId xmlns:a16="http://schemas.microsoft.com/office/drawing/2014/main" val="1875900083"/>
                    </a:ext>
                  </a:extLst>
                </a:gridCol>
                <a:gridCol w="2530282">
                  <a:extLst>
                    <a:ext uri="{9D8B030D-6E8A-4147-A177-3AD203B41FA5}">
                      <a16:colId xmlns:a16="http://schemas.microsoft.com/office/drawing/2014/main" val="1730490585"/>
                    </a:ext>
                  </a:extLst>
                </a:gridCol>
              </a:tblGrid>
              <a:tr h="0">
                <a:tc>
                  <a:txBody>
                    <a:bodyPr/>
                    <a:lstStyle/>
                    <a:p>
                      <a:pPr marL="0" marR="0" algn="ctr">
                        <a:spcBef>
                          <a:spcPts val="0"/>
                        </a:spcBef>
                        <a:spcAft>
                          <a:spcPts val="0"/>
                        </a:spcAft>
                      </a:pPr>
                      <a:r>
                        <a:rPr lang="en-US" sz="1100">
                          <a:effectLst/>
                        </a:rPr>
                        <a:t>Grade</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Lo Limit</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High Limit</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Remarks</a:t>
                      </a:r>
                      <a:endParaRPr lang="en-US"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203134572"/>
                  </a:ext>
                </a:extLst>
              </a:tr>
              <a:tr h="0">
                <a:tc>
                  <a:txBody>
                    <a:bodyPr/>
                    <a:lstStyle/>
                    <a:p>
                      <a:pPr marL="0" marR="0" algn="ctr">
                        <a:spcBef>
                          <a:spcPts val="0"/>
                        </a:spcBef>
                        <a:spcAft>
                          <a:spcPts val="0"/>
                        </a:spcAft>
                      </a:pPr>
                      <a:r>
                        <a:rPr lang="en-US" sz="1100">
                          <a:effectLst/>
                        </a:rPr>
                        <a:t>N103X</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69.3</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70.5</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Best Dieplate range* to attain and average mfi range of 0.3</a:t>
                      </a:r>
                      <a:endParaRPr lang="en-US"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453140146"/>
                  </a:ext>
                </a:extLst>
              </a:tr>
              <a:tr h="0">
                <a:tc>
                  <a:txBody>
                    <a:bodyPr/>
                    <a:lstStyle/>
                    <a:p>
                      <a:pPr marL="0" marR="0" algn="ctr">
                        <a:spcBef>
                          <a:spcPts val="0"/>
                        </a:spcBef>
                        <a:spcAft>
                          <a:spcPts val="0"/>
                        </a:spcAft>
                      </a:pPr>
                      <a:r>
                        <a:rPr lang="en-US" sz="1100">
                          <a:effectLst/>
                        </a:rPr>
                        <a:t>N109X</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59.19</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62.20</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Dieplate Range - Historical Data 2020</a:t>
                      </a:r>
                      <a:endParaRPr lang="en-US"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490771239"/>
                  </a:ext>
                </a:extLst>
              </a:tr>
              <a:tr h="0">
                <a:tc>
                  <a:txBody>
                    <a:bodyPr/>
                    <a:lstStyle/>
                    <a:p>
                      <a:pPr marL="0" marR="0" algn="ctr">
                        <a:spcBef>
                          <a:spcPts val="0"/>
                        </a:spcBef>
                        <a:spcAft>
                          <a:spcPts val="0"/>
                        </a:spcAft>
                      </a:pPr>
                      <a:r>
                        <a:rPr lang="en-US" sz="1100">
                          <a:effectLst/>
                        </a:rPr>
                        <a:t>N125Y</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54.5</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56.5</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Best Dieplate range* to attain and average mfi range of 2.5</a:t>
                      </a:r>
                      <a:endParaRPr lang="en-US"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775031477"/>
                  </a:ext>
                </a:extLst>
              </a:tr>
              <a:tr h="0">
                <a:tc>
                  <a:txBody>
                    <a:bodyPr/>
                    <a:lstStyle/>
                    <a:p>
                      <a:pPr marL="0" marR="0" algn="ctr">
                        <a:spcBef>
                          <a:spcPts val="0"/>
                        </a:spcBef>
                        <a:spcAft>
                          <a:spcPts val="0"/>
                        </a:spcAft>
                      </a:pPr>
                      <a:r>
                        <a:rPr lang="en-US" sz="1100">
                          <a:effectLst/>
                        </a:rPr>
                        <a:t>C170X</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49.29</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53.35</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Dieplate Range - Historical Data 2020</a:t>
                      </a:r>
                      <a:endParaRPr lang="en-US"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093867757"/>
                  </a:ext>
                </a:extLst>
              </a:tr>
              <a:tr h="0">
                <a:tc>
                  <a:txBody>
                    <a:bodyPr/>
                    <a:lstStyle/>
                    <a:p>
                      <a:pPr marL="0" marR="0" algn="ctr">
                        <a:spcBef>
                          <a:spcPts val="0"/>
                        </a:spcBef>
                        <a:spcAft>
                          <a:spcPts val="0"/>
                        </a:spcAft>
                      </a:pPr>
                      <a:r>
                        <a:rPr lang="en-US" sz="1100">
                          <a:effectLst/>
                        </a:rPr>
                        <a:t>C150Y</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46.5</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48.00</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Best Dieplate range* to attain and average mfi range of 5.0</a:t>
                      </a:r>
                      <a:endParaRPr lang="en-US"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178673417"/>
                  </a:ext>
                </a:extLst>
              </a:tr>
              <a:tr h="0">
                <a:tc>
                  <a:txBody>
                    <a:bodyPr/>
                    <a:lstStyle/>
                    <a:p>
                      <a:pPr marL="0" marR="0" algn="ctr">
                        <a:spcBef>
                          <a:spcPts val="0"/>
                        </a:spcBef>
                        <a:spcAft>
                          <a:spcPts val="0"/>
                        </a:spcAft>
                      </a:pPr>
                      <a:r>
                        <a:rPr lang="en-US" sz="1100">
                          <a:effectLst/>
                        </a:rPr>
                        <a:t>M022X</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37.5</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39.00</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Best Dieplate range* to attain and average mfi range of 22</a:t>
                      </a:r>
                      <a:endParaRPr lang="en-US"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497029745"/>
                  </a:ext>
                </a:extLst>
              </a:tr>
              <a:tr h="0">
                <a:tc>
                  <a:txBody>
                    <a:bodyPr/>
                    <a:lstStyle/>
                    <a:p>
                      <a:pPr marL="0" marR="0" algn="ctr">
                        <a:spcBef>
                          <a:spcPts val="0"/>
                        </a:spcBef>
                        <a:spcAft>
                          <a:spcPts val="0"/>
                        </a:spcAft>
                      </a:pPr>
                      <a:r>
                        <a:rPr lang="en-US" sz="1100">
                          <a:effectLst/>
                        </a:rPr>
                        <a:t>M050X</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26.81</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29.64</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dirty="0">
                          <a:effectLst/>
                        </a:rPr>
                        <a:t>Best </a:t>
                      </a:r>
                      <a:r>
                        <a:rPr lang="en-US" sz="1100" dirty="0" err="1">
                          <a:effectLst/>
                        </a:rPr>
                        <a:t>Dieplate</a:t>
                      </a:r>
                      <a:r>
                        <a:rPr lang="en-US" sz="1100" dirty="0">
                          <a:effectLst/>
                        </a:rPr>
                        <a:t> range* to attain and average </a:t>
                      </a:r>
                      <a:r>
                        <a:rPr lang="en-US" sz="1100" dirty="0" err="1">
                          <a:effectLst/>
                        </a:rPr>
                        <a:t>mfi</a:t>
                      </a:r>
                      <a:r>
                        <a:rPr lang="en-US" sz="1100" dirty="0">
                          <a:effectLst/>
                        </a:rPr>
                        <a:t> range of 50</a:t>
                      </a:r>
                      <a:endParaRPr lang="en-US"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918331478"/>
                  </a:ext>
                </a:extLst>
              </a:tr>
            </a:tbl>
          </a:graphicData>
        </a:graphic>
      </p:graphicFrame>
      <p:sp>
        <p:nvSpPr>
          <p:cNvPr id="11" name="Rectangle 10">
            <a:extLst>
              <a:ext uri="{FF2B5EF4-FFF2-40B4-BE49-F238E27FC236}">
                <a16:creationId xmlns:a16="http://schemas.microsoft.com/office/drawing/2014/main" id="{1F28162A-C070-40E6-B2D5-D56A5343196E}"/>
              </a:ext>
            </a:extLst>
          </p:cNvPr>
          <p:cNvSpPr/>
          <p:nvPr/>
        </p:nvSpPr>
        <p:spPr>
          <a:xfrm>
            <a:off x="1217023" y="3877812"/>
            <a:ext cx="6709954" cy="338554"/>
          </a:xfrm>
          <a:prstGeom prst="rect">
            <a:avLst/>
          </a:prstGeom>
        </p:spPr>
        <p:txBody>
          <a:bodyPr wrap="square">
            <a:spAutoFit/>
          </a:bodyPr>
          <a:lstStyle/>
          <a:p>
            <a:pPr marL="457200" marR="0">
              <a:spcBef>
                <a:spcPts val="0"/>
              </a:spcBef>
              <a:spcAft>
                <a:spcPts val="0"/>
              </a:spcAft>
            </a:pPr>
            <a:r>
              <a:rPr lang="en-US" sz="800" dirty="0">
                <a:highlight>
                  <a:srgbClr val="FFFF00"/>
                </a:highlight>
                <a:latin typeface="Calibri" panose="020F0502020204030204" pitchFamily="34" charset="0"/>
                <a:ea typeface="Calibri" panose="020F0502020204030204" pitchFamily="34" charset="0"/>
              </a:rPr>
              <a:t>* </a:t>
            </a:r>
            <a:r>
              <a:rPr lang="en-US" sz="800" dirty="0" err="1">
                <a:highlight>
                  <a:srgbClr val="FFFF00"/>
                </a:highlight>
                <a:latin typeface="Calibri" panose="020F0502020204030204" pitchFamily="34" charset="0"/>
                <a:ea typeface="Calibri" panose="020F0502020204030204" pitchFamily="34" charset="0"/>
              </a:rPr>
              <a:t>Dieplate</a:t>
            </a:r>
            <a:r>
              <a:rPr lang="en-US" sz="800" dirty="0">
                <a:highlight>
                  <a:srgbClr val="FFFF00"/>
                </a:highlight>
                <a:latin typeface="Calibri" panose="020F0502020204030204" pitchFamily="34" charset="0"/>
                <a:ea typeface="Calibri" panose="020F0502020204030204" pitchFamily="34" charset="0"/>
              </a:rPr>
              <a:t> range is observed to vary according to the production rate running even of the same grade. A higher production rate will observe a higher </a:t>
            </a:r>
            <a:r>
              <a:rPr lang="en-US" sz="800" dirty="0" err="1">
                <a:highlight>
                  <a:srgbClr val="FFFF00"/>
                </a:highlight>
                <a:latin typeface="Calibri" panose="020F0502020204030204" pitchFamily="34" charset="0"/>
                <a:ea typeface="Calibri" panose="020F0502020204030204" pitchFamily="34" charset="0"/>
              </a:rPr>
              <a:t>dieplate</a:t>
            </a:r>
            <a:r>
              <a:rPr lang="en-US" sz="800" dirty="0">
                <a:highlight>
                  <a:srgbClr val="FFFF00"/>
                </a:highlight>
                <a:latin typeface="Calibri" panose="020F0502020204030204" pitchFamily="34" charset="0"/>
                <a:ea typeface="Calibri" panose="020F0502020204030204" pitchFamily="34" charset="0"/>
              </a:rPr>
              <a:t> range even at the same MFI value.</a:t>
            </a:r>
          </a:p>
        </p:txBody>
      </p:sp>
      <p:sp>
        <p:nvSpPr>
          <p:cNvPr id="19" name="BJPseudoFooter">
            <a:extLst>
              <a:ext uri="{FF2B5EF4-FFF2-40B4-BE49-F238E27FC236}">
                <a16:creationId xmlns:a16="http://schemas.microsoft.com/office/drawing/2014/main" id="{A1E112B1-BEEA-46EA-B8DE-E2DB3761FA19}"/>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4371045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928B7-BAD3-E44B-8B87-413B11583D08}"/>
              </a:ext>
            </a:extLst>
          </p:cNvPr>
          <p:cNvSpPr>
            <a:spLocks noGrp="1"/>
          </p:cNvSpPr>
          <p:nvPr>
            <p:ph type="ctrTitle"/>
          </p:nvPr>
        </p:nvSpPr>
        <p:spPr/>
        <p:txBody>
          <a:bodyPr/>
          <a:lstStyle/>
          <a:p>
            <a:r>
              <a:rPr lang="en-US" sz="2400" dirty="0"/>
              <a:t>APC / </a:t>
            </a:r>
            <a:r>
              <a:rPr lang="en-US" sz="2400" dirty="0" err="1"/>
              <a:t>DCS</a:t>
            </a:r>
            <a:r>
              <a:rPr lang="en-US" sz="2400" dirty="0"/>
              <a:t> Internal Logic &amp; Calculation</a:t>
            </a:r>
          </a:p>
        </p:txBody>
      </p:sp>
      <p:sp>
        <p:nvSpPr>
          <p:cNvPr id="17" name="BJPseudoFooter">
            <a:extLst>
              <a:ext uri="{FF2B5EF4-FFF2-40B4-BE49-F238E27FC236}">
                <a16:creationId xmlns:a16="http://schemas.microsoft.com/office/drawing/2014/main" id="{4E5687CC-D6C1-4173-B7FE-6BAC058238C8}"/>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20999153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D296C-2D80-4621-A5A3-53EBC379D868}"/>
              </a:ext>
            </a:extLst>
          </p:cNvPr>
          <p:cNvSpPr>
            <a:spLocks noGrp="1"/>
          </p:cNvSpPr>
          <p:nvPr>
            <p:ph type="title"/>
          </p:nvPr>
        </p:nvSpPr>
        <p:spPr/>
        <p:txBody>
          <a:bodyPr/>
          <a:lstStyle/>
          <a:p>
            <a:r>
              <a:rPr lang="en-US" dirty="0"/>
              <a:t>APC Internal Logic Calculation</a:t>
            </a:r>
          </a:p>
        </p:txBody>
      </p:sp>
      <p:sp>
        <p:nvSpPr>
          <p:cNvPr id="3" name="Text Placeholder 2">
            <a:extLst>
              <a:ext uri="{FF2B5EF4-FFF2-40B4-BE49-F238E27FC236}">
                <a16:creationId xmlns:a16="http://schemas.microsoft.com/office/drawing/2014/main" id="{38F10400-10AE-4D6E-881C-EB75F160AD82}"/>
              </a:ext>
            </a:extLst>
          </p:cNvPr>
          <p:cNvSpPr>
            <a:spLocks noGrp="1"/>
          </p:cNvSpPr>
          <p:nvPr>
            <p:ph type="body" sz="quarter" idx="10"/>
          </p:nvPr>
        </p:nvSpPr>
        <p:spPr/>
        <p:txBody>
          <a:bodyPr/>
          <a:lstStyle/>
          <a:p>
            <a:r>
              <a:rPr lang="en-GB" dirty="0"/>
              <a:t>There are few logics has been formulated in the calculation section. Basically, these logics are made in order to ensure smooth APC operation once commissioned. Below are some examples of logics configured</a:t>
            </a:r>
          </a:p>
          <a:p>
            <a:endParaRPr lang="en-GB" dirty="0"/>
          </a:p>
          <a:p>
            <a:r>
              <a:rPr lang="en-GB" dirty="0"/>
              <a:t>1) APTEMP4 MODE: This logic is to switch off MV APTEMP4 whenever peak temperature 4 is taken over by the override controller TIC0333A</a:t>
            </a:r>
            <a:endParaRPr lang="en-US" dirty="0"/>
          </a:p>
          <a:p>
            <a:endParaRPr lang="en-US" dirty="0"/>
          </a:p>
        </p:txBody>
      </p:sp>
      <p:pic>
        <p:nvPicPr>
          <p:cNvPr id="4" name="Picture 3">
            <a:extLst>
              <a:ext uri="{FF2B5EF4-FFF2-40B4-BE49-F238E27FC236}">
                <a16:creationId xmlns:a16="http://schemas.microsoft.com/office/drawing/2014/main" id="{D99DA4EF-BACD-4830-AA72-9DB28D266AF4}"/>
              </a:ext>
            </a:extLst>
          </p:cNvPr>
          <p:cNvPicPr/>
          <p:nvPr/>
        </p:nvPicPr>
        <p:blipFill>
          <a:blip r:embed="rId4">
            <a:extLst>
              <a:ext uri="{28A0092B-C50C-407E-A947-70E740481C1C}">
                <a14:useLocalDpi xmlns:a14="http://schemas.microsoft.com/office/drawing/2010/main" val="0"/>
              </a:ext>
            </a:extLst>
          </a:blip>
          <a:stretch>
            <a:fillRect/>
          </a:stretch>
        </p:blipFill>
        <p:spPr>
          <a:xfrm>
            <a:off x="1869213" y="3232922"/>
            <a:ext cx="4848225" cy="1628775"/>
          </a:xfrm>
          <a:prstGeom prst="rect">
            <a:avLst/>
          </a:prstGeom>
          <a:ln>
            <a:solidFill>
              <a:schemeClr val="tx1"/>
            </a:solidFill>
          </a:ln>
        </p:spPr>
      </p:pic>
      <p:sp>
        <p:nvSpPr>
          <p:cNvPr id="19" name="BJPseudoFooter">
            <a:extLst>
              <a:ext uri="{FF2B5EF4-FFF2-40B4-BE49-F238E27FC236}">
                <a16:creationId xmlns:a16="http://schemas.microsoft.com/office/drawing/2014/main" id="{0225FC8E-CFCE-4CD7-942C-13680FAACA1A}"/>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22138078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A6D5E-6F43-4B6A-A637-FCDE63A817F9}"/>
              </a:ext>
            </a:extLst>
          </p:cNvPr>
          <p:cNvSpPr>
            <a:spLocks noGrp="1"/>
          </p:cNvSpPr>
          <p:nvPr>
            <p:ph type="title"/>
          </p:nvPr>
        </p:nvSpPr>
        <p:spPr/>
        <p:txBody>
          <a:bodyPr/>
          <a:lstStyle/>
          <a:p>
            <a:r>
              <a:rPr lang="en-US" dirty="0"/>
              <a:t>APC Internal Logic Calculation</a:t>
            </a:r>
          </a:p>
        </p:txBody>
      </p:sp>
      <p:sp>
        <p:nvSpPr>
          <p:cNvPr id="3" name="Text Placeholder 2">
            <a:extLst>
              <a:ext uri="{FF2B5EF4-FFF2-40B4-BE49-F238E27FC236}">
                <a16:creationId xmlns:a16="http://schemas.microsoft.com/office/drawing/2014/main" id="{BCE96D45-DD7C-4B88-BF40-BEA45E4206CD}"/>
              </a:ext>
            </a:extLst>
          </p:cNvPr>
          <p:cNvSpPr>
            <a:spLocks noGrp="1"/>
          </p:cNvSpPr>
          <p:nvPr>
            <p:ph type="body" sz="quarter" idx="10"/>
          </p:nvPr>
        </p:nvSpPr>
        <p:spPr/>
        <p:txBody>
          <a:bodyPr/>
          <a:lstStyle/>
          <a:p>
            <a:r>
              <a:rPr lang="en-GB" dirty="0"/>
              <a:t>2) APCTA_PVTRACK: This logic is to ensure, whenever APC is OFF, the measurement will follow the current value. Thus, there is no bump whenever APC is turned ON. The same logic is duplicated for other MVs (APTEMP1/2/3/4_PVTRACK, DIEPRESS_PVTRACK, APPURGE_PVTRACK) and CV target (MFI_TARGET_TRACK, DIE_TARGET_TRACK) </a:t>
            </a:r>
            <a:endParaRPr lang="en-US" dirty="0"/>
          </a:p>
          <a:p>
            <a:endParaRPr lang="en-US" dirty="0"/>
          </a:p>
        </p:txBody>
      </p:sp>
      <p:pic>
        <p:nvPicPr>
          <p:cNvPr id="14" name="Picture 13">
            <a:extLst>
              <a:ext uri="{FF2B5EF4-FFF2-40B4-BE49-F238E27FC236}">
                <a16:creationId xmlns:a16="http://schemas.microsoft.com/office/drawing/2014/main" id="{5ABBBED2-CEF3-4424-B9D2-22326E13C32D}"/>
              </a:ext>
            </a:extLst>
          </p:cNvPr>
          <p:cNvPicPr/>
          <p:nvPr/>
        </p:nvPicPr>
        <p:blipFill>
          <a:blip r:embed="rId4">
            <a:extLst>
              <a:ext uri="{28A0092B-C50C-407E-A947-70E740481C1C}">
                <a14:useLocalDpi xmlns:a14="http://schemas.microsoft.com/office/drawing/2010/main" val="0"/>
              </a:ext>
            </a:extLst>
          </a:blip>
          <a:stretch>
            <a:fillRect/>
          </a:stretch>
        </p:blipFill>
        <p:spPr>
          <a:xfrm>
            <a:off x="1516144" y="2792550"/>
            <a:ext cx="5791200" cy="933450"/>
          </a:xfrm>
          <a:prstGeom prst="rect">
            <a:avLst/>
          </a:prstGeom>
          <a:ln>
            <a:solidFill>
              <a:schemeClr val="tx1"/>
            </a:solidFill>
          </a:ln>
        </p:spPr>
      </p:pic>
      <p:sp>
        <p:nvSpPr>
          <p:cNvPr id="19" name="BJPseudoFooter">
            <a:extLst>
              <a:ext uri="{FF2B5EF4-FFF2-40B4-BE49-F238E27FC236}">
                <a16:creationId xmlns:a16="http://schemas.microsoft.com/office/drawing/2014/main" id="{1C82EF3A-3ABF-453A-83E3-0D5F9BCED96F}"/>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5026319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A6D5E-6F43-4B6A-A637-FCDE63A817F9}"/>
              </a:ext>
            </a:extLst>
          </p:cNvPr>
          <p:cNvSpPr>
            <a:spLocks noGrp="1"/>
          </p:cNvSpPr>
          <p:nvPr>
            <p:ph type="title"/>
          </p:nvPr>
        </p:nvSpPr>
        <p:spPr/>
        <p:txBody>
          <a:bodyPr/>
          <a:lstStyle/>
          <a:p>
            <a:r>
              <a:rPr lang="en-US" dirty="0"/>
              <a:t>APC Internal Logic Calculation</a:t>
            </a:r>
          </a:p>
        </p:txBody>
      </p:sp>
      <p:sp>
        <p:nvSpPr>
          <p:cNvPr id="3" name="Text Placeholder 2">
            <a:extLst>
              <a:ext uri="{FF2B5EF4-FFF2-40B4-BE49-F238E27FC236}">
                <a16:creationId xmlns:a16="http://schemas.microsoft.com/office/drawing/2014/main" id="{BCE96D45-DD7C-4B88-BF40-BEA45E4206CD}"/>
              </a:ext>
            </a:extLst>
          </p:cNvPr>
          <p:cNvSpPr>
            <a:spLocks noGrp="1"/>
          </p:cNvSpPr>
          <p:nvPr>
            <p:ph type="body" sz="quarter" idx="10"/>
          </p:nvPr>
        </p:nvSpPr>
        <p:spPr/>
        <p:txBody>
          <a:bodyPr/>
          <a:lstStyle/>
          <a:p>
            <a:pPr lvl="0"/>
            <a:r>
              <a:rPr lang="en-GB" dirty="0"/>
              <a:t>3) APTEMP1_AWC: This logic is to prevent huge difference between current DCS value to the setpoint given by APC. When the difference greater than the factor configured, APC will restrict the MV setpoint from increase or decrease by changing the status at AWS. The same logic has been configured for other MVs. The factor can be changed by APC engineer through PCWS and it is in engineering unit. </a:t>
            </a:r>
          </a:p>
          <a:p>
            <a:pPr lvl="0"/>
            <a:endParaRPr lang="en-GB" dirty="0"/>
          </a:p>
          <a:p>
            <a:pPr lvl="0"/>
            <a:r>
              <a:rPr lang="en-GB" dirty="0"/>
              <a:t>The example below is for DIFFTEMP</a:t>
            </a:r>
            <a:endParaRPr lang="en-US" dirty="0"/>
          </a:p>
          <a:p>
            <a:endParaRPr lang="en-US" dirty="0"/>
          </a:p>
        </p:txBody>
      </p:sp>
      <p:pic>
        <p:nvPicPr>
          <p:cNvPr id="5" name="Picture 4">
            <a:extLst>
              <a:ext uri="{FF2B5EF4-FFF2-40B4-BE49-F238E27FC236}">
                <a16:creationId xmlns:a16="http://schemas.microsoft.com/office/drawing/2014/main" id="{D1274249-8659-4A9E-93B6-D163BEE15449}"/>
              </a:ext>
            </a:extLst>
          </p:cNvPr>
          <p:cNvPicPr/>
          <p:nvPr/>
        </p:nvPicPr>
        <p:blipFill>
          <a:blip r:embed="rId4">
            <a:extLst>
              <a:ext uri="{28A0092B-C50C-407E-A947-70E740481C1C}">
                <a14:useLocalDpi xmlns:a14="http://schemas.microsoft.com/office/drawing/2010/main" val="0"/>
              </a:ext>
            </a:extLst>
          </a:blip>
          <a:stretch>
            <a:fillRect/>
          </a:stretch>
        </p:blipFill>
        <p:spPr>
          <a:xfrm>
            <a:off x="2862262" y="3226935"/>
            <a:ext cx="3419475" cy="752475"/>
          </a:xfrm>
          <a:prstGeom prst="rect">
            <a:avLst/>
          </a:prstGeom>
          <a:ln>
            <a:solidFill>
              <a:schemeClr val="tx1"/>
            </a:solidFill>
          </a:ln>
        </p:spPr>
      </p:pic>
      <p:graphicFrame>
        <p:nvGraphicFramePr>
          <p:cNvPr id="8" name="Table 8">
            <a:extLst>
              <a:ext uri="{FF2B5EF4-FFF2-40B4-BE49-F238E27FC236}">
                <a16:creationId xmlns:a16="http://schemas.microsoft.com/office/drawing/2014/main" id="{5A12A3A7-58AD-4F64-9918-5183E27F803B}"/>
              </a:ext>
            </a:extLst>
          </p:cNvPr>
          <p:cNvGraphicFramePr>
            <a:graphicFrameLocks noGrp="1"/>
          </p:cNvGraphicFramePr>
          <p:nvPr>
            <p:extLst>
              <p:ext uri="{D42A27DB-BD31-4B8C-83A1-F6EECF244321}">
                <p14:modId xmlns:p14="http://schemas.microsoft.com/office/powerpoint/2010/main" val="2469474540"/>
              </p:ext>
            </p:extLst>
          </p:nvPr>
        </p:nvGraphicFramePr>
        <p:xfrm>
          <a:off x="2989345" y="4165362"/>
          <a:ext cx="3292392" cy="1483360"/>
        </p:xfrm>
        <a:graphic>
          <a:graphicData uri="http://schemas.openxmlformats.org/drawingml/2006/table">
            <a:tbl>
              <a:tblPr firstRow="1" bandRow="1">
                <a:tableStyleId>{5C22544A-7EE6-4342-B048-85BDC9FD1C3A}</a:tableStyleId>
              </a:tblPr>
              <a:tblGrid>
                <a:gridCol w="1472300">
                  <a:extLst>
                    <a:ext uri="{9D8B030D-6E8A-4147-A177-3AD203B41FA5}">
                      <a16:colId xmlns:a16="http://schemas.microsoft.com/office/drawing/2014/main" val="1937943024"/>
                    </a:ext>
                  </a:extLst>
                </a:gridCol>
                <a:gridCol w="1820092">
                  <a:extLst>
                    <a:ext uri="{9D8B030D-6E8A-4147-A177-3AD203B41FA5}">
                      <a16:colId xmlns:a16="http://schemas.microsoft.com/office/drawing/2014/main" val="404480346"/>
                    </a:ext>
                  </a:extLst>
                </a:gridCol>
              </a:tblGrid>
              <a:tr h="370840">
                <a:tc>
                  <a:txBody>
                    <a:bodyPr/>
                    <a:lstStyle/>
                    <a:p>
                      <a:pPr algn="ctr"/>
                      <a:r>
                        <a:rPr lang="en-US" sz="1200" dirty="0"/>
                        <a:t>Variables</a:t>
                      </a:r>
                    </a:p>
                  </a:txBody>
                  <a:tcPr/>
                </a:tc>
                <a:tc>
                  <a:txBody>
                    <a:bodyPr/>
                    <a:lstStyle/>
                    <a:p>
                      <a:pPr algn="ctr"/>
                      <a:r>
                        <a:rPr lang="en-US" sz="1200" dirty="0"/>
                        <a:t>AWC factor in PCWS</a:t>
                      </a:r>
                    </a:p>
                  </a:txBody>
                  <a:tcPr/>
                </a:tc>
                <a:extLst>
                  <a:ext uri="{0D108BD9-81ED-4DB2-BD59-A6C34878D82A}">
                    <a16:rowId xmlns:a16="http://schemas.microsoft.com/office/drawing/2014/main" val="2989636176"/>
                  </a:ext>
                </a:extLst>
              </a:tr>
              <a:tr h="370840">
                <a:tc>
                  <a:txBody>
                    <a:bodyPr/>
                    <a:lstStyle/>
                    <a:p>
                      <a:pPr marL="0" marR="0" algn="ctr">
                        <a:spcBef>
                          <a:spcPts val="0"/>
                        </a:spcBef>
                        <a:spcAft>
                          <a:spcPts val="0"/>
                        </a:spcAft>
                      </a:pPr>
                      <a:r>
                        <a:rPr lang="en-US" sz="1100" dirty="0">
                          <a:effectLst/>
                        </a:rPr>
                        <a:t>APCTA</a:t>
                      </a:r>
                      <a:endParaRPr lang="en-US" sz="1100" dirty="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a:effectLst/>
                        </a:rPr>
                        <a:t>20 kg/hr</a:t>
                      </a:r>
                      <a:endParaRPr lang="en-US" sz="11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671546252"/>
                  </a:ext>
                </a:extLst>
              </a:tr>
              <a:tr h="370840">
                <a:tc>
                  <a:txBody>
                    <a:bodyPr/>
                    <a:lstStyle/>
                    <a:p>
                      <a:pPr marL="0" marR="0" algn="ctr">
                        <a:spcBef>
                          <a:spcPts val="0"/>
                        </a:spcBef>
                        <a:spcAft>
                          <a:spcPts val="0"/>
                        </a:spcAft>
                      </a:pPr>
                      <a:r>
                        <a:rPr lang="en-US" sz="1100" dirty="0">
                          <a:effectLst/>
                        </a:rPr>
                        <a:t>APTEMP1/2/3/4</a:t>
                      </a:r>
                      <a:endParaRPr lang="en-US" sz="1100" dirty="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dirty="0">
                          <a:effectLst/>
                        </a:rPr>
                        <a:t>3 </a:t>
                      </a:r>
                      <a:r>
                        <a:rPr lang="en-US" sz="1100" dirty="0" err="1">
                          <a:effectLst/>
                        </a:rPr>
                        <a:t>degC</a:t>
                      </a:r>
                      <a:endParaRPr lang="en-US" sz="1100" dirty="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2409113919"/>
                  </a:ext>
                </a:extLst>
              </a:tr>
              <a:tr h="370840">
                <a:tc>
                  <a:txBody>
                    <a:bodyPr/>
                    <a:lstStyle/>
                    <a:p>
                      <a:pPr marL="0" marR="0" algn="ctr">
                        <a:spcBef>
                          <a:spcPts val="0"/>
                        </a:spcBef>
                        <a:spcAft>
                          <a:spcPts val="0"/>
                        </a:spcAft>
                      </a:pPr>
                      <a:r>
                        <a:rPr lang="en-US" sz="1100">
                          <a:effectLst/>
                        </a:rPr>
                        <a:t>APPURGE</a:t>
                      </a:r>
                      <a:endParaRPr lang="en-US" sz="11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spcBef>
                          <a:spcPts val="0"/>
                        </a:spcBef>
                        <a:spcAft>
                          <a:spcPts val="0"/>
                        </a:spcAft>
                      </a:pPr>
                      <a:r>
                        <a:rPr lang="en-US" sz="1100" dirty="0">
                          <a:effectLst/>
                        </a:rPr>
                        <a:t>25 kg/hour</a:t>
                      </a:r>
                      <a:endParaRPr lang="en-US" sz="1100" dirty="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604125520"/>
                  </a:ext>
                </a:extLst>
              </a:tr>
            </a:tbl>
          </a:graphicData>
        </a:graphic>
      </p:graphicFrame>
      <p:sp>
        <p:nvSpPr>
          <p:cNvPr id="20" name="BJPseudoFooter">
            <a:extLst>
              <a:ext uri="{FF2B5EF4-FFF2-40B4-BE49-F238E27FC236}">
                <a16:creationId xmlns:a16="http://schemas.microsoft.com/office/drawing/2014/main" id="{5FAA3CF1-E55E-49ED-A175-D4812DA1061E}"/>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10623895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A6D5E-6F43-4B6A-A637-FCDE63A817F9}"/>
              </a:ext>
            </a:extLst>
          </p:cNvPr>
          <p:cNvSpPr>
            <a:spLocks noGrp="1"/>
          </p:cNvSpPr>
          <p:nvPr>
            <p:ph type="title"/>
          </p:nvPr>
        </p:nvSpPr>
        <p:spPr/>
        <p:txBody>
          <a:bodyPr/>
          <a:lstStyle/>
          <a:p>
            <a:r>
              <a:rPr lang="en-US" dirty="0"/>
              <a:t>DCS Internal Logic Calculation</a:t>
            </a:r>
          </a:p>
        </p:txBody>
      </p:sp>
      <p:sp>
        <p:nvSpPr>
          <p:cNvPr id="3" name="Text Placeholder 2">
            <a:extLst>
              <a:ext uri="{FF2B5EF4-FFF2-40B4-BE49-F238E27FC236}">
                <a16:creationId xmlns:a16="http://schemas.microsoft.com/office/drawing/2014/main" id="{BCE96D45-DD7C-4B88-BF40-BEA45E4206CD}"/>
              </a:ext>
            </a:extLst>
          </p:cNvPr>
          <p:cNvSpPr>
            <a:spLocks noGrp="1"/>
          </p:cNvSpPr>
          <p:nvPr>
            <p:ph type="body" sz="quarter" idx="10"/>
          </p:nvPr>
        </p:nvSpPr>
        <p:spPr/>
        <p:txBody>
          <a:bodyPr/>
          <a:lstStyle/>
          <a:p>
            <a:pPr lvl="0"/>
            <a:r>
              <a:rPr lang="en-GB" dirty="0"/>
              <a:t>4) APC Wind Up:</a:t>
            </a:r>
          </a:p>
          <a:p>
            <a:pPr lvl="0"/>
            <a:endParaRPr lang="en-GB" dirty="0"/>
          </a:p>
          <a:p>
            <a:r>
              <a:rPr lang="en-US" dirty="0"/>
              <a:t>To tell APC controllers the status of PID controllers when its output reaches 0% or 100%. Final element fully close or fully open. (i.e. 11FIC0602.MV, 12TIC0720.MV). In the logic as per snapshot below, the trigger limit is the high and low clamp (MHI,MLO)</a:t>
            </a:r>
          </a:p>
          <a:p>
            <a:endParaRPr lang="en-US" dirty="0"/>
          </a:p>
          <a:p>
            <a:r>
              <a:rPr lang="en-US" dirty="0"/>
              <a:t>The status of Anti Wind-up is displayed on DCS and Web Viewer</a:t>
            </a:r>
          </a:p>
          <a:p>
            <a:endParaRPr lang="en-US" dirty="0"/>
          </a:p>
          <a:p>
            <a:endParaRPr lang="en-US" dirty="0"/>
          </a:p>
        </p:txBody>
      </p:sp>
      <p:pic>
        <p:nvPicPr>
          <p:cNvPr id="4" name="Picture 3">
            <a:extLst>
              <a:ext uri="{FF2B5EF4-FFF2-40B4-BE49-F238E27FC236}">
                <a16:creationId xmlns:a16="http://schemas.microsoft.com/office/drawing/2014/main" id="{605FF85E-B932-4788-8DF0-53338F0EE192}"/>
              </a:ext>
            </a:extLst>
          </p:cNvPr>
          <p:cNvPicPr>
            <a:picLocks noChangeAspect="1"/>
          </p:cNvPicPr>
          <p:nvPr/>
        </p:nvPicPr>
        <p:blipFill>
          <a:blip r:embed="rId4"/>
          <a:stretch>
            <a:fillRect/>
          </a:stretch>
        </p:blipFill>
        <p:spPr>
          <a:xfrm>
            <a:off x="1793830" y="3278854"/>
            <a:ext cx="4737599" cy="3052298"/>
          </a:xfrm>
          <a:prstGeom prst="rect">
            <a:avLst/>
          </a:prstGeom>
        </p:spPr>
      </p:pic>
      <p:sp>
        <p:nvSpPr>
          <p:cNvPr id="19" name="BJPseudoFooter">
            <a:extLst>
              <a:ext uri="{FF2B5EF4-FFF2-40B4-BE49-F238E27FC236}">
                <a16:creationId xmlns:a16="http://schemas.microsoft.com/office/drawing/2014/main" id="{7FBD1E76-1DB5-4EC0-B0C3-55F86997ED00}"/>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37630309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A6D5E-6F43-4B6A-A637-FCDE63A817F9}"/>
              </a:ext>
            </a:extLst>
          </p:cNvPr>
          <p:cNvSpPr>
            <a:spLocks noGrp="1"/>
          </p:cNvSpPr>
          <p:nvPr>
            <p:ph type="title"/>
          </p:nvPr>
        </p:nvSpPr>
        <p:spPr/>
        <p:txBody>
          <a:bodyPr/>
          <a:lstStyle/>
          <a:p>
            <a:r>
              <a:rPr lang="en-US" dirty="0" err="1"/>
              <a:t>DCS</a:t>
            </a:r>
            <a:r>
              <a:rPr lang="en-US" dirty="0"/>
              <a:t> Internal Logic Calculation</a:t>
            </a:r>
          </a:p>
        </p:txBody>
      </p:sp>
      <p:sp>
        <p:nvSpPr>
          <p:cNvPr id="3" name="Text Placeholder 2">
            <a:extLst>
              <a:ext uri="{FF2B5EF4-FFF2-40B4-BE49-F238E27FC236}">
                <a16:creationId xmlns:a16="http://schemas.microsoft.com/office/drawing/2014/main" id="{BCE96D45-DD7C-4B88-BF40-BEA45E4206CD}"/>
              </a:ext>
            </a:extLst>
          </p:cNvPr>
          <p:cNvSpPr>
            <a:spLocks noGrp="1"/>
          </p:cNvSpPr>
          <p:nvPr>
            <p:ph type="body" sz="quarter" idx="10"/>
          </p:nvPr>
        </p:nvSpPr>
        <p:spPr/>
        <p:txBody>
          <a:bodyPr/>
          <a:lstStyle/>
          <a:p>
            <a:pPr lvl="0"/>
            <a:r>
              <a:rPr lang="en-GB" dirty="0"/>
              <a:t>5) Shed Mode:</a:t>
            </a:r>
          </a:p>
          <a:p>
            <a:pPr lvl="0"/>
            <a:endParaRPr lang="en-GB" dirty="0"/>
          </a:p>
          <a:p>
            <a:r>
              <a:rPr lang="en-US" dirty="0"/>
              <a:t>The shed mode logic is required to return all of the PID controllers to their normal modes (e.g., “AUTO” for CTA and Peak Temperature controls) when the APC shuts down or when an individual MV is taken out of control. If the APC is turned ON, the DCS logic must change the modes of the PID controllers whose MVs are required to be ON, to the required DCS mode (CAS). </a:t>
            </a:r>
          </a:p>
        </p:txBody>
      </p:sp>
      <p:pic>
        <p:nvPicPr>
          <p:cNvPr id="5" name="Picture 4">
            <a:extLst>
              <a:ext uri="{FF2B5EF4-FFF2-40B4-BE49-F238E27FC236}">
                <a16:creationId xmlns:a16="http://schemas.microsoft.com/office/drawing/2014/main" id="{86C9E39E-3F03-42A1-B706-39C464C57811}"/>
              </a:ext>
            </a:extLst>
          </p:cNvPr>
          <p:cNvPicPr>
            <a:picLocks noChangeAspect="1"/>
          </p:cNvPicPr>
          <p:nvPr/>
        </p:nvPicPr>
        <p:blipFill>
          <a:blip r:embed="rId4"/>
          <a:stretch>
            <a:fillRect/>
          </a:stretch>
        </p:blipFill>
        <p:spPr>
          <a:xfrm>
            <a:off x="1866220" y="3109735"/>
            <a:ext cx="4708752" cy="3221417"/>
          </a:xfrm>
          <a:prstGeom prst="rect">
            <a:avLst/>
          </a:prstGeom>
        </p:spPr>
      </p:pic>
      <p:sp>
        <p:nvSpPr>
          <p:cNvPr id="19" name="BJPseudoFooter">
            <a:extLst>
              <a:ext uri="{FF2B5EF4-FFF2-40B4-BE49-F238E27FC236}">
                <a16:creationId xmlns:a16="http://schemas.microsoft.com/office/drawing/2014/main" id="{F361865F-9197-445F-8971-9AA817F4AD10}"/>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2555343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A6D5E-6F43-4B6A-A637-FCDE63A817F9}"/>
              </a:ext>
            </a:extLst>
          </p:cNvPr>
          <p:cNvSpPr>
            <a:spLocks noGrp="1"/>
          </p:cNvSpPr>
          <p:nvPr>
            <p:ph type="title"/>
          </p:nvPr>
        </p:nvSpPr>
        <p:spPr/>
        <p:txBody>
          <a:bodyPr/>
          <a:lstStyle/>
          <a:p>
            <a:r>
              <a:rPr lang="en-US" dirty="0" err="1"/>
              <a:t>DCS</a:t>
            </a:r>
            <a:r>
              <a:rPr lang="en-US" dirty="0"/>
              <a:t> Internal Logic Calculation</a:t>
            </a:r>
          </a:p>
        </p:txBody>
      </p:sp>
      <p:sp>
        <p:nvSpPr>
          <p:cNvPr id="3" name="Text Placeholder 2">
            <a:extLst>
              <a:ext uri="{FF2B5EF4-FFF2-40B4-BE49-F238E27FC236}">
                <a16:creationId xmlns:a16="http://schemas.microsoft.com/office/drawing/2014/main" id="{BCE96D45-DD7C-4B88-BF40-BEA45E4206CD}"/>
              </a:ext>
            </a:extLst>
          </p:cNvPr>
          <p:cNvSpPr>
            <a:spLocks noGrp="1"/>
          </p:cNvSpPr>
          <p:nvPr>
            <p:ph type="body" sz="quarter" idx="10"/>
          </p:nvPr>
        </p:nvSpPr>
        <p:spPr>
          <a:xfrm>
            <a:off x="426168" y="817186"/>
            <a:ext cx="8286032" cy="4838400"/>
          </a:xfrm>
        </p:spPr>
        <p:txBody>
          <a:bodyPr/>
          <a:lstStyle/>
          <a:p>
            <a:pPr lvl="0"/>
            <a:r>
              <a:rPr lang="en-GB" dirty="0"/>
              <a:t>6) Watchdog Update: Annunciator added if 180 seconds timer up.</a:t>
            </a:r>
          </a:p>
          <a:p>
            <a:pPr lvl="0"/>
            <a:endParaRPr lang="en-GB" dirty="0"/>
          </a:p>
          <a:p>
            <a:r>
              <a:rPr lang="en-US" dirty="0"/>
              <a:t>If Watchdog timer is up (</a:t>
            </a:r>
            <a:r>
              <a:rPr lang="en-US" dirty="0" err="1"/>
              <a:t>180seconds</a:t>
            </a:r>
            <a:r>
              <a:rPr lang="en-US" dirty="0"/>
              <a:t>) a message will be sent to </a:t>
            </a:r>
            <a:r>
              <a:rPr lang="en-US" dirty="0" err="1"/>
              <a:t>DCS</a:t>
            </a:r>
            <a:r>
              <a:rPr lang="en-US" dirty="0"/>
              <a:t> annunciator on communication fails. APC will not be able to switched on, if alarm reset button is not acknowledged.</a:t>
            </a:r>
          </a:p>
        </p:txBody>
      </p:sp>
      <p:pic>
        <p:nvPicPr>
          <p:cNvPr id="6" name="Picture 5">
            <a:extLst>
              <a:ext uri="{FF2B5EF4-FFF2-40B4-BE49-F238E27FC236}">
                <a16:creationId xmlns:a16="http://schemas.microsoft.com/office/drawing/2014/main" id="{B9D14682-F203-4B32-A561-7A317D5C4BE5}"/>
              </a:ext>
            </a:extLst>
          </p:cNvPr>
          <p:cNvPicPr>
            <a:picLocks noChangeAspect="1"/>
          </p:cNvPicPr>
          <p:nvPr/>
        </p:nvPicPr>
        <p:blipFill>
          <a:blip r:embed="rId4"/>
          <a:stretch>
            <a:fillRect/>
          </a:stretch>
        </p:blipFill>
        <p:spPr>
          <a:xfrm>
            <a:off x="1208495" y="2109101"/>
            <a:ext cx="6985010" cy="4183431"/>
          </a:xfrm>
          <a:prstGeom prst="rect">
            <a:avLst/>
          </a:prstGeom>
        </p:spPr>
      </p:pic>
      <p:cxnSp>
        <p:nvCxnSpPr>
          <p:cNvPr id="8" name="Straight Arrow Connector 7">
            <a:extLst>
              <a:ext uri="{FF2B5EF4-FFF2-40B4-BE49-F238E27FC236}">
                <a16:creationId xmlns:a16="http://schemas.microsoft.com/office/drawing/2014/main" id="{8965D6BF-7D2E-4E7B-A7D3-1BA5657933C9}"/>
              </a:ext>
            </a:extLst>
          </p:cNvPr>
          <p:cNvCxnSpPr>
            <a:cxnSpLocks/>
          </p:cNvCxnSpPr>
          <p:nvPr/>
        </p:nvCxnSpPr>
        <p:spPr>
          <a:xfrm flipH="1" flipV="1">
            <a:off x="6687047" y="2814762"/>
            <a:ext cx="207864" cy="173488"/>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36088BFB-7AB9-46B6-8E17-C080FDB1F18D}"/>
              </a:ext>
            </a:extLst>
          </p:cNvPr>
          <p:cNvSpPr/>
          <p:nvPr/>
        </p:nvSpPr>
        <p:spPr>
          <a:xfrm>
            <a:off x="6894910" y="2988250"/>
            <a:ext cx="2075290" cy="49627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Hidden Reset Alarm Button</a:t>
            </a:r>
          </a:p>
        </p:txBody>
      </p:sp>
      <p:sp>
        <p:nvSpPr>
          <p:cNvPr id="21" name="BJPseudoFooter">
            <a:extLst>
              <a:ext uri="{FF2B5EF4-FFF2-40B4-BE49-F238E27FC236}">
                <a16:creationId xmlns:a16="http://schemas.microsoft.com/office/drawing/2014/main" id="{7808E62C-90A9-4D1F-8174-4D617800A4B1}"/>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25392582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A6D5E-6F43-4B6A-A637-FCDE63A817F9}"/>
              </a:ext>
            </a:extLst>
          </p:cNvPr>
          <p:cNvSpPr>
            <a:spLocks noGrp="1"/>
          </p:cNvSpPr>
          <p:nvPr>
            <p:ph type="title"/>
          </p:nvPr>
        </p:nvSpPr>
        <p:spPr/>
        <p:txBody>
          <a:bodyPr/>
          <a:lstStyle/>
          <a:p>
            <a:r>
              <a:rPr lang="en-US" dirty="0" err="1"/>
              <a:t>DCS</a:t>
            </a:r>
            <a:r>
              <a:rPr lang="en-US" dirty="0"/>
              <a:t> Internal Logic Calculation</a:t>
            </a:r>
          </a:p>
        </p:txBody>
      </p:sp>
      <p:sp>
        <p:nvSpPr>
          <p:cNvPr id="3" name="Text Placeholder 2">
            <a:extLst>
              <a:ext uri="{FF2B5EF4-FFF2-40B4-BE49-F238E27FC236}">
                <a16:creationId xmlns:a16="http://schemas.microsoft.com/office/drawing/2014/main" id="{BCE96D45-DD7C-4B88-BF40-BEA45E4206CD}"/>
              </a:ext>
            </a:extLst>
          </p:cNvPr>
          <p:cNvSpPr>
            <a:spLocks noGrp="1"/>
          </p:cNvSpPr>
          <p:nvPr>
            <p:ph type="body" sz="quarter" idx="10"/>
          </p:nvPr>
        </p:nvSpPr>
        <p:spPr>
          <a:xfrm>
            <a:off x="426168" y="817186"/>
            <a:ext cx="8286032" cy="4838400"/>
          </a:xfrm>
        </p:spPr>
        <p:txBody>
          <a:bodyPr/>
          <a:lstStyle/>
          <a:p>
            <a:pPr lvl="0"/>
            <a:r>
              <a:rPr lang="en-GB" dirty="0"/>
              <a:t>7) APC switch off button at </a:t>
            </a:r>
            <a:r>
              <a:rPr lang="en-GB" dirty="0" err="1"/>
              <a:t>DCS</a:t>
            </a:r>
            <a:endParaRPr lang="en-GB" dirty="0"/>
          </a:p>
          <a:p>
            <a:pPr lvl="0"/>
            <a:endParaRPr lang="en-GB" dirty="0"/>
          </a:p>
          <a:p>
            <a:r>
              <a:rPr lang="en-US" dirty="0"/>
              <a:t>New </a:t>
            </a:r>
            <a:r>
              <a:rPr lang="en-US" dirty="0" err="1"/>
              <a:t>DCS</a:t>
            </a:r>
            <a:r>
              <a:rPr lang="en-US" dirty="0"/>
              <a:t> APC page allows for panel to switch off </a:t>
            </a:r>
            <a:r>
              <a:rPr lang="en-US" dirty="0" err="1"/>
              <a:t>MV’s</a:t>
            </a:r>
            <a:r>
              <a:rPr lang="en-US" dirty="0"/>
              <a:t> or APC Main controller. Approximate 1-2 minute delay for the status to reflect at APC PCWS. However, status at </a:t>
            </a:r>
            <a:r>
              <a:rPr lang="en-US" dirty="0" err="1"/>
              <a:t>DCS</a:t>
            </a:r>
            <a:r>
              <a:rPr lang="en-US" dirty="0"/>
              <a:t> shall be immediate. Switch ON is allowed only through PCWS.</a:t>
            </a:r>
          </a:p>
        </p:txBody>
      </p:sp>
      <p:pic>
        <p:nvPicPr>
          <p:cNvPr id="6" name="Picture 5">
            <a:extLst>
              <a:ext uri="{FF2B5EF4-FFF2-40B4-BE49-F238E27FC236}">
                <a16:creationId xmlns:a16="http://schemas.microsoft.com/office/drawing/2014/main" id="{B9D14682-F203-4B32-A561-7A317D5C4BE5}"/>
              </a:ext>
            </a:extLst>
          </p:cNvPr>
          <p:cNvPicPr>
            <a:picLocks noChangeAspect="1"/>
          </p:cNvPicPr>
          <p:nvPr/>
        </p:nvPicPr>
        <p:blipFill>
          <a:blip r:embed="rId4"/>
          <a:stretch>
            <a:fillRect/>
          </a:stretch>
        </p:blipFill>
        <p:spPr>
          <a:xfrm>
            <a:off x="1208495" y="2109101"/>
            <a:ext cx="6985010" cy="4183431"/>
          </a:xfrm>
          <a:prstGeom prst="rect">
            <a:avLst/>
          </a:prstGeom>
        </p:spPr>
      </p:pic>
      <p:cxnSp>
        <p:nvCxnSpPr>
          <p:cNvPr id="8" name="Straight Arrow Connector 7">
            <a:extLst>
              <a:ext uri="{FF2B5EF4-FFF2-40B4-BE49-F238E27FC236}">
                <a16:creationId xmlns:a16="http://schemas.microsoft.com/office/drawing/2014/main" id="{8965D6BF-7D2E-4E7B-A7D3-1BA5657933C9}"/>
              </a:ext>
            </a:extLst>
          </p:cNvPr>
          <p:cNvCxnSpPr>
            <a:cxnSpLocks/>
          </p:cNvCxnSpPr>
          <p:nvPr/>
        </p:nvCxnSpPr>
        <p:spPr>
          <a:xfrm flipH="1" flipV="1">
            <a:off x="5605670" y="2814762"/>
            <a:ext cx="207864" cy="173488"/>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36088BFB-7AB9-46B6-8E17-C080FDB1F18D}"/>
              </a:ext>
            </a:extLst>
          </p:cNvPr>
          <p:cNvSpPr/>
          <p:nvPr/>
        </p:nvSpPr>
        <p:spPr>
          <a:xfrm>
            <a:off x="7171615" y="3521775"/>
            <a:ext cx="1527779" cy="49627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New Switch Off Button</a:t>
            </a:r>
          </a:p>
        </p:txBody>
      </p:sp>
      <p:sp>
        <p:nvSpPr>
          <p:cNvPr id="4" name="Right Brace 3">
            <a:extLst>
              <a:ext uri="{FF2B5EF4-FFF2-40B4-BE49-F238E27FC236}">
                <a16:creationId xmlns:a16="http://schemas.microsoft.com/office/drawing/2014/main" id="{A9F21CB3-48C0-4004-AFF1-4EB6E38FC2D2}"/>
              </a:ext>
            </a:extLst>
          </p:cNvPr>
          <p:cNvSpPr/>
          <p:nvPr/>
        </p:nvSpPr>
        <p:spPr>
          <a:xfrm>
            <a:off x="6663193" y="3429000"/>
            <a:ext cx="260532" cy="681824"/>
          </a:xfrm>
          <a:prstGeom prst="rightBrace">
            <a:avLst>
              <a:gd name="adj1" fmla="val 54112"/>
              <a:gd name="adj2" fmla="val 50000"/>
            </a:avLst>
          </a:prstGeom>
          <a:ln w="28575">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BJPseudoFooter">
            <a:extLst>
              <a:ext uri="{FF2B5EF4-FFF2-40B4-BE49-F238E27FC236}">
                <a16:creationId xmlns:a16="http://schemas.microsoft.com/office/drawing/2014/main" id="{C36C3BF7-BB00-490D-895B-64494D10CFDC}"/>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31566784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A6D5E-6F43-4B6A-A637-FCDE63A817F9}"/>
              </a:ext>
            </a:extLst>
          </p:cNvPr>
          <p:cNvSpPr>
            <a:spLocks noGrp="1"/>
          </p:cNvSpPr>
          <p:nvPr>
            <p:ph type="title"/>
          </p:nvPr>
        </p:nvSpPr>
        <p:spPr/>
        <p:txBody>
          <a:bodyPr/>
          <a:lstStyle/>
          <a:p>
            <a:r>
              <a:rPr lang="en-US" dirty="0" err="1"/>
              <a:t>DCS</a:t>
            </a:r>
            <a:r>
              <a:rPr lang="en-US" dirty="0"/>
              <a:t> Internal Logic Calculation</a:t>
            </a:r>
          </a:p>
        </p:txBody>
      </p:sp>
      <p:sp>
        <p:nvSpPr>
          <p:cNvPr id="3" name="Text Placeholder 2">
            <a:extLst>
              <a:ext uri="{FF2B5EF4-FFF2-40B4-BE49-F238E27FC236}">
                <a16:creationId xmlns:a16="http://schemas.microsoft.com/office/drawing/2014/main" id="{BCE96D45-DD7C-4B88-BF40-BEA45E4206CD}"/>
              </a:ext>
            </a:extLst>
          </p:cNvPr>
          <p:cNvSpPr>
            <a:spLocks noGrp="1"/>
          </p:cNvSpPr>
          <p:nvPr>
            <p:ph type="body" sz="quarter" idx="10"/>
          </p:nvPr>
        </p:nvSpPr>
        <p:spPr>
          <a:xfrm>
            <a:off x="426168" y="817186"/>
            <a:ext cx="8286032" cy="4838400"/>
          </a:xfrm>
        </p:spPr>
        <p:txBody>
          <a:bodyPr/>
          <a:lstStyle/>
          <a:p>
            <a:pPr lvl="0"/>
            <a:r>
              <a:rPr lang="en-GB" dirty="0"/>
              <a:t>8) Base Layer Status (MAN) during APC MV is On (</a:t>
            </a:r>
            <a:r>
              <a:rPr lang="en-GB" dirty="0" err="1"/>
              <a:t>ST3</a:t>
            </a:r>
            <a:r>
              <a:rPr lang="en-GB" dirty="0"/>
              <a:t>)</a:t>
            </a:r>
          </a:p>
          <a:p>
            <a:pPr lvl="0"/>
            <a:endParaRPr lang="en-GB" dirty="0"/>
          </a:p>
          <a:p>
            <a:r>
              <a:rPr lang="en-US" dirty="0"/>
              <a:t>A new sequence table  for Loop Status Timer is created for all </a:t>
            </a:r>
            <a:r>
              <a:rPr lang="en-US" dirty="0" err="1"/>
              <a:t>MV’s</a:t>
            </a:r>
            <a:r>
              <a:rPr lang="en-US" dirty="0"/>
              <a:t> whereby, if MV Loop Status is in APC, however Base layer is in Manual for more than 420 seconds, </a:t>
            </a:r>
            <a:r>
              <a:rPr lang="en-US" dirty="0" err="1"/>
              <a:t>DCS</a:t>
            </a:r>
            <a:r>
              <a:rPr lang="en-US" dirty="0"/>
              <a:t> will send off request to update the loop status. This is to cater for response test activity.</a:t>
            </a:r>
          </a:p>
        </p:txBody>
      </p:sp>
      <p:pic>
        <p:nvPicPr>
          <p:cNvPr id="5" name="Picture 4">
            <a:extLst>
              <a:ext uri="{FF2B5EF4-FFF2-40B4-BE49-F238E27FC236}">
                <a16:creationId xmlns:a16="http://schemas.microsoft.com/office/drawing/2014/main" id="{3CE8DD1C-D982-4189-AC17-AF8DD1936A92}"/>
              </a:ext>
            </a:extLst>
          </p:cNvPr>
          <p:cNvPicPr>
            <a:picLocks noChangeAspect="1"/>
          </p:cNvPicPr>
          <p:nvPr/>
        </p:nvPicPr>
        <p:blipFill>
          <a:blip r:embed="rId4"/>
          <a:stretch>
            <a:fillRect/>
          </a:stretch>
        </p:blipFill>
        <p:spPr>
          <a:xfrm>
            <a:off x="1796902" y="2145521"/>
            <a:ext cx="5380076" cy="4335777"/>
          </a:xfrm>
          <a:prstGeom prst="rect">
            <a:avLst/>
          </a:prstGeom>
          <a:ln>
            <a:solidFill>
              <a:schemeClr val="tx1"/>
            </a:solidFill>
          </a:ln>
        </p:spPr>
      </p:pic>
      <p:sp>
        <p:nvSpPr>
          <p:cNvPr id="19" name="BJPseudoFooter">
            <a:extLst>
              <a:ext uri="{FF2B5EF4-FFF2-40B4-BE49-F238E27FC236}">
                <a16:creationId xmlns:a16="http://schemas.microsoft.com/office/drawing/2014/main" id="{01E271ED-FCE2-4700-A310-9780F21151B0}"/>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30302353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A6D5E-6F43-4B6A-A637-FCDE63A817F9}"/>
              </a:ext>
            </a:extLst>
          </p:cNvPr>
          <p:cNvSpPr>
            <a:spLocks noGrp="1"/>
          </p:cNvSpPr>
          <p:nvPr>
            <p:ph type="title"/>
          </p:nvPr>
        </p:nvSpPr>
        <p:spPr/>
        <p:txBody>
          <a:bodyPr/>
          <a:lstStyle/>
          <a:p>
            <a:r>
              <a:rPr lang="en-US" dirty="0" err="1"/>
              <a:t>DCS</a:t>
            </a:r>
            <a:r>
              <a:rPr lang="en-US" dirty="0"/>
              <a:t> Internal Logic Calculation</a:t>
            </a:r>
          </a:p>
        </p:txBody>
      </p:sp>
      <p:sp>
        <p:nvSpPr>
          <p:cNvPr id="3" name="Text Placeholder 2">
            <a:extLst>
              <a:ext uri="{FF2B5EF4-FFF2-40B4-BE49-F238E27FC236}">
                <a16:creationId xmlns:a16="http://schemas.microsoft.com/office/drawing/2014/main" id="{BCE96D45-DD7C-4B88-BF40-BEA45E4206CD}"/>
              </a:ext>
            </a:extLst>
          </p:cNvPr>
          <p:cNvSpPr>
            <a:spLocks noGrp="1"/>
          </p:cNvSpPr>
          <p:nvPr>
            <p:ph type="body" sz="quarter" idx="10"/>
          </p:nvPr>
        </p:nvSpPr>
        <p:spPr>
          <a:xfrm>
            <a:off x="426168" y="817186"/>
            <a:ext cx="8286032" cy="4838400"/>
          </a:xfrm>
        </p:spPr>
        <p:txBody>
          <a:bodyPr/>
          <a:lstStyle/>
          <a:p>
            <a:pPr lvl="0"/>
            <a:r>
              <a:rPr lang="en-GB" dirty="0"/>
              <a:t>9) </a:t>
            </a:r>
            <a:r>
              <a:rPr lang="en-GB" dirty="0" err="1"/>
              <a:t>TIC0950PRD_CL</a:t>
            </a:r>
            <a:r>
              <a:rPr lang="en-GB" dirty="0"/>
              <a:t> Block Fix – Pump F (APC Running)</a:t>
            </a:r>
          </a:p>
          <a:p>
            <a:pPr lvl="0"/>
            <a:endParaRPr lang="en-GB" dirty="0"/>
          </a:p>
          <a:p>
            <a:r>
              <a:rPr lang="en-US" dirty="0"/>
              <a:t>This block is a calculation block which was used in initial </a:t>
            </a:r>
            <a:r>
              <a:rPr lang="en-US" dirty="0" err="1"/>
              <a:t>DCS</a:t>
            </a:r>
            <a:r>
              <a:rPr lang="en-US" dirty="0"/>
              <a:t> response test. Based on system check, the last time the block was used in 2003. This block causes for </a:t>
            </a:r>
            <a:r>
              <a:rPr lang="en-US" dirty="0" err="1"/>
              <a:t>for</a:t>
            </a:r>
            <a:r>
              <a:rPr lang="en-US" dirty="0"/>
              <a:t> sudden peak drop during running Pump F due to the MV value was last updated to 173. Tracking the block value to actual current SV prevents the peak temp dip during running Pump F with APC Online. </a:t>
            </a:r>
          </a:p>
        </p:txBody>
      </p:sp>
      <p:pic>
        <p:nvPicPr>
          <p:cNvPr id="4" name="Picture 3">
            <a:extLst>
              <a:ext uri="{FF2B5EF4-FFF2-40B4-BE49-F238E27FC236}">
                <a16:creationId xmlns:a16="http://schemas.microsoft.com/office/drawing/2014/main" id="{26F8E342-209D-4CA5-8288-512557926579}"/>
              </a:ext>
            </a:extLst>
          </p:cNvPr>
          <p:cNvPicPr>
            <a:picLocks noChangeAspect="1"/>
          </p:cNvPicPr>
          <p:nvPr/>
        </p:nvPicPr>
        <p:blipFill>
          <a:blip r:embed="rId4"/>
          <a:stretch>
            <a:fillRect/>
          </a:stretch>
        </p:blipFill>
        <p:spPr>
          <a:xfrm>
            <a:off x="431800" y="3236386"/>
            <a:ext cx="3726841" cy="2194949"/>
          </a:xfrm>
          <a:prstGeom prst="rect">
            <a:avLst/>
          </a:prstGeom>
        </p:spPr>
      </p:pic>
      <p:pic>
        <p:nvPicPr>
          <p:cNvPr id="6" name="Picture 5">
            <a:extLst>
              <a:ext uri="{FF2B5EF4-FFF2-40B4-BE49-F238E27FC236}">
                <a16:creationId xmlns:a16="http://schemas.microsoft.com/office/drawing/2014/main" id="{FA696AF4-6414-4836-A027-E807D57574C5}"/>
              </a:ext>
            </a:extLst>
          </p:cNvPr>
          <p:cNvPicPr>
            <a:picLocks noChangeAspect="1"/>
          </p:cNvPicPr>
          <p:nvPr/>
        </p:nvPicPr>
        <p:blipFill>
          <a:blip r:embed="rId5"/>
          <a:stretch>
            <a:fillRect/>
          </a:stretch>
        </p:blipFill>
        <p:spPr>
          <a:xfrm>
            <a:off x="3972493" y="2658140"/>
            <a:ext cx="5004283" cy="3437930"/>
          </a:xfrm>
          <a:prstGeom prst="rect">
            <a:avLst/>
          </a:prstGeom>
        </p:spPr>
      </p:pic>
      <p:sp>
        <p:nvSpPr>
          <p:cNvPr id="20" name="BJPseudoFooter">
            <a:extLst>
              <a:ext uri="{FF2B5EF4-FFF2-40B4-BE49-F238E27FC236}">
                <a16:creationId xmlns:a16="http://schemas.microsoft.com/office/drawing/2014/main" id="{EE961077-E774-46D5-929F-A776C2FD7C11}"/>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22984200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928B7-BAD3-E44B-8B87-413B11583D08}"/>
              </a:ext>
            </a:extLst>
          </p:cNvPr>
          <p:cNvSpPr>
            <a:spLocks noGrp="1"/>
          </p:cNvSpPr>
          <p:nvPr>
            <p:ph type="ctrTitle"/>
          </p:nvPr>
        </p:nvSpPr>
        <p:spPr/>
        <p:txBody>
          <a:bodyPr/>
          <a:lstStyle/>
          <a:p>
            <a:r>
              <a:rPr lang="en-US" sz="2400" dirty="0"/>
              <a:t>Inferential Quality</a:t>
            </a:r>
          </a:p>
        </p:txBody>
      </p:sp>
      <p:sp>
        <p:nvSpPr>
          <p:cNvPr id="17" name="BJPseudoFooter">
            <a:extLst>
              <a:ext uri="{FF2B5EF4-FFF2-40B4-BE49-F238E27FC236}">
                <a16:creationId xmlns:a16="http://schemas.microsoft.com/office/drawing/2014/main" id="{3768DD4C-8BBA-478E-B0EB-2B7880078297}"/>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4617755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D22E6-6F62-4CA2-9A02-C19DB475A008}"/>
              </a:ext>
            </a:extLst>
          </p:cNvPr>
          <p:cNvSpPr>
            <a:spLocks noGrp="1"/>
          </p:cNvSpPr>
          <p:nvPr>
            <p:ph type="title"/>
          </p:nvPr>
        </p:nvSpPr>
        <p:spPr/>
        <p:txBody>
          <a:bodyPr/>
          <a:lstStyle/>
          <a:p>
            <a:r>
              <a:rPr lang="en-US" dirty="0"/>
              <a:t>Inferential Quality  (IQ)</a:t>
            </a:r>
          </a:p>
        </p:txBody>
      </p:sp>
      <p:sp>
        <p:nvSpPr>
          <p:cNvPr id="3" name="Text Placeholder 2">
            <a:extLst>
              <a:ext uri="{FF2B5EF4-FFF2-40B4-BE49-F238E27FC236}">
                <a16:creationId xmlns:a16="http://schemas.microsoft.com/office/drawing/2014/main" id="{A67336EF-979C-4C30-AE89-D8EF80A5C1F7}"/>
              </a:ext>
            </a:extLst>
          </p:cNvPr>
          <p:cNvSpPr>
            <a:spLocks noGrp="1"/>
          </p:cNvSpPr>
          <p:nvPr>
            <p:ph type="body" sz="quarter" idx="10"/>
          </p:nvPr>
        </p:nvSpPr>
        <p:spPr>
          <a:xfrm>
            <a:off x="426168" y="1157648"/>
            <a:ext cx="8286032" cy="4838400"/>
          </a:xfrm>
        </p:spPr>
        <p:txBody>
          <a:bodyPr vert="horz" lIns="91440" tIns="45720" rIns="91440" bIns="45720" rtlCol="0" anchor="t">
            <a:noAutofit/>
          </a:bodyPr>
          <a:lstStyle/>
          <a:p>
            <a:r>
              <a:rPr lang="en-US" dirty="0">
                <a:latin typeface="Arial"/>
                <a:cs typeface="Arial"/>
              </a:rPr>
              <a:t>There are 3 inferential have been developed and used directly as a measurement to APC. They are MFI and Gloss. Another one inferential , </a:t>
            </a:r>
            <a:r>
              <a:rPr lang="en-US" dirty="0" err="1">
                <a:latin typeface="Arial"/>
                <a:cs typeface="Arial"/>
              </a:rPr>
              <a:t>Diepress</a:t>
            </a:r>
            <a:r>
              <a:rPr lang="en-US" dirty="0">
                <a:latin typeface="Arial"/>
                <a:cs typeface="Arial"/>
              </a:rPr>
              <a:t> is used as one of the inputs to </a:t>
            </a:r>
            <a:r>
              <a:rPr lang="en-US" dirty="0" err="1">
                <a:latin typeface="Arial"/>
                <a:cs typeface="Arial"/>
              </a:rPr>
              <a:t>to</a:t>
            </a:r>
            <a:r>
              <a:rPr lang="en-US" dirty="0">
                <a:latin typeface="Arial"/>
                <a:cs typeface="Arial"/>
              </a:rPr>
              <a:t> MFI.</a:t>
            </a:r>
          </a:p>
          <a:p>
            <a:endParaRPr lang="en-US" dirty="0"/>
          </a:p>
        </p:txBody>
      </p:sp>
      <p:pic>
        <p:nvPicPr>
          <p:cNvPr id="4" name="Picture 3">
            <a:extLst>
              <a:ext uri="{FF2B5EF4-FFF2-40B4-BE49-F238E27FC236}">
                <a16:creationId xmlns:a16="http://schemas.microsoft.com/office/drawing/2014/main" id="{A34D2AFF-099E-4BF7-BB26-6FF42B52AB55}"/>
              </a:ext>
            </a:extLst>
          </p:cNvPr>
          <p:cNvPicPr>
            <a:picLocks noChangeAspect="1"/>
          </p:cNvPicPr>
          <p:nvPr/>
        </p:nvPicPr>
        <p:blipFill>
          <a:blip r:embed="rId4"/>
          <a:stretch>
            <a:fillRect/>
          </a:stretch>
        </p:blipFill>
        <p:spPr>
          <a:xfrm>
            <a:off x="431800" y="2060411"/>
            <a:ext cx="8471553" cy="4587484"/>
          </a:xfrm>
          <a:prstGeom prst="rect">
            <a:avLst/>
          </a:prstGeom>
        </p:spPr>
      </p:pic>
      <p:sp>
        <p:nvSpPr>
          <p:cNvPr id="5" name="Rectangle 4">
            <a:extLst>
              <a:ext uri="{FF2B5EF4-FFF2-40B4-BE49-F238E27FC236}">
                <a16:creationId xmlns:a16="http://schemas.microsoft.com/office/drawing/2014/main" id="{846C03FD-7C97-4ACE-A3BA-68A2F20EED0B}"/>
              </a:ext>
            </a:extLst>
          </p:cNvPr>
          <p:cNvSpPr/>
          <p:nvPr/>
        </p:nvSpPr>
        <p:spPr>
          <a:xfrm>
            <a:off x="546099" y="2988297"/>
            <a:ext cx="934357" cy="575035"/>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BJPseudoFooter">
            <a:extLst>
              <a:ext uri="{FF2B5EF4-FFF2-40B4-BE49-F238E27FC236}">
                <a16:creationId xmlns:a16="http://schemas.microsoft.com/office/drawing/2014/main" id="{137CC45C-20CF-43F9-92A9-A91A567958A3}"/>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27713648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03E37-8D55-44AB-9F40-AF71DB0AB0DD}"/>
              </a:ext>
            </a:extLst>
          </p:cNvPr>
          <p:cNvSpPr>
            <a:spLocks noGrp="1"/>
          </p:cNvSpPr>
          <p:nvPr>
            <p:ph type="title"/>
          </p:nvPr>
        </p:nvSpPr>
        <p:spPr/>
        <p:txBody>
          <a:bodyPr/>
          <a:lstStyle/>
          <a:p>
            <a:r>
              <a:rPr lang="en-US" dirty="0"/>
              <a:t>MFI Inferential</a:t>
            </a:r>
          </a:p>
        </p:txBody>
      </p:sp>
      <p:sp>
        <p:nvSpPr>
          <p:cNvPr id="3" name="Text Placeholder 2">
            <a:extLst>
              <a:ext uri="{FF2B5EF4-FFF2-40B4-BE49-F238E27FC236}">
                <a16:creationId xmlns:a16="http://schemas.microsoft.com/office/drawing/2014/main" id="{74C738CF-92E8-458E-BC2F-206EB3740552}"/>
              </a:ext>
            </a:extLst>
          </p:cNvPr>
          <p:cNvSpPr>
            <a:spLocks noGrp="1"/>
          </p:cNvSpPr>
          <p:nvPr>
            <p:ph type="body" sz="quarter" idx="10"/>
          </p:nvPr>
        </p:nvSpPr>
        <p:spPr/>
        <p:txBody>
          <a:bodyPr/>
          <a:lstStyle/>
          <a:p>
            <a:r>
              <a:rPr lang="en-US" dirty="0" err="1"/>
              <a:t>asdas</a:t>
            </a:r>
            <a:endParaRPr lang="en-US" dirty="0"/>
          </a:p>
        </p:txBody>
      </p:sp>
      <p:pic>
        <p:nvPicPr>
          <p:cNvPr id="4" name="Picture 3">
            <a:extLst>
              <a:ext uri="{FF2B5EF4-FFF2-40B4-BE49-F238E27FC236}">
                <a16:creationId xmlns:a16="http://schemas.microsoft.com/office/drawing/2014/main" id="{A952884B-96D2-4260-8228-FF38D34CF208}"/>
              </a:ext>
            </a:extLst>
          </p:cNvPr>
          <p:cNvPicPr/>
          <p:nvPr/>
        </p:nvPicPr>
        <p:blipFill>
          <a:blip r:embed="rId4">
            <a:extLst>
              <a:ext uri="{28A0092B-C50C-407E-A947-70E740481C1C}">
                <a14:useLocalDpi xmlns:a14="http://schemas.microsoft.com/office/drawing/2010/main" val="0"/>
              </a:ext>
            </a:extLst>
          </a:blip>
          <a:stretch>
            <a:fillRect/>
          </a:stretch>
        </p:blipFill>
        <p:spPr>
          <a:xfrm>
            <a:off x="431800" y="1009800"/>
            <a:ext cx="8286032" cy="4838400"/>
          </a:xfrm>
          <a:prstGeom prst="rect">
            <a:avLst/>
          </a:prstGeom>
          <a:ln>
            <a:solidFill>
              <a:schemeClr val="tx1"/>
            </a:solidFill>
          </a:ln>
        </p:spPr>
      </p:pic>
      <p:sp>
        <p:nvSpPr>
          <p:cNvPr id="19" name="BJPseudoFooter">
            <a:extLst>
              <a:ext uri="{FF2B5EF4-FFF2-40B4-BE49-F238E27FC236}">
                <a16:creationId xmlns:a16="http://schemas.microsoft.com/office/drawing/2014/main" id="{C5BC84DD-10BC-4377-99BB-6911A180EECD}"/>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9482650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03E37-8D55-44AB-9F40-AF71DB0AB0DD}"/>
              </a:ext>
            </a:extLst>
          </p:cNvPr>
          <p:cNvSpPr>
            <a:spLocks noGrp="1"/>
          </p:cNvSpPr>
          <p:nvPr>
            <p:ph type="title"/>
          </p:nvPr>
        </p:nvSpPr>
        <p:spPr/>
        <p:txBody>
          <a:bodyPr/>
          <a:lstStyle/>
          <a:p>
            <a:r>
              <a:rPr lang="en-US" dirty="0"/>
              <a:t>Gloss Inferential</a:t>
            </a:r>
          </a:p>
        </p:txBody>
      </p:sp>
      <p:sp>
        <p:nvSpPr>
          <p:cNvPr id="3" name="Text Placeholder 2">
            <a:extLst>
              <a:ext uri="{FF2B5EF4-FFF2-40B4-BE49-F238E27FC236}">
                <a16:creationId xmlns:a16="http://schemas.microsoft.com/office/drawing/2014/main" id="{74C738CF-92E8-458E-BC2F-206EB3740552}"/>
              </a:ext>
            </a:extLst>
          </p:cNvPr>
          <p:cNvSpPr>
            <a:spLocks noGrp="1"/>
          </p:cNvSpPr>
          <p:nvPr>
            <p:ph type="body" sz="quarter" idx="10"/>
          </p:nvPr>
        </p:nvSpPr>
        <p:spPr/>
        <p:txBody>
          <a:bodyPr/>
          <a:lstStyle/>
          <a:p>
            <a:r>
              <a:rPr lang="en-US" dirty="0" err="1"/>
              <a:t>asdas</a:t>
            </a:r>
            <a:endParaRPr lang="en-US" dirty="0"/>
          </a:p>
        </p:txBody>
      </p:sp>
      <p:pic>
        <p:nvPicPr>
          <p:cNvPr id="5" name="Picture 4">
            <a:extLst>
              <a:ext uri="{FF2B5EF4-FFF2-40B4-BE49-F238E27FC236}">
                <a16:creationId xmlns:a16="http://schemas.microsoft.com/office/drawing/2014/main" id="{8A97FA76-5720-4431-A4F8-93EDE6CB8BEB}"/>
              </a:ext>
            </a:extLst>
          </p:cNvPr>
          <p:cNvPicPr/>
          <p:nvPr/>
        </p:nvPicPr>
        <p:blipFill>
          <a:blip r:embed="rId4">
            <a:extLst>
              <a:ext uri="{28A0092B-C50C-407E-A947-70E740481C1C}">
                <a14:useLocalDpi xmlns:a14="http://schemas.microsoft.com/office/drawing/2010/main" val="0"/>
              </a:ext>
            </a:extLst>
          </a:blip>
          <a:stretch>
            <a:fillRect/>
          </a:stretch>
        </p:blipFill>
        <p:spPr>
          <a:xfrm>
            <a:off x="477337" y="1120848"/>
            <a:ext cx="8183694" cy="4739780"/>
          </a:xfrm>
          <a:prstGeom prst="rect">
            <a:avLst/>
          </a:prstGeom>
          <a:ln>
            <a:solidFill>
              <a:schemeClr val="tx1"/>
            </a:solidFill>
          </a:ln>
        </p:spPr>
      </p:pic>
      <p:sp>
        <p:nvSpPr>
          <p:cNvPr id="19" name="BJPseudoFooter">
            <a:extLst>
              <a:ext uri="{FF2B5EF4-FFF2-40B4-BE49-F238E27FC236}">
                <a16:creationId xmlns:a16="http://schemas.microsoft.com/office/drawing/2014/main" id="{3B0A6E2A-A3E7-401E-AE0B-8B0308E281BD}"/>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6960607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03E37-8D55-44AB-9F40-AF71DB0AB0DD}"/>
              </a:ext>
            </a:extLst>
          </p:cNvPr>
          <p:cNvSpPr>
            <a:spLocks noGrp="1"/>
          </p:cNvSpPr>
          <p:nvPr>
            <p:ph type="title"/>
          </p:nvPr>
        </p:nvSpPr>
        <p:spPr/>
        <p:txBody>
          <a:bodyPr/>
          <a:lstStyle/>
          <a:p>
            <a:r>
              <a:rPr lang="en-US" dirty="0" err="1"/>
              <a:t>Diepress</a:t>
            </a:r>
            <a:r>
              <a:rPr lang="en-US" dirty="0"/>
              <a:t> Inferential</a:t>
            </a:r>
          </a:p>
        </p:txBody>
      </p:sp>
      <p:pic>
        <p:nvPicPr>
          <p:cNvPr id="6" name="Picture 5">
            <a:extLst>
              <a:ext uri="{FF2B5EF4-FFF2-40B4-BE49-F238E27FC236}">
                <a16:creationId xmlns:a16="http://schemas.microsoft.com/office/drawing/2014/main" id="{F1DE2C52-CB85-4B72-8882-CC345A33BBA1}"/>
              </a:ext>
            </a:extLst>
          </p:cNvPr>
          <p:cNvPicPr/>
          <p:nvPr/>
        </p:nvPicPr>
        <p:blipFill>
          <a:blip r:embed="rId4">
            <a:extLst>
              <a:ext uri="{28A0092B-C50C-407E-A947-70E740481C1C}">
                <a14:useLocalDpi xmlns:a14="http://schemas.microsoft.com/office/drawing/2010/main" val="0"/>
              </a:ext>
            </a:extLst>
          </a:blip>
          <a:stretch>
            <a:fillRect/>
          </a:stretch>
        </p:blipFill>
        <p:spPr>
          <a:xfrm>
            <a:off x="234892" y="1120848"/>
            <a:ext cx="8674216" cy="4115740"/>
          </a:xfrm>
          <a:prstGeom prst="rect">
            <a:avLst/>
          </a:prstGeom>
          <a:ln>
            <a:solidFill>
              <a:schemeClr val="tx1"/>
            </a:solidFill>
          </a:ln>
        </p:spPr>
      </p:pic>
      <p:sp>
        <p:nvSpPr>
          <p:cNvPr id="18" name="BJPseudoFooter">
            <a:extLst>
              <a:ext uri="{FF2B5EF4-FFF2-40B4-BE49-F238E27FC236}">
                <a16:creationId xmlns:a16="http://schemas.microsoft.com/office/drawing/2014/main" id="{8CCA0076-B457-4F20-BE6F-0FC2E9B67136}"/>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11192123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D22E6-6F62-4CA2-9A02-C19DB475A008}"/>
              </a:ext>
            </a:extLst>
          </p:cNvPr>
          <p:cNvSpPr>
            <a:spLocks noGrp="1"/>
          </p:cNvSpPr>
          <p:nvPr>
            <p:ph type="title"/>
          </p:nvPr>
        </p:nvSpPr>
        <p:spPr/>
        <p:txBody>
          <a:bodyPr/>
          <a:lstStyle/>
          <a:p>
            <a:r>
              <a:rPr lang="en-US" dirty="0"/>
              <a:t>Inferential Quality  (IQ)</a:t>
            </a:r>
          </a:p>
        </p:txBody>
      </p:sp>
      <p:sp>
        <p:nvSpPr>
          <p:cNvPr id="3" name="Text Placeholder 2">
            <a:extLst>
              <a:ext uri="{FF2B5EF4-FFF2-40B4-BE49-F238E27FC236}">
                <a16:creationId xmlns:a16="http://schemas.microsoft.com/office/drawing/2014/main" id="{A67336EF-979C-4C30-AE89-D8EF80A5C1F7}"/>
              </a:ext>
            </a:extLst>
          </p:cNvPr>
          <p:cNvSpPr>
            <a:spLocks noGrp="1"/>
          </p:cNvSpPr>
          <p:nvPr>
            <p:ph type="body" sz="quarter" idx="10"/>
          </p:nvPr>
        </p:nvSpPr>
        <p:spPr>
          <a:xfrm>
            <a:off x="318592" y="948212"/>
            <a:ext cx="8286032" cy="4838400"/>
          </a:xfrm>
        </p:spPr>
        <p:txBody>
          <a:bodyPr vert="horz" lIns="91440" tIns="45720" rIns="91440" bIns="45720" rtlCol="0" anchor="t">
            <a:noAutofit/>
          </a:bodyPr>
          <a:lstStyle/>
          <a:p>
            <a:pPr>
              <a:lnSpc>
                <a:spcPct val="80000"/>
              </a:lnSpc>
            </a:pPr>
            <a:r>
              <a:rPr lang="en-US" u="sng" dirty="0"/>
              <a:t>Lab Update</a:t>
            </a:r>
          </a:p>
          <a:p>
            <a:pPr>
              <a:lnSpc>
                <a:spcPct val="80000"/>
              </a:lnSpc>
            </a:pPr>
            <a:endParaRPr lang="en-US" dirty="0"/>
          </a:p>
          <a:p>
            <a:pPr algn="just">
              <a:lnSpc>
                <a:spcPct val="80000"/>
              </a:lnSpc>
            </a:pPr>
            <a:r>
              <a:rPr lang="en-US" dirty="0">
                <a:latin typeface="Arial"/>
                <a:cs typeface="Arial"/>
              </a:rPr>
              <a:t>The following steps are crucial for APC to drive to correct solution:</a:t>
            </a:r>
          </a:p>
          <a:p>
            <a:pPr marL="285750" indent="-285750" algn="just">
              <a:lnSpc>
                <a:spcPct val="80000"/>
              </a:lnSpc>
              <a:buFont typeface="Wingdings" panose="05000000000000000000" pitchFamily="2" charset="2"/>
              <a:buChar char="q"/>
            </a:pPr>
            <a:endParaRPr lang="en-US" dirty="0">
              <a:latin typeface="Arial"/>
              <a:cs typeface="Arial"/>
            </a:endParaRPr>
          </a:p>
          <a:p>
            <a:pPr marL="971550" lvl="1" indent="-285750" algn="just">
              <a:lnSpc>
                <a:spcPct val="80000"/>
              </a:lnSpc>
              <a:buFont typeface="Wingdings" panose="05000000000000000000" pitchFamily="2" charset="2"/>
              <a:buChar char="q"/>
            </a:pPr>
            <a:r>
              <a:rPr lang="en-US" sz="1400" dirty="0">
                <a:latin typeface="Arial"/>
                <a:cs typeface="Arial"/>
              </a:rPr>
              <a:t>It is important to load APC QC lab result at least every 4 hours to update the inferential. </a:t>
            </a:r>
            <a:endParaRPr lang="en-US" sz="1400" dirty="0">
              <a:highlight>
                <a:srgbClr val="FFFF00"/>
              </a:highlight>
            </a:endParaRPr>
          </a:p>
          <a:p>
            <a:pPr marL="285750" indent="-285750" algn="just">
              <a:lnSpc>
                <a:spcPct val="80000"/>
              </a:lnSpc>
              <a:buFont typeface="Wingdings" panose="05000000000000000000" pitchFamily="2" charset="2"/>
              <a:buChar char="q"/>
            </a:pPr>
            <a:endParaRPr lang="en-US" sz="1400" dirty="0"/>
          </a:p>
          <a:p>
            <a:pPr marL="971550" lvl="1" indent="-285750" algn="just">
              <a:lnSpc>
                <a:spcPct val="80000"/>
              </a:lnSpc>
              <a:buFont typeface="Wingdings" panose="05000000000000000000" pitchFamily="2" charset="2"/>
              <a:buChar char="q"/>
            </a:pPr>
            <a:r>
              <a:rPr lang="en-US" sz="1400" dirty="0"/>
              <a:t>Ensure that the lab data is correct before you update them into the model. Otherwise, it will give you bad prediction.</a:t>
            </a:r>
          </a:p>
          <a:p>
            <a:pPr marL="285750" indent="-285750" algn="just">
              <a:lnSpc>
                <a:spcPct val="80000"/>
              </a:lnSpc>
              <a:buFont typeface="Wingdings" panose="05000000000000000000" pitchFamily="2" charset="2"/>
              <a:buChar char="q"/>
            </a:pPr>
            <a:endParaRPr lang="en-US" sz="1400" dirty="0"/>
          </a:p>
          <a:p>
            <a:pPr marL="971550" lvl="1" indent="-285750" algn="just">
              <a:lnSpc>
                <a:spcPct val="80000"/>
              </a:lnSpc>
              <a:buFont typeface="Wingdings" panose="05000000000000000000" pitchFamily="2" charset="2"/>
              <a:buChar char="q"/>
            </a:pPr>
            <a:r>
              <a:rPr lang="en-US" sz="1400" dirty="0">
                <a:latin typeface="Arial"/>
                <a:cs typeface="Arial"/>
              </a:rPr>
              <a:t>Ensure that the APC QC lab data is collected at consistent time interval. Record the time of sample taken correctly &amp; accurately!</a:t>
            </a:r>
          </a:p>
          <a:p>
            <a:pPr marL="285750" indent="-285750" algn="just">
              <a:lnSpc>
                <a:spcPct val="80000"/>
              </a:lnSpc>
              <a:buFont typeface="Wingdings" panose="05000000000000000000" pitchFamily="2" charset="2"/>
              <a:buChar char="q"/>
            </a:pPr>
            <a:endParaRPr lang="en-US" sz="1400" dirty="0"/>
          </a:p>
          <a:p>
            <a:pPr marL="971550" lvl="1" indent="-285750" algn="just">
              <a:lnSpc>
                <a:spcPct val="80000"/>
              </a:lnSpc>
              <a:buFont typeface="Wingdings" panose="05000000000000000000" pitchFamily="2" charset="2"/>
              <a:buChar char="q"/>
            </a:pPr>
            <a:r>
              <a:rPr lang="en-US" sz="1400" dirty="0"/>
              <a:t>Ensure that you key in the correct time and lab value into Web Viewer. Please ensure there is no typo error!</a:t>
            </a:r>
          </a:p>
          <a:p>
            <a:pPr marL="285750" indent="-285750" algn="just">
              <a:lnSpc>
                <a:spcPct val="80000"/>
              </a:lnSpc>
              <a:buFont typeface="Wingdings" panose="05000000000000000000" pitchFamily="2" charset="2"/>
              <a:buChar char="q"/>
            </a:pPr>
            <a:endParaRPr lang="en-US" sz="1400" dirty="0"/>
          </a:p>
          <a:p>
            <a:pPr marL="971550" lvl="1" indent="-285750" algn="just">
              <a:lnSpc>
                <a:spcPct val="80000"/>
              </a:lnSpc>
              <a:buFont typeface="Wingdings" panose="05000000000000000000" pitchFamily="2" charset="2"/>
              <a:buChar char="q"/>
            </a:pPr>
            <a:r>
              <a:rPr lang="en-US" sz="1400" dirty="0">
                <a:latin typeface="Arial"/>
                <a:cs typeface="Arial"/>
              </a:rPr>
              <a:t>After the latest QC lab data is keyed in, you cannot key in the QC lab data which has already lapsed.</a:t>
            </a:r>
          </a:p>
          <a:p>
            <a:pPr marL="285750" indent="-285750" algn="just">
              <a:lnSpc>
                <a:spcPct val="80000"/>
              </a:lnSpc>
              <a:buFont typeface="Wingdings" panose="05000000000000000000" pitchFamily="2" charset="2"/>
              <a:buChar char="q"/>
            </a:pPr>
            <a:endParaRPr lang="en-US" sz="1400" dirty="0"/>
          </a:p>
          <a:p>
            <a:pPr marL="971550" lvl="1" indent="-285750" algn="just">
              <a:lnSpc>
                <a:spcPct val="80000"/>
              </a:lnSpc>
              <a:buFont typeface="Wingdings" panose="05000000000000000000" pitchFamily="2" charset="2"/>
              <a:buChar char="q"/>
            </a:pPr>
            <a:r>
              <a:rPr lang="en-US" sz="1400" dirty="0">
                <a:latin typeface="Arial"/>
                <a:cs typeface="Arial"/>
              </a:rPr>
              <a:t>If inferential update is not done, APC will not be able to correct the error (Bias Update) between the inferential prediction and actual value. This will give you bad prediction.</a:t>
            </a:r>
          </a:p>
          <a:p>
            <a:pPr marL="285750" indent="-285750" algn="just">
              <a:lnSpc>
                <a:spcPct val="80000"/>
              </a:lnSpc>
              <a:buFont typeface="Wingdings" panose="05000000000000000000" pitchFamily="2" charset="2"/>
              <a:buChar char="q"/>
            </a:pPr>
            <a:endParaRPr lang="en-US" sz="1400" dirty="0">
              <a:latin typeface="Arial"/>
              <a:cs typeface="Arial"/>
            </a:endParaRPr>
          </a:p>
          <a:p>
            <a:pPr marL="971550" lvl="1" indent="-285750" algn="just">
              <a:lnSpc>
                <a:spcPct val="80000"/>
              </a:lnSpc>
              <a:buFont typeface="Wingdings" panose="05000000000000000000" pitchFamily="2" charset="2"/>
              <a:buChar char="q"/>
            </a:pPr>
            <a:r>
              <a:rPr lang="en-US" sz="1400" dirty="0"/>
              <a:t>You need to check the lab bias on web viewer to make sure that it is consistent.</a:t>
            </a:r>
          </a:p>
          <a:p>
            <a:pPr lvl="1" indent="0" algn="just">
              <a:lnSpc>
                <a:spcPct val="80000"/>
              </a:lnSpc>
              <a:buNone/>
            </a:pPr>
            <a:endParaRPr lang="en-US" sz="1400" dirty="0"/>
          </a:p>
          <a:p>
            <a:pPr marL="971550" lvl="1" indent="-285750" algn="just">
              <a:lnSpc>
                <a:spcPct val="80000"/>
              </a:lnSpc>
              <a:buFont typeface="Wingdings" panose="05000000000000000000" pitchFamily="2" charset="2"/>
              <a:buChar char="q"/>
            </a:pPr>
            <a:r>
              <a:rPr lang="en-US" sz="1400" dirty="0"/>
              <a:t>If 2 consecutive lab result sample is nearing product spec limit/off spec, directly to inform APC Focal for further assessment. </a:t>
            </a:r>
            <a:r>
              <a:rPr lang="en-US" sz="1400" dirty="0">
                <a:highlight>
                  <a:srgbClr val="FFFF00"/>
                </a:highlight>
              </a:rPr>
              <a:t>Why?</a:t>
            </a:r>
          </a:p>
        </p:txBody>
      </p:sp>
      <p:sp>
        <p:nvSpPr>
          <p:cNvPr id="18" name="BJPseudoFooter">
            <a:extLst>
              <a:ext uri="{FF2B5EF4-FFF2-40B4-BE49-F238E27FC236}">
                <a16:creationId xmlns:a16="http://schemas.microsoft.com/office/drawing/2014/main" id="{C3EEC1F8-45C7-440E-A254-8850C6B74968}"/>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14868304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D22E6-6F62-4CA2-9A02-C19DB475A008}"/>
              </a:ext>
            </a:extLst>
          </p:cNvPr>
          <p:cNvSpPr>
            <a:spLocks noGrp="1"/>
          </p:cNvSpPr>
          <p:nvPr>
            <p:ph type="title"/>
          </p:nvPr>
        </p:nvSpPr>
        <p:spPr/>
        <p:txBody>
          <a:bodyPr/>
          <a:lstStyle/>
          <a:p>
            <a:r>
              <a:rPr lang="en-US" dirty="0"/>
              <a:t>Inferential Quality  (IQ)</a:t>
            </a:r>
          </a:p>
        </p:txBody>
      </p:sp>
      <p:sp>
        <p:nvSpPr>
          <p:cNvPr id="3" name="Text Placeholder 2">
            <a:extLst>
              <a:ext uri="{FF2B5EF4-FFF2-40B4-BE49-F238E27FC236}">
                <a16:creationId xmlns:a16="http://schemas.microsoft.com/office/drawing/2014/main" id="{A67336EF-979C-4C30-AE89-D8EF80A5C1F7}"/>
              </a:ext>
            </a:extLst>
          </p:cNvPr>
          <p:cNvSpPr>
            <a:spLocks noGrp="1"/>
          </p:cNvSpPr>
          <p:nvPr>
            <p:ph type="body" sz="quarter" idx="10"/>
          </p:nvPr>
        </p:nvSpPr>
        <p:spPr>
          <a:xfrm>
            <a:off x="318592" y="948212"/>
            <a:ext cx="8286032" cy="4838400"/>
          </a:xfrm>
        </p:spPr>
        <p:txBody>
          <a:bodyPr vert="horz" lIns="91440" tIns="45720" rIns="91440" bIns="45720" rtlCol="0" anchor="t">
            <a:noAutofit/>
          </a:bodyPr>
          <a:lstStyle/>
          <a:p>
            <a:pPr>
              <a:lnSpc>
                <a:spcPct val="80000"/>
              </a:lnSpc>
            </a:pPr>
            <a:r>
              <a:rPr lang="en-US" u="sng" dirty="0"/>
              <a:t>Analyzer Update</a:t>
            </a:r>
          </a:p>
          <a:p>
            <a:pPr>
              <a:lnSpc>
                <a:spcPct val="80000"/>
              </a:lnSpc>
            </a:pPr>
            <a:endParaRPr lang="en-US" dirty="0"/>
          </a:p>
          <a:p>
            <a:pPr algn="just">
              <a:lnSpc>
                <a:spcPct val="80000"/>
              </a:lnSpc>
            </a:pPr>
            <a:r>
              <a:rPr lang="en-US" dirty="0">
                <a:latin typeface="Arial"/>
                <a:cs typeface="Arial"/>
              </a:rPr>
              <a:t>The following steps are crucial for APC to drive to correct solution:</a:t>
            </a:r>
          </a:p>
          <a:p>
            <a:pPr marL="285750" indent="-285750" algn="just">
              <a:lnSpc>
                <a:spcPct val="80000"/>
              </a:lnSpc>
              <a:buFont typeface="Wingdings" panose="05000000000000000000" pitchFamily="2" charset="2"/>
              <a:buChar char="q"/>
            </a:pPr>
            <a:endParaRPr lang="en-US" dirty="0">
              <a:latin typeface="Arial"/>
              <a:cs typeface="Arial"/>
            </a:endParaRPr>
          </a:p>
          <a:p>
            <a:pPr marL="971550" lvl="1" indent="-285750" algn="just">
              <a:lnSpc>
                <a:spcPct val="80000"/>
              </a:lnSpc>
              <a:buFont typeface="Wingdings" panose="05000000000000000000" pitchFamily="2" charset="2"/>
              <a:buChar char="q"/>
            </a:pPr>
            <a:r>
              <a:rPr lang="en-US" dirty="0">
                <a:latin typeface="Arial"/>
                <a:cs typeface="Arial"/>
              </a:rPr>
              <a:t>Operator to check analyzer status is good at Analyzer module in PCWS.</a:t>
            </a:r>
          </a:p>
          <a:p>
            <a:pPr lvl="1" indent="0" algn="just">
              <a:lnSpc>
                <a:spcPct val="80000"/>
              </a:lnSpc>
              <a:buNone/>
            </a:pPr>
            <a:endParaRPr lang="en-US" dirty="0">
              <a:latin typeface="Arial"/>
              <a:cs typeface="Arial"/>
            </a:endParaRPr>
          </a:p>
          <a:p>
            <a:pPr marL="971550" lvl="1" indent="-285750" algn="just">
              <a:lnSpc>
                <a:spcPct val="80000"/>
              </a:lnSpc>
              <a:buFont typeface="Wingdings" panose="05000000000000000000" pitchFamily="2" charset="2"/>
              <a:buChar char="q"/>
            </a:pPr>
            <a:r>
              <a:rPr lang="en-US" dirty="0">
                <a:latin typeface="Arial"/>
                <a:cs typeface="Arial"/>
              </a:rPr>
              <a:t>Always counter check analyzer reading with lab result to ensure its accuracy.</a:t>
            </a:r>
          </a:p>
          <a:p>
            <a:pPr lvl="1" indent="0" algn="just">
              <a:lnSpc>
                <a:spcPct val="80000"/>
              </a:lnSpc>
              <a:buNone/>
            </a:pPr>
            <a:endParaRPr lang="en-US" dirty="0">
              <a:latin typeface="Arial"/>
              <a:cs typeface="Arial"/>
            </a:endParaRPr>
          </a:p>
          <a:p>
            <a:pPr marL="971550" lvl="1" indent="-285750" algn="just">
              <a:lnSpc>
                <a:spcPct val="80000"/>
              </a:lnSpc>
              <a:buFont typeface="Wingdings" panose="05000000000000000000" pitchFamily="2" charset="2"/>
              <a:buChar char="q"/>
            </a:pPr>
            <a:r>
              <a:rPr lang="en-US" dirty="0">
                <a:latin typeface="Arial"/>
                <a:cs typeface="Arial"/>
              </a:rPr>
              <a:t>If the error between analyzer and lab reading is more than 5%,please request additional lab sample to confirm the reading. </a:t>
            </a:r>
          </a:p>
          <a:p>
            <a:pPr lvl="1" indent="0" algn="just">
              <a:lnSpc>
                <a:spcPct val="80000"/>
              </a:lnSpc>
              <a:buNone/>
            </a:pPr>
            <a:endParaRPr lang="en-US" dirty="0">
              <a:latin typeface="Arial"/>
              <a:cs typeface="Arial"/>
            </a:endParaRPr>
          </a:p>
          <a:p>
            <a:pPr marL="971550" lvl="1" indent="-285750" algn="just">
              <a:lnSpc>
                <a:spcPct val="80000"/>
              </a:lnSpc>
              <a:buFont typeface="Wingdings" panose="05000000000000000000" pitchFamily="2" charset="2"/>
              <a:buChar char="q"/>
            </a:pPr>
            <a:r>
              <a:rPr lang="en-US" dirty="0">
                <a:latin typeface="Arial"/>
                <a:cs typeface="Arial"/>
              </a:rPr>
              <a:t>If it is consistent, please change the update source to lab.</a:t>
            </a:r>
          </a:p>
          <a:p>
            <a:pPr marL="971550" lvl="1" indent="-285750" algn="just">
              <a:lnSpc>
                <a:spcPct val="80000"/>
              </a:lnSpc>
              <a:buFont typeface="Wingdings" panose="05000000000000000000" pitchFamily="2" charset="2"/>
              <a:buChar char="q"/>
            </a:pPr>
            <a:endParaRPr lang="en-US" dirty="0">
              <a:latin typeface="Arial"/>
              <a:cs typeface="Arial"/>
            </a:endParaRPr>
          </a:p>
          <a:p>
            <a:pPr marL="971550" lvl="1" indent="-285750" algn="just">
              <a:lnSpc>
                <a:spcPct val="80000"/>
              </a:lnSpc>
              <a:buFont typeface="Wingdings" panose="05000000000000000000" pitchFamily="2" charset="2"/>
              <a:buChar char="q"/>
            </a:pPr>
            <a:r>
              <a:rPr lang="en-US" dirty="0">
                <a:latin typeface="Arial"/>
                <a:cs typeface="Arial"/>
              </a:rPr>
              <a:t>During preventive maintenance activity on the analyzer, please use lab reading as update source.</a:t>
            </a:r>
          </a:p>
          <a:p>
            <a:pPr marL="971550" lvl="1" indent="-285750" algn="just">
              <a:lnSpc>
                <a:spcPct val="80000"/>
              </a:lnSpc>
              <a:buFont typeface="Wingdings" panose="05000000000000000000" pitchFamily="2" charset="2"/>
              <a:buChar char="q"/>
            </a:pPr>
            <a:endParaRPr lang="en-US" dirty="0">
              <a:latin typeface="Arial"/>
              <a:cs typeface="Arial"/>
            </a:endParaRPr>
          </a:p>
          <a:p>
            <a:pPr marL="971550" lvl="1" indent="-285750" algn="just">
              <a:lnSpc>
                <a:spcPct val="80000"/>
              </a:lnSpc>
              <a:buFont typeface="Wingdings" panose="05000000000000000000" pitchFamily="2" charset="2"/>
              <a:buChar char="q"/>
            </a:pPr>
            <a:endParaRPr lang="en-US" dirty="0">
              <a:highlight>
                <a:srgbClr val="FFFF00"/>
              </a:highlight>
            </a:endParaRPr>
          </a:p>
        </p:txBody>
      </p:sp>
      <p:sp>
        <p:nvSpPr>
          <p:cNvPr id="18" name="BJPseudoFooter">
            <a:extLst>
              <a:ext uri="{FF2B5EF4-FFF2-40B4-BE49-F238E27FC236}">
                <a16:creationId xmlns:a16="http://schemas.microsoft.com/office/drawing/2014/main" id="{7F672B12-CB3F-4164-8DF1-1C682AC438BE}"/>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33811950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A2B26-0CA5-46D7-A824-AA574B27CB8F}"/>
              </a:ext>
            </a:extLst>
          </p:cNvPr>
          <p:cNvSpPr>
            <a:spLocks noGrp="1"/>
          </p:cNvSpPr>
          <p:nvPr>
            <p:ph type="title"/>
          </p:nvPr>
        </p:nvSpPr>
        <p:spPr/>
        <p:txBody>
          <a:bodyPr/>
          <a:lstStyle/>
          <a:p>
            <a:r>
              <a:rPr lang="en-US" dirty="0"/>
              <a:t>How to update inferential lab measurement </a:t>
            </a:r>
          </a:p>
        </p:txBody>
      </p:sp>
      <p:pic>
        <p:nvPicPr>
          <p:cNvPr id="4" name="Picture 3">
            <a:extLst>
              <a:ext uri="{FF2B5EF4-FFF2-40B4-BE49-F238E27FC236}">
                <a16:creationId xmlns:a16="http://schemas.microsoft.com/office/drawing/2014/main" id="{5CD0524B-13BA-4EFA-9DF0-88290F9AB033}"/>
              </a:ext>
            </a:extLst>
          </p:cNvPr>
          <p:cNvPicPr>
            <a:picLocks noChangeAspect="1"/>
          </p:cNvPicPr>
          <p:nvPr/>
        </p:nvPicPr>
        <p:blipFill>
          <a:blip r:embed="rId4"/>
          <a:stretch>
            <a:fillRect/>
          </a:stretch>
        </p:blipFill>
        <p:spPr>
          <a:xfrm>
            <a:off x="0" y="1197048"/>
            <a:ext cx="9144000" cy="4867179"/>
          </a:xfrm>
          <a:prstGeom prst="rect">
            <a:avLst/>
          </a:prstGeom>
        </p:spPr>
      </p:pic>
      <p:sp>
        <p:nvSpPr>
          <p:cNvPr id="5" name="Line 6">
            <a:extLst>
              <a:ext uri="{FF2B5EF4-FFF2-40B4-BE49-F238E27FC236}">
                <a16:creationId xmlns:a16="http://schemas.microsoft.com/office/drawing/2014/main" id="{45124DA0-B77C-4D1E-8396-6C2AA88F1B37}"/>
              </a:ext>
            </a:extLst>
          </p:cNvPr>
          <p:cNvSpPr>
            <a:spLocks noChangeShapeType="1"/>
          </p:cNvSpPr>
          <p:nvPr/>
        </p:nvSpPr>
        <p:spPr bwMode="auto">
          <a:xfrm flipH="1">
            <a:off x="684213" y="1570009"/>
            <a:ext cx="134393" cy="706466"/>
          </a:xfrm>
          <a:prstGeom prst="line">
            <a:avLst/>
          </a:prstGeom>
          <a:noFill/>
          <a:ln w="38100">
            <a:solidFill>
              <a:srgbClr val="3C3835"/>
            </a:solidFill>
            <a:round/>
            <a:headEnd/>
            <a:tailEnd type="triangle" w="med" len="med"/>
          </a:ln>
          <a:effectLst/>
        </p:spPr>
        <p:txBody>
          <a:bodyPr wrap="none" lIns="90034" tIns="45017" rIns="90034" bIns="45017"/>
          <a:lstStyle/>
          <a:p>
            <a:endParaRPr lang="en-US"/>
          </a:p>
        </p:txBody>
      </p:sp>
      <p:sp>
        <p:nvSpPr>
          <p:cNvPr id="6" name="Text Box 7">
            <a:extLst>
              <a:ext uri="{FF2B5EF4-FFF2-40B4-BE49-F238E27FC236}">
                <a16:creationId xmlns:a16="http://schemas.microsoft.com/office/drawing/2014/main" id="{3C10DCDB-F9A6-4F9E-B45C-BB3A92F8098D}"/>
              </a:ext>
            </a:extLst>
          </p:cNvPr>
          <p:cNvSpPr txBox="1">
            <a:spLocks noChangeArrowheads="1"/>
          </p:cNvSpPr>
          <p:nvPr/>
        </p:nvSpPr>
        <p:spPr bwMode="auto">
          <a:xfrm>
            <a:off x="292952" y="1120848"/>
            <a:ext cx="2354455" cy="398690"/>
          </a:xfrm>
          <a:prstGeom prst="rect">
            <a:avLst/>
          </a:prstGeom>
          <a:solidFill>
            <a:schemeClr val="accent3">
              <a:lumMod val="60000"/>
              <a:lumOff val="40000"/>
            </a:schemeClr>
          </a:solidFill>
          <a:ln w="9525">
            <a:solidFill>
              <a:schemeClr val="tx1">
                <a:lumMod val="50000"/>
                <a:lumOff val="50000"/>
              </a:schemeClr>
            </a:solidFill>
            <a:miter lim="800000"/>
            <a:headEnd/>
            <a:tailEnd/>
          </a:ln>
          <a:effectLst/>
        </p:spPr>
        <p:txBody>
          <a:bodyPr wrap="square" lIns="90034" tIns="45017" rIns="90034" bIns="45017">
            <a:spAutoFit/>
          </a:bodyPr>
          <a:lstStyle/>
          <a:p>
            <a:pPr>
              <a:spcBef>
                <a:spcPct val="50000"/>
              </a:spcBef>
            </a:pPr>
            <a:r>
              <a:rPr lang="en-US" sz="2000" dirty="0"/>
              <a:t>Go to IQ ASV2020</a:t>
            </a:r>
          </a:p>
        </p:txBody>
      </p:sp>
      <p:sp>
        <p:nvSpPr>
          <p:cNvPr id="7" name="Line 6">
            <a:extLst>
              <a:ext uri="{FF2B5EF4-FFF2-40B4-BE49-F238E27FC236}">
                <a16:creationId xmlns:a16="http://schemas.microsoft.com/office/drawing/2014/main" id="{B443C262-DA78-46AF-85E0-10E354A243A7}"/>
              </a:ext>
            </a:extLst>
          </p:cNvPr>
          <p:cNvSpPr>
            <a:spLocks noChangeShapeType="1"/>
          </p:cNvSpPr>
          <p:nvPr/>
        </p:nvSpPr>
        <p:spPr bwMode="auto">
          <a:xfrm flipH="1" flipV="1">
            <a:off x="562588" y="2542084"/>
            <a:ext cx="691446" cy="955691"/>
          </a:xfrm>
          <a:prstGeom prst="line">
            <a:avLst/>
          </a:prstGeom>
          <a:noFill/>
          <a:ln w="38100">
            <a:solidFill>
              <a:srgbClr val="3C3835"/>
            </a:solidFill>
            <a:round/>
            <a:headEnd/>
            <a:tailEnd type="triangle" w="med" len="med"/>
          </a:ln>
          <a:effectLst/>
        </p:spPr>
        <p:txBody>
          <a:bodyPr wrap="none" lIns="90034" tIns="45017" rIns="90034" bIns="45017"/>
          <a:lstStyle/>
          <a:p>
            <a:endParaRPr lang="en-US"/>
          </a:p>
        </p:txBody>
      </p:sp>
      <p:sp>
        <p:nvSpPr>
          <p:cNvPr id="8" name="Text Box 7">
            <a:extLst>
              <a:ext uri="{FF2B5EF4-FFF2-40B4-BE49-F238E27FC236}">
                <a16:creationId xmlns:a16="http://schemas.microsoft.com/office/drawing/2014/main" id="{F1AF6166-30C3-4F5B-A420-7D70BC31DD91}"/>
              </a:ext>
            </a:extLst>
          </p:cNvPr>
          <p:cNvSpPr txBox="1">
            <a:spLocks noChangeArrowheads="1"/>
          </p:cNvSpPr>
          <p:nvPr/>
        </p:nvSpPr>
        <p:spPr bwMode="auto">
          <a:xfrm>
            <a:off x="622390" y="3482975"/>
            <a:ext cx="1497873" cy="398690"/>
          </a:xfrm>
          <a:prstGeom prst="rect">
            <a:avLst/>
          </a:prstGeom>
          <a:solidFill>
            <a:schemeClr val="accent3">
              <a:lumMod val="60000"/>
              <a:lumOff val="40000"/>
            </a:schemeClr>
          </a:solidFill>
          <a:ln w="9525">
            <a:solidFill>
              <a:schemeClr val="tx1">
                <a:lumMod val="50000"/>
                <a:lumOff val="50000"/>
              </a:schemeClr>
            </a:solidFill>
            <a:miter lim="800000"/>
            <a:headEnd/>
            <a:tailEnd/>
          </a:ln>
          <a:effectLst/>
        </p:spPr>
        <p:txBody>
          <a:bodyPr wrap="square" lIns="90034" tIns="45017" rIns="90034" bIns="45017">
            <a:spAutoFit/>
          </a:bodyPr>
          <a:lstStyle/>
          <a:p>
            <a:pPr>
              <a:spcBef>
                <a:spcPct val="50000"/>
              </a:spcBef>
            </a:pPr>
            <a:r>
              <a:rPr lang="en-US" sz="2000" dirty="0"/>
              <a:t>Select MFI</a:t>
            </a:r>
          </a:p>
        </p:txBody>
      </p:sp>
      <p:sp>
        <p:nvSpPr>
          <p:cNvPr id="9" name="Line 6">
            <a:extLst>
              <a:ext uri="{FF2B5EF4-FFF2-40B4-BE49-F238E27FC236}">
                <a16:creationId xmlns:a16="http://schemas.microsoft.com/office/drawing/2014/main" id="{02E76ED5-9C08-47D0-9E96-44367A33D3B6}"/>
              </a:ext>
            </a:extLst>
          </p:cNvPr>
          <p:cNvSpPr>
            <a:spLocks noChangeShapeType="1"/>
          </p:cNvSpPr>
          <p:nvPr/>
        </p:nvSpPr>
        <p:spPr bwMode="auto">
          <a:xfrm flipH="1">
            <a:off x="3907008" y="1858169"/>
            <a:ext cx="666478" cy="398691"/>
          </a:xfrm>
          <a:prstGeom prst="line">
            <a:avLst/>
          </a:prstGeom>
          <a:noFill/>
          <a:ln w="38100">
            <a:solidFill>
              <a:srgbClr val="3C3835"/>
            </a:solidFill>
            <a:round/>
            <a:headEnd/>
            <a:tailEnd type="triangle" w="med" len="med"/>
          </a:ln>
          <a:effectLst/>
        </p:spPr>
        <p:txBody>
          <a:bodyPr wrap="none" lIns="90034" tIns="45017" rIns="90034" bIns="45017"/>
          <a:lstStyle/>
          <a:p>
            <a:endParaRPr lang="en-US"/>
          </a:p>
        </p:txBody>
      </p:sp>
      <p:sp>
        <p:nvSpPr>
          <p:cNvPr id="10" name="Text Box 7">
            <a:extLst>
              <a:ext uri="{FF2B5EF4-FFF2-40B4-BE49-F238E27FC236}">
                <a16:creationId xmlns:a16="http://schemas.microsoft.com/office/drawing/2014/main" id="{42ADD528-88A7-4FD7-AECC-E2EAA4F998E8}"/>
              </a:ext>
            </a:extLst>
          </p:cNvPr>
          <p:cNvSpPr txBox="1">
            <a:spLocks noChangeArrowheads="1"/>
          </p:cNvSpPr>
          <p:nvPr/>
        </p:nvSpPr>
        <p:spPr bwMode="auto">
          <a:xfrm>
            <a:off x="4703497" y="1539639"/>
            <a:ext cx="3987040" cy="367912"/>
          </a:xfrm>
          <a:prstGeom prst="rect">
            <a:avLst/>
          </a:prstGeom>
          <a:solidFill>
            <a:schemeClr val="accent3">
              <a:lumMod val="60000"/>
              <a:lumOff val="40000"/>
            </a:schemeClr>
          </a:solidFill>
          <a:ln w="9525">
            <a:solidFill>
              <a:schemeClr val="tx1">
                <a:lumMod val="50000"/>
                <a:lumOff val="50000"/>
              </a:schemeClr>
            </a:solidFill>
            <a:miter lim="800000"/>
            <a:headEnd/>
            <a:tailEnd/>
          </a:ln>
          <a:effectLst/>
        </p:spPr>
        <p:txBody>
          <a:bodyPr wrap="square" lIns="90034" tIns="45017" rIns="90034" bIns="45017">
            <a:spAutoFit/>
          </a:bodyPr>
          <a:lstStyle/>
          <a:p>
            <a:pPr>
              <a:spcBef>
                <a:spcPct val="50000"/>
              </a:spcBef>
            </a:pPr>
            <a:r>
              <a:rPr lang="en-US" dirty="0"/>
              <a:t>Select Lab tab and click “LAB” button</a:t>
            </a:r>
          </a:p>
        </p:txBody>
      </p:sp>
      <p:sp>
        <p:nvSpPr>
          <p:cNvPr id="11" name="Line 6">
            <a:extLst>
              <a:ext uri="{FF2B5EF4-FFF2-40B4-BE49-F238E27FC236}">
                <a16:creationId xmlns:a16="http://schemas.microsoft.com/office/drawing/2014/main" id="{1C99F55D-7ADD-4634-9732-8A5A4BEE162D}"/>
              </a:ext>
            </a:extLst>
          </p:cNvPr>
          <p:cNvSpPr>
            <a:spLocks noChangeShapeType="1"/>
          </p:cNvSpPr>
          <p:nvPr/>
        </p:nvSpPr>
        <p:spPr bwMode="auto">
          <a:xfrm flipH="1" flipV="1">
            <a:off x="5069602" y="3161559"/>
            <a:ext cx="573552" cy="1432745"/>
          </a:xfrm>
          <a:prstGeom prst="line">
            <a:avLst/>
          </a:prstGeom>
          <a:noFill/>
          <a:ln w="38100">
            <a:solidFill>
              <a:srgbClr val="3C3835"/>
            </a:solidFill>
            <a:round/>
            <a:headEnd/>
            <a:tailEnd type="triangle" w="med" len="med"/>
          </a:ln>
          <a:effectLst/>
        </p:spPr>
        <p:txBody>
          <a:bodyPr wrap="none" lIns="90034" tIns="45017" rIns="90034" bIns="45017"/>
          <a:lstStyle/>
          <a:p>
            <a:endParaRPr lang="en-US"/>
          </a:p>
        </p:txBody>
      </p:sp>
      <p:sp>
        <p:nvSpPr>
          <p:cNvPr id="12" name="Text Box 7">
            <a:extLst>
              <a:ext uri="{FF2B5EF4-FFF2-40B4-BE49-F238E27FC236}">
                <a16:creationId xmlns:a16="http://schemas.microsoft.com/office/drawing/2014/main" id="{182BDE2A-7321-4C2E-A904-375BEAD88C5C}"/>
              </a:ext>
            </a:extLst>
          </p:cNvPr>
          <p:cNvSpPr txBox="1">
            <a:spLocks noChangeArrowheads="1"/>
          </p:cNvSpPr>
          <p:nvPr/>
        </p:nvSpPr>
        <p:spPr bwMode="auto">
          <a:xfrm>
            <a:off x="4952309" y="4594304"/>
            <a:ext cx="3886301" cy="398690"/>
          </a:xfrm>
          <a:prstGeom prst="rect">
            <a:avLst/>
          </a:prstGeom>
          <a:solidFill>
            <a:schemeClr val="accent3">
              <a:lumMod val="60000"/>
              <a:lumOff val="40000"/>
            </a:schemeClr>
          </a:solidFill>
          <a:ln w="9525">
            <a:solidFill>
              <a:schemeClr val="tx1">
                <a:lumMod val="50000"/>
                <a:lumOff val="50000"/>
              </a:schemeClr>
            </a:solidFill>
            <a:miter lim="800000"/>
            <a:headEnd/>
            <a:tailEnd/>
          </a:ln>
          <a:effectLst/>
        </p:spPr>
        <p:txBody>
          <a:bodyPr wrap="square" lIns="90034" tIns="45017" rIns="90034" bIns="45017">
            <a:spAutoFit/>
          </a:bodyPr>
          <a:lstStyle/>
          <a:p>
            <a:pPr>
              <a:spcBef>
                <a:spcPct val="50000"/>
              </a:spcBef>
            </a:pPr>
            <a:r>
              <a:rPr lang="en-US" sz="2000" dirty="0"/>
              <a:t>Key in the time and Lab value</a:t>
            </a:r>
          </a:p>
        </p:txBody>
      </p:sp>
      <p:sp>
        <p:nvSpPr>
          <p:cNvPr id="13" name="Oval 12">
            <a:extLst>
              <a:ext uri="{FF2B5EF4-FFF2-40B4-BE49-F238E27FC236}">
                <a16:creationId xmlns:a16="http://schemas.microsoft.com/office/drawing/2014/main" id="{9BDB7B6A-1083-4BA3-B7CA-6A8CE2B05238}"/>
              </a:ext>
            </a:extLst>
          </p:cNvPr>
          <p:cNvSpPr/>
          <p:nvPr/>
        </p:nvSpPr>
        <p:spPr>
          <a:xfrm>
            <a:off x="734139" y="1464380"/>
            <a:ext cx="348343" cy="2784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4" name="Oval 13">
            <a:extLst>
              <a:ext uri="{FF2B5EF4-FFF2-40B4-BE49-F238E27FC236}">
                <a16:creationId xmlns:a16="http://schemas.microsoft.com/office/drawing/2014/main" id="{EDBE014F-BD47-466B-96ED-17245A3F8B5D}"/>
              </a:ext>
            </a:extLst>
          </p:cNvPr>
          <p:cNvSpPr/>
          <p:nvPr/>
        </p:nvSpPr>
        <p:spPr>
          <a:xfrm>
            <a:off x="790598" y="3289800"/>
            <a:ext cx="348343" cy="2784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5" name="Oval 14">
            <a:extLst>
              <a:ext uri="{FF2B5EF4-FFF2-40B4-BE49-F238E27FC236}">
                <a16:creationId xmlns:a16="http://schemas.microsoft.com/office/drawing/2014/main" id="{E50D04B0-F76B-48F7-ABAB-003548431466}"/>
              </a:ext>
            </a:extLst>
          </p:cNvPr>
          <p:cNvSpPr/>
          <p:nvPr/>
        </p:nvSpPr>
        <p:spPr>
          <a:xfrm>
            <a:off x="4414997" y="1603580"/>
            <a:ext cx="311036" cy="2784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6" name="Oval 15">
            <a:extLst>
              <a:ext uri="{FF2B5EF4-FFF2-40B4-BE49-F238E27FC236}">
                <a16:creationId xmlns:a16="http://schemas.microsoft.com/office/drawing/2014/main" id="{24B60435-7B4E-44DB-AA80-A62298D15266}"/>
              </a:ext>
            </a:extLst>
          </p:cNvPr>
          <p:cNvSpPr/>
          <p:nvPr/>
        </p:nvSpPr>
        <p:spPr>
          <a:xfrm>
            <a:off x="5604929" y="4392104"/>
            <a:ext cx="311036" cy="2784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30" name="BJPseudoFooter">
            <a:extLst>
              <a:ext uri="{FF2B5EF4-FFF2-40B4-BE49-F238E27FC236}">
                <a16:creationId xmlns:a16="http://schemas.microsoft.com/office/drawing/2014/main" id="{BB193547-80D3-4446-BD0B-3B951AE35BDB}"/>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36676890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CAF51-0F11-4C0E-B265-5BCD6FB47F1A}"/>
              </a:ext>
            </a:extLst>
          </p:cNvPr>
          <p:cNvSpPr>
            <a:spLocks noGrp="1"/>
          </p:cNvSpPr>
          <p:nvPr>
            <p:ph type="title"/>
          </p:nvPr>
        </p:nvSpPr>
        <p:spPr>
          <a:xfrm>
            <a:off x="127000" y="376702"/>
            <a:ext cx="9530806" cy="744146"/>
          </a:xfrm>
        </p:spPr>
        <p:txBody>
          <a:bodyPr/>
          <a:lstStyle/>
          <a:p>
            <a:r>
              <a:rPr lang="en-US" dirty="0"/>
              <a:t>How to update inferential  lab measurement via Overview Tab</a:t>
            </a:r>
          </a:p>
        </p:txBody>
      </p:sp>
      <p:pic>
        <p:nvPicPr>
          <p:cNvPr id="4" name="Picture 3">
            <a:extLst>
              <a:ext uri="{FF2B5EF4-FFF2-40B4-BE49-F238E27FC236}">
                <a16:creationId xmlns:a16="http://schemas.microsoft.com/office/drawing/2014/main" id="{628E8640-4A13-4390-A8C6-40E32F3E81B5}"/>
              </a:ext>
            </a:extLst>
          </p:cNvPr>
          <p:cNvPicPr>
            <a:picLocks noChangeAspect="1"/>
          </p:cNvPicPr>
          <p:nvPr/>
        </p:nvPicPr>
        <p:blipFill>
          <a:blip r:embed="rId4"/>
          <a:stretch>
            <a:fillRect/>
          </a:stretch>
        </p:blipFill>
        <p:spPr>
          <a:xfrm>
            <a:off x="200297" y="1375955"/>
            <a:ext cx="8377646" cy="4475830"/>
          </a:xfrm>
          <a:prstGeom prst="rect">
            <a:avLst/>
          </a:prstGeom>
        </p:spPr>
      </p:pic>
      <p:sp>
        <p:nvSpPr>
          <p:cNvPr id="5" name="Line 6">
            <a:extLst>
              <a:ext uri="{FF2B5EF4-FFF2-40B4-BE49-F238E27FC236}">
                <a16:creationId xmlns:a16="http://schemas.microsoft.com/office/drawing/2014/main" id="{D42EB978-0A1B-409E-8451-F1287D01FBF2}"/>
              </a:ext>
            </a:extLst>
          </p:cNvPr>
          <p:cNvSpPr>
            <a:spLocks noChangeShapeType="1"/>
          </p:cNvSpPr>
          <p:nvPr/>
        </p:nvSpPr>
        <p:spPr bwMode="auto">
          <a:xfrm flipH="1">
            <a:off x="1763712" y="1197047"/>
            <a:ext cx="247967" cy="599611"/>
          </a:xfrm>
          <a:prstGeom prst="line">
            <a:avLst/>
          </a:prstGeom>
          <a:noFill/>
          <a:ln w="38100">
            <a:solidFill>
              <a:srgbClr val="3C3835"/>
            </a:solidFill>
            <a:round/>
            <a:headEnd/>
            <a:tailEnd type="triangle" w="med" len="med"/>
          </a:ln>
          <a:effectLst/>
        </p:spPr>
        <p:txBody>
          <a:bodyPr wrap="none" lIns="90034" tIns="45017" rIns="90034" bIns="45017"/>
          <a:lstStyle/>
          <a:p>
            <a:endParaRPr lang="en-US"/>
          </a:p>
        </p:txBody>
      </p:sp>
      <p:sp>
        <p:nvSpPr>
          <p:cNvPr id="6" name="Text Box 7">
            <a:extLst>
              <a:ext uri="{FF2B5EF4-FFF2-40B4-BE49-F238E27FC236}">
                <a16:creationId xmlns:a16="http://schemas.microsoft.com/office/drawing/2014/main" id="{DD65F5D1-1A97-4224-AD9C-8805ADAA381E}"/>
              </a:ext>
            </a:extLst>
          </p:cNvPr>
          <p:cNvSpPr txBox="1">
            <a:spLocks noChangeArrowheads="1"/>
          </p:cNvSpPr>
          <p:nvPr/>
        </p:nvSpPr>
        <p:spPr bwMode="auto">
          <a:xfrm>
            <a:off x="2177695" y="1120848"/>
            <a:ext cx="2362292" cy="398690"/>
          </a:xfrm>
          <a:prstGeom prst="rect">
            <a:avLst/>
          </a:prstGeom>
          <a:solidFill>
            <a:schemeClr val="accent3">
              <a:lumMod val="60000"/>
              <a:lumOff val="40000"/>
            </a:schemeClr>
          </a:solidFill>
          <a:ln w="9525">
            <a:solidFill>
              <a:schemeClr val="tx1">
                <a:lumMod val="50000"/>
                <a:lumOff val="50000"/>
              </a:schemeClr>
            </a:solidFill>
            <a:miter lim="800000"/>
            <a:headEnd/>
            <a:tailEnd/>
          </a:ln>
          <a:effectLst/>
        </p:spPr>
        <p:txBody>
          <a:bodyPr wrap="square" lIns="90034" tIns="45017" rIns="90034" bIns="45017">
            <a:spAutoFit/>
          </a:bodyPr>
          <a:lstStyle/>
          <a:p>
            <a:pPr>
              <a:spcBef>
                <a:spcPct val="50000"/>
              </a:spcBef>
            </a:pPr>
            <a:r>
              <a:rPr lang="en-US" sz="2000" dirty="0"/>
              <a:t>Go to Overview tab</a:t>
            </a:r>
          </a:p>
        </p:txBody>
      </p:sp>
      <p:sp>
        <p:nvSpPr>
          <p:cNvPr id="7" name="Line 6">
            <a:extLst>
              <a:ext uri="{FF2B5EF4-FFF2-40B4-BE49-F238E27FC236}">
                <a16:creationId xmlns:a16="http://schemas.microsoft.com/office/drawing/2014/main" id="{24C83626-C54F-4A3F-A7F1-AA2031561521}"/>
              </a:ext>
            </a:extLst>
          </p:cNvPr>
          <p:cNvSpPr>
            <a:spLocks noChangeShapeType="1"/>
          </p:cNvSpPr>
          <p:nvPr/>
        </p:nvSpPr>
        <p:spPr bwMode="auto">
          <a:xfrm flipH="1">
            <a:off x="2629988" y="3603743"/>
            <a:ext cx="371951" cy="199345"/>
          </a:xfrm>
          <a:prstGeom prst="line">
            <a:avLst/>
          </a:prstGeom>
          <a:noFill/>
          <a:ln w="38100">
            <a:solidFill>
              <a:srgbClr val="3C3835"/>
            </a:solidFill>
            <a:round/>
            <a:headEnd/>
            <a:tailEnd type="triangle" w="med" len="med"/>
          </a:ln>
          <a:effectLst/>
        </p:spPr>
        <p:txBody>
          <a:bodyPr wrap="none" lIns="90034" tIns="45017" rIns="90034" bIns="45017"/>
          <a:lstStyle/>
          <a:p>
            <a:endParaRPr lang="en-US"/>
          </a:p>
        </p:txBody>
      </p:sp>
      <p:sp>
        <p:nvSpPr>
          <p:cNvPr id="8" name="Text Box 7">
            <a:extLst>
              <a:ext uri="{FF2B5EF4-FFF2-40B4-BE49-F238E27FC236}">
                <a16:creationId xmlns:a16="http://schemas.microsoft.com/office/drawing/2014/main" id="{369D0035-91D0-43EE-987C-C1AB6A97FD3C}"/>
              </a:ext>
            </a:extLst>
          </p:cNvPr>
          <p:cNvSpPr txBox="1">
            <a:spLocks noChangeArrowheads="1"/>
          </p:cNvSpPr>
          <p:nvPr/>
        </p:nvSpPr>
        <p:spPr bwMode="auto">
          <a:xfrm>
            <a:off x="3091314" y="3393457"/>
            <a:ext cx="2961372" cy="398690"/>
          </a:xfrm>
          <a:prstGeom prst="rect">
            <a:avLst/>
          </a:prstGeom>
          <a:solidFill>
            <a:schemeClr val="accent3">
              <a:lumMod val="60000"/>
              <a:lumOff val="40000"/>
            </a:schemeClr>
          </a:solidFill>
          <a:ln w="9525">
            <a:solidFill>
              <a:schemeClr val="tx1">
                <a:lumMod val="50000"/>
                <a:lumOff val="50000"/>
              </a:schemeClr>
            </a:solidFill>
            <a:miter lim="800000"/>
            <a:headEnd/>
            <a:tailEnd/>
          </a:ln>
          <a:effectLst/>
        </p:spPr>
        <p:txBody>
          <a:bodyPr wrap="square" lIns="90034" tIns="45017" rIns="90034" bIns="45017">
            <a:spAutoFit/>
          </a:bodyPr>
          <a:lstStyle/>
          <a:p>
            <a:pPr>
              <a:spcBef>
                <a:spcPct val="50000"/>
              </a:spcBef>
            </a:pPr>
            <a:r>
              <a:rPr lang="en-US" sz="2000" dirty="0"/>
              <a:t>Click at the “LAB” button</a:t>
            </a:r>
          </a:p>
        </p:txBody>
      </p:sp>
      <p:sp>
        <p:nvSpPr>
          <p:cNvPr id="9" name="Oval 8">
            <a:extLst>
              <a:ext uri="{FF2B5EF4-FFF2-40B4-BE49-F238E27FC236}">
                <a16:creationId xmlns:a16="http://schemas.microsoft.com/office/drawing/2014/main" id="{E87A63D2-2A35-4F27-AC1B-31C27FFC892A}"/>
              </a:ext>
            </a:extLst>
          </p:cNvPr>
          <p:cNvSpPr/>
          <p:nvPr/>
        </p:nvSpPr>
        <p:spPr>
          <a:xfrm>
            <a:off x="1885732" y="1185980"/>
            <a:ext cx="348343" cy="2784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1" name="Oval 10">
            <a:extLst>
              <a:ext uri="{FF2B5EF4-FFF2-40B4-BE49-F238E27FC236}">
                <a16:creationId xmlns:a16="http://schemas.microsoft.com/office/drawing/2014/main" id="{EEB0F532-DE02-41C5-AD1C-EB4EC35B966F}"/>
              </a:ext>
            </a:extLst>
          </p:cNvPr>
          <p:cNvSpPr/>
          <p:nvPr/>
        </p:nvSpPr>
        <p:spPr>
          <a:xfrm>
            <a:off x="2832347" y="3464543"/>
            <a:ext cx="348343" cy="2784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4" name="BJPseudoFooter">
            <a:extLst>
              <a:ext uri="{FF2B5EF4-FFF2-40B4-BE49-F238E27FC236}">
                <a16:creationId xmlns:a16="http://schemas.microsoft.com/office/drawing/2014/main" id="{184D8006-E1FC-4958-9E4D-E3E4A91CBDF9}"/>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22042252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928B7-BAD3-E44B-8B87-413B11583D08}"/>
              </a:ext>
            </a:extLst>
          </p:cNvPr>
          <p:cNvSpPr>
            <a:spLocks noGrp="1"/>
          </p:cNvSpPr>
          <p:nvPr>
            <p:ph type="ctrTitle"/>
          </p:nvPr>
        </p:nvSpPr>
        <p:spPr/>
        <p:txBody>
          <a:bodyPr/>
          <a:lstStyle/>
          <a:p>
            <a:r>
              <a:rPr lang="en-US" sz="2400" dirty="0"/>
              <a:t>Grade Transition Manager</a:t>
            </a:r>
          </a:p>
        </p:txBody>
      </p:sp>
      <p:sp>
        <p:nvSpPr>
          <p:cNvPr id="17" name="BJPseudoFooter">
            <a:extLst>
              <a:ext uri="{FF2B5EF4-FFF2-40B4-BE49-F238E27FC236}">
                <a16:creationId xmlns:a16="http://schemas.microsoft.com/office/drawing/2014/main" id="{7B5EA558-354C-41E8-B789-18DE5D0667A9}"/>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6101631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D22E6-6F62-4CA2-9A02-C19DB475A008}"/>
              </a:ext>
            </a:extLst>
          </p:cNvPr>
          <p:cNvSpPr>
            <a:spLocks noGrp="1"/>
          </p:cNvSpPr>
          <p:nvPr>
            <p:ph type="title"/>
          </p:nvPr>
        </p:nvSpPr>
        <p:spPr/>
        <p:txBody>
          <a:bodyPr/>
          <a:lstStyle/>
          <a:p>
            <a:r>
              <a:rPr lang="en-US" dirty="0"/>
              <a:t>Grade Transition Manager : </a:t>
            </a:r>
            <a:r>
              <a:rPr lang="en-US" i="1" dirty="0">
                <a:solidFill>
                  <a:schemeClr val="tx1"/>
                </a:solidFill>
              </a:rPr>
              <a:t>Grade Initialization</a:t>
            </a:r>
          </a:p>
        </p:txBody>
      </p:sp>
      <p:sp>
        <p:nvSpPr>
          <p:cNvPr id="3" name="Text Placeholder 2">
            <a:extLst>
              <a:ext uri="{FF2B5EF4-FFF2-40B4-BE49-F238E27FC236}">
                <a16:creationId xmlns:a16="http://schemas.microsoft.com/office/drawing/2014/main" id="{A67336EF-979C-4C30-AE89-D8EF80A5C1F7}"/>
              </a:ext>
            </a:extLst>
          </p:cNvPr>
          <p:cNvSpPr>
            <a:spLocks noGrp="1"/>
          </p:cNvSpPr>
          <p:nvPr>
            <p:ph type="body" sz="quarter" idx="10"/>
          </p:nvPr>
        </p:nvSpPr>
        <p:spPr/>
        <p:txBody>
          <a:bodyPr/>
          <a:lstStyle/>
          <a:p>
            <a:r>
              <a:rPr lang="en-US" dirty="0"/>
              <a:t>Initialization:</a:t>
            </a:r>
          </a:p>
          <a:p>
            <a:endParaRPr lang="en-US" dirty="0"/>
          </a:p>
        </p:txBody>
      </p:sp>
      <p:pic>
        <p:nvPicPr>
          <p:cNvPr id="4" name="Picture 3">
            <a:extLst>
              <a:ext uri="{FF2B5EF4-FFF2-40B4-BE49-F238E27FC236}">
                <a16:creationId xmlns:a16="http://schemas.microsoft.com/office/drawing/2014/main" id="{4D7736E3-658E-42FD-A094-EE903A3A6CD2}"/>
              </a:ext>
            </a:extLst>
          </p:cNvPr>
          <p:cNvPicPr/>
          <p:nvPr/>
        </p:nvPicPr>
        <p:blipFill>
          <a:blip r:embed="rId4">
            <a:extLst>
              <a:ext uri="{28A0092B-C50C-407E-A947-70E740481C1C}">
                <a14:useLocalDpi xmlns:a14="http://schemas.microsoft.com/office/drawing/2010/main" val="0"/>
              </a:ext>
            </a:extLst>
          </a:blip>
          <a:stretch>
            <a:fillRect/>
          </a:stretch>
        </p:blipFill>
        <p:spPr>
          <a:xfrm>
            <a:off x="1902029" y="1568741"/>
            <a:ext cx="4582661" cy="4491912"/>
          </a:xfrm>
          <a:prstGeom prst="rect">
            <a:avLst/>
          </a:prstGeom>
        </p:spPr>
      </p:pic>
      <p:sp>
        <p:nvSpPr>
          <p:cNvPr id="5" name="TextBox 4">
            <a:extLst>
              <a:ext uri="{FF2B5EF4-FFF2-40B4-BE49-F238E27FC236}">
                <a16:creationId xmlns:a16="http://schemas.microsoft.com/office/drawing/2014/main" id="{2E345A1E-C6D3-46E5-8DEB-386362291A01}"/>
              </a:ext>
            </a:extLst>
          </p:cNvPr>
          <p:cNvSpPr txBox="1"/>
          <p:nvPr/>
        </p:nvSpPr>
        <p:spPr>
          <a:xfrm>
            <a:off x="7808290" y="56002"/>
            <a:ext cx="1258000" cy="430887"/>
          </a:xfrm>
          <a:prstGeom prst="rect">
            <a:avLst/>
          </a:prstGeom>
          <a:solidFill>
            <a:schemeClr val="tx2">
              <a:lumMod val="75000"/>
            </a:schemeClr>
          </a:solidFill>
        </p:spPr>
        <p:txBody>
          <a:bodyPr wrap="square" rtlCol="0">
            <a:spAutoFit/>
          </a:bodyPr>
          <a:lstStyle/>
          <a:p>
            <a:pPr algn="ctr"/>
            <a:r>
              <a:rPr lang="en-US" sz="1100" dirty="0">
                <a:solidFill>
                  <a:schemeClr val="bg1"/>
                </a:solidFill>
              </a:rPr>
              <a:t>Aspen Process Sequencer View</a:t>
            </a:r>
          </a:p>
        </p:txBody>
      </p:sp>
      <p:sp>
        <p:nvSpPr>
          <p:cNvPr id="20" name="BJPseudoFooter">
            <a:extLst>
              <a:ext uri="{FF2B5EF4-FFF2-40B4-BE49-F238E27FC236}">
                <a16:creationId xmlns:a16="http://schemas.microsoft.com/office/drawing/2014/main" id="{7B601018-CD43-43AD-B704-B7698BD6056E}"/>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39369191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D22E6-6F62-4CA2-9A02-C19DB475A008}"/>
              </a:ext>
            </a:extLst>
          </p:cNvPr>
          <p:cNvSpPr>
            <a:spLocks noGrp="1"/>
          </p:cNvSpPr>
          <p:nvPr>
            <p:ph type="title"/>
          </p:nvPr>
        </p:nvSpPr>
        <p:spPr/>
        <p:txBody>
          <a:bodyPr/>
          <a:lstStyle/>
          <a:p>
            <a:r>
              <a:rPr lang="en-US" dirty="0"/>
              <a:t>Grade Transition Manager : </a:t>
            </a:r>
            <a:br>
              <a:rPr lang="en-US" dirty="0"/>
            </a:br>
            <a:r>
              <a:rPr lang="en-US" i="1" dirty="0">
                <a:solidFill>
                  <a:schemeClr val="accent1">
                    <a:lumMod val="60000"/>
                    <a:lumOff val="40000"/>
                  </a:schemeClr>
                </a:solidFill>
              </a:rPr>
              <a:t>How to perform Grade Initialization</a:t>
            </a:r>
          </a:p>
        </p:txBody>
      </p:sp>
      <p:pic>
        <p:nvPicPr>
          <p:cNvPr id="3" name="Picture 2">
            <a:extLst>
              <a:ext uri="{FF2B5EF4-FFF2-40B4-BE49-F238E27FC236}">
                <a16:creationId xmlns:a16="http://schemas.microsoft.com/office/drawing/2014/main" id="{3115BD81-7E0A-433D-94DB-AC8C35BA1F65}"/>
              </a:ext>
            </a:extLst>
          </p:cNvPr>
          <p:cNvPicPr>
            <a:picLocks noChangeAspect="1"/>
          </p:cNvPicPr>
          <p:nvPr/>
        </p:nvPicPr>
        <p:blipFill>
          <a:blip r:embed="rId4">
            <a:alphaModFix amt="85000"/>
          </a:blip>
          <a:stretch>
            <a:fillRect/>
          </a:stretch>
        </p:blipFill>
        <p:spPr>
          <a:xfrm>
            <a:off x="313508" y="1375281"/>
            <a:ext cx="8586652" cy="3933265"/>
          </a:xfrm>
          <a:prstGeom prst="rect">
            <a:avLst/>
          </a:prstGeom>
        </p:spPr>
      </p:pic>
      <p:sp>
        <p:nvSpPr>
          <p:cNvPr id="6" name="Line 6">
            <a:extLst>
              <a:ext uri="{FF2B5EF4-FFF2-40B4-BE49-F238E27FC236}">
                <a16:creationId xmlns:a16="http://schemas.microsoft.com/office/drawing/2014/main" id="{D8F7FEB8-7643-4F17-96C4-7CAB1FA1EEC9}"/>
              </a:ext>
            </a:extLst>
          </p:cNvPr>
          <p:cNvSpPr>
            <a:spLocks noChangeShapeType="1"/>
          </p:cNvSpPr>
          <p:nvPr/>
        </p:nvSpPr>
        <p:spPr bwMode="auto">
          <a:xfrm flipH="1" flipV="1">
            <a:off x="920522" y="3475649"/>
            <a:ext cx="268786" cy="591254"/>
          </a:xfrm>
          <a:prstGeom prst="line">
            <a:avLst/>
          </a:prstGeom>
          <a:noFill/>
          <a:ln w="38100">
            <a:solidFill>
              <a:srgbClr val="3C3835"/>
            </a:solidFill>
            <a:round/>
            <a:headEnd/>
            <a:tailEnd type="triangle" w="med" len="med"/>
          </a:ln>
          <a:effectLst/>
        </p:spPr>
        <p:txBody>
          <a:bodyPr wrap="none" lIns="90034" tIns="45017" rIns="90034" bIns="45017"/>
          <a:lstStyle/>
          <a:p>
            <a:endParaRPr lang="en-US"/>
          </a:p>
        </p:txBody>
      </p:sp>
      <p:sp>
        <p:nvSpPr>
          <p:cNvPr id="7" name="Text Box 7">
            <a:extLst>
              <a:ext uri="{FF2B5EF4-FFF2-40B4-BE49-F238E27FC236}">
                <a16:creationId xmlns:a16="http://schemas.microsoft.com/office/drawing/2014/main" id="{269D6101-F809-4EA7-9068-48757091E3FB}"/>
              </a:ext>
            </a:extLst>
          </p:cNvPr>
          <p:cNvSpPr txBox="1">
            <a:spLocks noChangeArrowheads="1"/>
          </p:cNvSpPr>
          <p:nvPr/>
        </p:nvSpPr>
        <p:spPr bwMode="auto">
          <a:xfrm>
            <a:off x="1425966" y="3912304"/>
            <a:ext cx="2354455" cy="398690"/>
          </a:xfrm>
          <a:prstGeom prst="rect">
            <a:avLst/>
          </a:prstGeom>
          <a:solidFill>
            <a:schemeClr val="accent3">
              <a:lumMod val="60000"/>
              <a:lumOff val="40000"/>
            </a:schemeClr>
          </a:solidFill>
          <a:ln w="9525">
            <a:solidFill>
              <a:schemeClr val="tx1">
                <a:lumMod val="50000"/>
                <a:lumOff val="50000"/>
              </a:schemeClr>
            </a:solidFill>
            <a:miter lim="800000"/>
            <a:headEnd/>
            <a:tailEnd/>
          </a:ln>
          <a:effectLst/>
        </p:spPr>
        <p:txBody>
          <a:bodyPr wrap="square" lIns="90034" tIns="45017" rIns="90034" bIns="45017">
            <a:spAutoFit/>
          </a:bodyPr>
          <a:lstStyle/>
          <a:p>
            <a:pPr>
              <a:spcBef>
                <a:spcPct val="50000"/>
              </a:spcBef>
            </a:pPr>
            <a:r>
              <a:rPr lang="en-US" sz="2000" dirty="0"/>
              <a:t>Click on </a:t>
            </a:r>
            <a:r>
              <a:rPr lang="en-US" sz="2000" dirty="0" err="1"/>
              <a:t>HPTUBE</a:t>
            </a:r>
            <a:endParaRPr lang="en-US" sz="2000" dirty="0"/>
          </a:p>
        </p:txBody>
      </p:sp>
      <p:sp>
        <p:nvSpPr>
          <p:cNvPr id="9" name="Oval 8">
            <a:extLst>
              <a:ext uri="{FF2B5EF4-FFF2-40B4-BE49-F238E27FC236}">
                <a16:creationId xmlns:a16="http://schemas.microsoft.com/office/drawing/2014/main" id="{D18538B1-4DA8-42DA-9F7F-88388F4E9BB5}"/>
              </a:ext>
            </a:extLst>
          </p:cNvPr>
          <p:cNvSpPr/>
          <p:nvPr/>
        </p:nvSpPr>
        <p:spPr>
          <a:xfrm>
            <a:off x="1015136" y="3972449"/>
            <a:ext cx="348343" cy="2784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0" name="TextBox 9">
            <a:extLst>
              <a:ext uri="{FF2B5EF4-FFF2-40B4-BE49-F238E27FC236}">
                <a16:creationId xmlns:a16="http://schemas.microsoft.com/office/drawing/2014/main" id="{DBA77A7D-0A57-45FB-84B3-807B6AFB843E}"/>
              </a:ext>
            </a:extLst>
          </p:cNvPr>
          <p:cNvSpPr txBox="1"/>
          <p:nvPr/>
        </p:nvSpPr>
        <p:spPr>
          <a:xfrm>
            <a:off x="7808290" y="56002"/>
            <a:ext cx="1258000" cy="430887"/>
          </a:xfrm>
          <a:prstGeom prst="rect">
            <a:avLst/>
          </a:prstGeom>
          <a:solidFill>
            <a:schemeClr val="accent1">
              <a:lumMod val="60000"/>
              <a:lumOff val="40000"/>
            </a:schemeClr>
          </a:solidFill>
        </p:spPr>
        <p:txBody>
          <a:bodyPr wrap="square" rtlCol="0">
            <a:spAutoFit/>
          </a:bodyPr>
          <a:lstStyle/>
          <a:p>
            <a:pPr algn="ctr"/>
            <a:r>
              <a:rPr lang="en-US" sz="1100" dirty="0">
                <a:solidFill>
                  <a:schemeClr val="bg1"/>
                </a:solidFill>
              </a:rPr>
              <a:t>Aspen PCWS View</a:t>
            </a:r>
          </a:p>
        </p:txBody>
      </p:sp>
      <p:sp>
        <p:nvSpPr>
          <p:cNvPr id="22" name="BJPseudoFooter">
            <a:extLst>
              <a:ext uri="{FF2B5EF4-FFF2-40B4-BE49-F238E27FC236}">
                <a16:creationId xmlns:a16="http://schemas.microsoft.com/office/drawing/2014/main" id="{A245F976-BBB8-42CE-80C9-E2A6C7BA7655}"/>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17426887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D22E6-6F62-4CA2-9A02-C19DB475A008}"/>
              </a:ext>
            </a:extLst>
          </p:cNvPr>
          <p:cNvSpPr>
            <a:spLocks noGrp="1"/>
          </p:cNvSpPr>
          <p:nvPr>
            <p:ph type="title"/>
          </p:nvPr>
        </p:nvSpPr>
        <p:spPr/>
        <p:txBody>
          <a:bodyPr/>
          <a:lstStyle/>
          <a:p>
            <a:r>
              <a:rPr lang="en-US" dirty="0"/>
              <a:t>Grade Transition Manager : </a:t>
            </a:r>
            <a:br>
              <a:rPr lang="en-US" dirty="0"/>
            </a:br>
            <a:r>
              <a:rPr lang="en-US" i="1" dirty="0">
                <a:solidFill>
                  <a:schemeClr val="accent1">
                    <a:lumMod val="60000"/>
                    <a:lumOff val="40000"/>
                  </a:schemeClr>
                </a:solidFill>
              </a:rPr>
              <a:t>How to perform Grade Initialization</a:t>
            </a:r>
          </a:p>
        </p:txBody>
      </p:sp>
      <p:pic>
        <p:nvPicPr>
          <p:cNvPr id="4" name="Picture 3">
            <a:extLst>
              <a:ext uri="{FF2B5EF4-FFF2-40B4-BE49-F238E27FC236}">
                <a16:creationId xmlns:a16="http://schemas.microsoft.com/office/drawing/2014/main" id="{CFAC3B1B-D8B2-4266-AB45-A8FFA7FD4A41}"/>
              </a:ext>
            </a:extLst>
          </p:cNvPr>
          <p:cNvPicPr>
            <a:picLocks noChangeAspect="1"/>
          </p:cNvPicPr>
          <p:nvPr/>
        </p:nvPicPr>
        <p:blipFill>
          <a:blip r:embed="rId4"/>
          <a:stretch>
            <a:fillRect/>
          </a:stretch>
        </p:blipFill>
        <p:spPr>
          <a:xfrm>
            <a:off x="200297" y="1441548"/>
            <a:ext cx="8511903" cy="3733098"/>
          </a:xfrm>
          <a:prstGeom prst="rect">
            <a:avLst/>
          </a:prstGeom>
        </p:spPr>
      </p:pic>
      <p:sp>
        <p:nvSpPr>
          <p:cNvPr id="6" name="Line 6">
            <a:extLst>
              <a:ext uri="{FF2B5EF4-FFF2-40B4-BE49-F238E27FC236}">
                <a16:creationId xmlns:a16="http://schemas.microsoft.com/office/drawing/2014/main" id="{4230B57C-6920-4556-A126-6607D1A236B2}"/>
              </a:ext>
            </a:extLst>
          </p:cNvPr>
          <p:cNvSpPr>
            <a:spLocks noChangeShapeType="1"/>
          </p:cNvSpPr>
          <p:nvPr/>
        </p:nvSpPr>
        <p:spPr bwMode="auto">
          <a:xfrm flipH="1" flipV="1">
            <a:off x="3027996" y="2151945"/>
            <a:ext cx="505444" cy="0"/>
          </a:xfrm>
          <a:prstGeom prst="line">
            <a:avLst/>
          </a:prstGeom>
          <a:noFill/>
          <a:ln w="38100">
            <a:solidFill>
              <a:srgbClr val="3C3835"/>
            </a:solidFill>
            <a:round/>
            <a:headEnd/>
            <a:tailEnd type="triangle" w="med" len="med"/>
          </a:ln>
          <a:effectLst/>
        </p:spPr>
        <p:txBody>
          <a:bodyPr wrap="none" lIns="90034" tIns="45017" rIns="90034" bIns="45017"/>
          <a:lstStyle/>
          <a:p>
            <a:endParaRPr lang="en-US"/>
          </a:p>
        </p:txBody>
      </p:sp>
      <p:sp>
        <p:nvSpPr>
          <p:cNvPr id="7" name="Text Box 7">
            <a:extLst>
              <a:ext uri="{FF2B5EF4-FFF2-40B4-BE49-F238E27FC236}">
                <a16:creationId xmlns:a16="http://schemas.microsoft.com/office/drawing/2014/main" id="{C6E33155-CD5C-4521-922A-659841484B8C}"/>
              </a:ext>
            </a:extLst>
          </p:cNvPr>
          <p:cNvSpPr txBox="1">
            <a:spLocks noChangeArrowheads="1"/>
          </p:cNvSpPr>
          <p:nvPr/>
        </p:nvSpPr>
        <p:spPr bwMode="auto">
          <a:xfrm>
            <a:off x="3942536" y="1988774"/>
            <a:ext cx="2083795" cy="398690"/>
          </a:xfrm>
          <a:prstGeom prst="rect">
            <a:avLst/>
          </a:prstGeom>
          <a:solidFill>
            <a:schemeClr val="accent3">
              <a:lumMod val="60000"/>
              <a:lumOff val="40000"/>
            </a:schemeClr>
          </a:solidFill>
          <a:ln w="9525">
            <a:solidFill>
              <a:schemeClr val="tx1">
                <a:lumMod val="50000"/>
                <a:lumOff val="50000"/>
              </a:schemeClr>
            </a:solidFill>
            <a:miter lim="800000"/>
            <a:headEnd/>
            <a:tailEnd/>
          </a:ln>
          <a:effectLst/>
        </p:spPr>
        <p:txBody>
          <a:bodyPr wrap="square" lIns="90034" tIns="45017" rIns="90034" bIns="45017">
            <a:spAutoFit/>
          </a:bodyPr>
          <a:lstStyle/>
          <a:p>
            <a:pPr>
              <a:spcBef>
                <a:spcPct val="50000"/>
              </a:spcBef>
            </a:pPr>
            <a:r>
              <a:rPr lang="en-US" sz="2000" dirty="0"/>
              <a:t>Click on Manage</a:t>
            </a:r>
          </a:p>
        </p:txBody>
      </p:sp>
      <p:sp>
        <p:nvSpPr>
          <p:cNvPr id="8" name="Oval 7">
            <a:extLst>
              <a:ext uri="{FF2B5EF4-FFF2-40B4-BE49-F238E27FC236}">
                <a16:creationId xmlns:a16="http://schemas.microsoft.com/office/drawing/2014/main" id="{0B1ADF33-F301-4A56-8D48-93DA356526B4}"/>
              </a:ext>
            </a:extLst>
          </p:cNvPr>
          <p:cNvSpPr/>
          <p:nvPr/>
        </p:nvSpPr>
        <p:spPr>
          <a:xfrm>
            <a:off x="3533440" y="2012745"/>
            <a:ext cx="348343" cy="2784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9" name="Line 6">
            <a:extLst>
              <a:ext uri="{FF2B5EF4-FFF2-40B4-BE49-F238E27FC236}">
                <a16:creationId xmlns:a16="http://schemas.microsoft.com/office/drawing/2014/main" id="{C88B62F9-D34C-46D8-B9D6-D842A5774B33}"/>
              </a:ext>
            </a:extLst>
          </p:cNvPr>
          <p:cNvSpPr>
            <a:spLocks noChangeShapeType="1"/>
          </p:cNvSpPr>
          <p:nvPr/>
        </p:nvSpPr>
        <p:spPr bwMode="auto">
          <a:xfrm flipH="1" flipV="1">
            <a:off x="7744033" y="3035867"/>
            <a:ext cx="0" cy="569482"/>
          </a:xfrm>
          <a:prstGeom prst="line">
            <a:avLst/>
          </a:prstGeom>
          <a:noFill/>
          <a:ln w="38100">
            <a:solidFill>
              <a:srgbClr val="3C3835"/>
            </a:solidFill>
            <a:round/>
            <a:headEnd/>
            <a:tailEnd type="triangle" w="med" len="med"/>
          </a:ln>
          <a:effectLst/>
        </p:spPr>
        <p:txBody>
          <a:bodyPr wrap="none" lIns="90034" tIns="45017" rIns="90034" bIns="45017"/>
          <a:lstStyle/>
          <a:p>
            <a:endParaRPr lang="en-US"/>
          </a:p>
        </p:txBody>
      </p:sp>
      <p:sp>
        <p:nvSpPr>
          <p:cNvPr id="10" name="Text Box 7">
            <a:extLst>
              <a:ext uri="{FF2B5EF4-FFF2-40B4-BE49-F238E27FC236}">
                <a16:creationId xmlns:a16="http://schemas.microsoft.com/office/drawing/2014/main" id="{76FEB567-29E9-45F0-AA4D-BB29EAB2DA3C}"/>
              </a:ext>
            </a:extLst>
          </p:cNvPr>
          <p:cNvSpPr txBox="1">
            <a:spLocks noChangeArrowheads="1"/>
          </p:cNvSpPr>
          <p:nvPr/>
        </p:nvSpPr>
        <p:spPr bwMode="auto">
          <a:xfrm>
            <a:off x="6333039" y="3726135"/>
            <a:ext cx="2314572" cy="706466"/>
          </a:xfrm>
          <a:prstGeom prst="rect">
            <a:avLst/>
          </a:prstGeom>
          <a:solidFill>
            <a:schemeClr val="accent3">
              <a:lumMod val="60000"/>
              <a:lumOff val="40000"/>
            </a:schemeClr>
          </a:solidFill>
          <a:ln w="9525">
            <a:solidFill>
              <a:schemeClr val="tx1">
                <a:lumMod val="50000"/>
                <a:lumOff val="50000"/>
              </a:schemeClr>
            </a:solidFill>
            <a:miter lim="800000"/>
            <a:headEnd/>
            <a:tailEnd/>
          </a:ln>
          <a:effectLst/>
        </p:spPr>
        <p:txBody>
          <a:bodyPr wrap="square" lIns="90034" tIns="45017" rIns="90034" bIns="45017">
            <a:spAutoFit/>
          </a:bodyPr>
          <a:lstStyle/>
          <a:p>
            <a:pPr>
              <a:spcBef>
                <a:spcPct val="50000"/>
              </a:spcBef>
            </a:pPr>
            <a:r>
              <a:rPr lang="en-US" sz="2000" dirty="0"/>
              <a:t>Click to delete any existing run plan</a:t>
            </a:r>
          </a:p>
        </p:txBody>
      </p:sp>
      <p:sp>
        <p:nvSpPr>
          <p:cNvPr id="11" name="Oval 10">
            <a:extLst>
              <a:ext uri="{FF2B5EF4-FFF2-40B4-BE49-F238E27FC236}">
                <a16:creationId xmlns:a16="http://schemas.microsoft.com/office/drawing/2014/main" id="{3AC548D6-E0BA-4B54-B50B-337CB4D963DB}"/>
              </a:ext>
            </a:extLst>
          </p:cNvPr>
          <p:cNvSpPr/>
          <p:nvPr/>
        </p:nvSpPr>
        <p:spPr>
          <a:xfrm>
            <a:off x="7569861" y="3387342"/>
            <a:ext cx="348343" cy="2784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2" name="TextBox 11">
            <a:extLst>
              <a:ext uri="{FF2B5EF4-FFF2-40B4-BE49-F238E27FC236}">
                <a16:creationId xmlns:a16="http://schemas.microsoft.com/office/drawing/2014/main" id="{75C67539-B776-4B2F-BBD8-9AC92B829684}"/>
              </a:ext>
            </a:extLst>
          </p:cNvPr>
          <p:cNvSpPr txBox="1"/>
          <p:nvPr/>
        </p:nvSpPr>
        <p:spPr>
          <a:xfrm>
            <a:off x="7808290" y="56002"/>
            <a:ext cx="1258000" cy="430887"/>
          </a:xfrm>
          <a:prstGeom prst="rect">
            <a:avLst/>
          </a:prstGeom>
          <a:solidFill>
            <a:schemeClr val="accent1">
              <a:lumMod val="60000"/>
              <a:lumOff val="40000"/>
            </a:schemeClr>
          </a:solidFill>
        </p:spPr>
        <p:txBody>
          <a:bodyPr wrap="square" rtlCol="0">
            <a:spAutoFit/>
          </a:bodyPr>
          <a:lstStyle/>
          <a:p>
            <a:pPr algn="ctr"/>
            <a:r>
              <a:rPr lang="en-US" sz="1100" dirty="0">
                <a:solidFill>
                  <a:schemeClr val="bg1"/>
                </a:solidFill>
              </a:rPr>
              <a:t>Aspen PCWS View</a:t>
            </a:r>
          </a:p>
        </p:txBody>
      </p:sp>
      <p:sp>
        <p:nvSpPr>
          <p:cNvPr id="25" name="BJPseudoFooter">
            <a:extLst>
              <a:ext uri="{FF2B5EF4-FFF2-40B4-BE49-F238E27FC236}">
                <a16:creationId xmlns:a16="http://schemas.microsoft.com/office/drawing/2014/main" id="{E1CAFD77-55A9-4238-9608-5676CD3212E5}"/>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33811509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D22E6-6F62-4CA2-9A02-C19DB475A008}"/>
              </a:ext>
            </a:extLst>
          </p:cNvPr>
          <p:cNvSpPr>
            <a:spLocks noGrp="1"/>
          </p:cNvSpPr>
          <p:nvPr>
            <p:ph type="title"/>
          </p:nvPr>
        </p:nvSpPr>
        <p:spPr/>
        <p:txBody>
          <a:bodyPr/>
          <a:lstStyle/>
          <a:p>
            <a:r>
              <a:rPr lang="en-US" dirty="0"/>
              <a:t>Grade Transition Manager : </a:t>
            </a:r>
            <a:br>
              <a:rPr lang="en-US" dirty="0"/>
            </a:br>
            <a:r>
              <a:rPr lang="en-US" i="1" dirty="0">
                <a:solidFill>
                  <a:schemeClr val="accent1">
                    <a:lumMod val="60000"/>
                    <a:lumOff val="40000"/>
                  </a:schemeClr>
                </a:solidFill>
              </a:rPr>
              <a:t>How to perform Grade Initialization</a:t>
            </a:r>
          </a:p>
        </p:txBody>
      </p:sp>
      <p:pic>
        <p:nvPicPr>
          <p:cNvPr id="3" name="Picture 2">
            <a:extLst>
              <a:ext uri="{FF2B5EF4-FFF2-40B4-BE49-F238E27FC236}">
                <a16:creationId xmlns:a16="http://schemas.microsoft.com/office/drawing/2014/main" id="{779B6449-40D1-4B5C-A8A1-DB7E4D2AC025}"/>
              </a:ext>
            </a:extLst>
          </p:cNvPr>
          <p:cNvPicPr>
            <a:picLocks noChangeAspect="1"/>
          </p:cNvPicPr>
          <p:nvPr/>
        </p:nvPicPr>
        <p:blipFill>
          <a:blip r:embed="rId4"/>
          <a:stretch>
            <a:fillRect/>
          </a:stretch>
        </p:blipFill>
        <p:spPr>
          <a:xfrm>
            <a:off x="209006" y="1120848"/>
            <a:ext cx="8503194" cy="4530314"/>
          </a:xfrm>
          <a:prstGeom prst="rect">
            <a:avLst/>
          </a:prstGeom>
        </p:spPr>
      </p:pic>
      <p:sp>
        <p:nvSpPr>
          <p:cNvPr id="6" name="Line 6">
            <a:extLst>
              <a:ext uri="{FF2B5EF4-FFF2-40B4-BE49-F238E27FC236}">
                <a16:creationId xmlns:a16="http://schemas.microsoft.com/office/drawing/2014/main" id="{77455D6D-AE7B-4B28-8E92-288FEC45FE41}"/>
              </a:ext>
            </a:extLst>
          </p:cNvPr>
          <p:cNvSpPr>
            <a:spLocks noChangeShapeType="1"/>
          </p:cNvSpPr>
          <p:nvPr/>
        </p:nvSpPr>
        <p:spPr bwMode="auto">
          <a:xfrm flipH="1">
            <a:off x="2899954" y="2151945"/>
            <a:ext cx="633486" cy="398690"/>
          </a:xfrm>
          <a:prstGeom prst="line">
            <a:avLst/>
          </a:prstGeom>
          <a:noFill/>
          <a:ln w="38100">
            <a:solidFill>
              <a:srgbClr val="3C3835"/>
            </a:solidFill>
            <a:round/>
            <a:headEnd/>
            <a:tailEnd type="triangle" w="med" len="med"/>
          </a:ln>
          <a:effectLst/>
        </p:spPr>
        <p:txBody>
          <a:bodyPr wrap="none" lIns="90034" tIns="45017" rIns="90034" bIns="45017"/>
          <a:lstStyle/>
          <a:p>
            <a:endParaRPr lang="en-US"/>
          </a:p>
        </p:txBody>
      </p:sp>
      <p:sp>
        <p:nvSpPr>
          <p:cNvPr id="7" name="Text Box 7">
            <a:extLst>
              <a:ext uri="{FF2B5EF4-FFF2-40B4-BE49-F238E27FC236}">
                <a16:creationId xmlns:a16="http://schemas.microsoft.com/office/drawing/2014/main" id="{8B16CE2B-E405-4050-B59C-1C192A17DAC6}"/>
              </a:ext>
            </a:extLst>
          </p:cNvPr>
          <p:cNvSpPr txBox="1">
            <a:spLocks noChangeArrowheads="1"/>
          </p:cNvSpPr>
          <p:nvPr/>
        </p:nvSpPr>
        <p:spPr bwMode="auto">
          <a:xfrm>
            <a:off x="3750058" y="1892455"/>
            <a:ext cx="3721007" cy="398690"/>
          </a:xfrm>
          <a:prstGeom prst="rect">
            <a:avLst/>
          </a:prstGeom>
          <a:solidFill>
            <a:schemeClr val="accent3">
              <a:lumMod val="60000"/>
              <a:lumOff val="40000"/>
            </a:schemeClr>
          </a:solidFill>
          <a:ln w="9525">
            <a:solidFill>
              <a:schemeClr val="tx1">
                <a:lumMod val="50000"/>
                <a:lumOff val="50000"/>
              </a:schemeClr>
            </a:solidFill>
            <a:miter lim="800000"/>
            <a:headEnd/>
            <a:tailEnd/>
          </a:ln>
          <a:effectLst/>
        </p:spPr>
        <p:txBody>
          <a:bodyPr wrap="square" lIns="90034" tIns="45017" rIns="90034" bIns="45017">
            <a:spAutoFit/>
          </a:bodyPr>
          <a:lstStyle/>
          <a:p>
            <a:pPr>
              <a:spcBef>
                <a:spcPct val="50000"/>
              </a:spcBef>
            </a:pPr>
            <a:r>
              <a:rPr lang="en-US" sz="2000" dirty="0"/>
              <a:t>Click on Schedule a Transition</a:t>
            </a:r>
          </a:p>
        </p:txBody>
      </p:sp>
      <p:sp>
        <p:nvSpPr>
          <p:cNvPr id="8" name="Oval 7">
            <a:extLst>
              <a:ext uri="{FF2B5EF4-FFF2-40B4-BE49-F238E27FC236}">
                <a16:creationId xmlns:a16="http://schemas.microsoft.com/office/drawing/2014/main" id="{A1009C3B-C317-4243-8CA4-5FBCFAA0C35A}"/>
              </a:ext>
            </a:extLst>
          </p:cNvPr>
          <p:cNvSpPr/>
          <p:nvPr/>
        </p:nvSpPr>
        <p:spPr>
          <a:xfrm>
            <a:off x="3359268" y="2012745"/>
            <a:ext cx="348343" cy="2784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2" name="Line 6">
            <a:extLst>
              <a:ext uri="{FF2B5EF4-FFF2-40B4-BE49-F238E27FC236}">
                <a16:creationId xmlns:a16="http://schemas.microsoft.com/office/drawing/2014/main" id="{9A865E87-2FA1-4EAC-A541-356FF2A3D918}"/>
              </a:ext>
            </a:extLst>
          </p:cNvPr>
          <p:cNvSpPr>
            <a:spLocks noChangeShapeType="1"/>
          </p:cNvSpPr>
          <p:nvPr/>
        </p:nvSpPr>
        <p:spPr bwMode="auto">
          <a:xfrm flipH="1">
            <a:off x="4774536" y="2925103"/>
            <a:ext cx="746697" cy="230477"/>
          </a:xfrm>
          <a:prstGeom prst="line">
            <a:avLst/>
          </a:prstGeom>
          <a:noFill/>
          <a:ln w="38100">
            <a:solidFill>
              <a:srgbClr val="3C3835"/>
            </a:solidFill>
            <a:round/>
            <a:headEnd/>
            <a:tailEnd type="triangle" w="med" len="med"/>
          </a:ln>
          <a:effectLst/>
        </p:spPr>
        <p:txBody>
          <a:bodyPr wrap="none" lIns="90034" tIns="45017" rIns="90034" bIns="45017"/>
          <a:lstStyle/>
          <a:p>
            <a:endParaRPr lang="en-US"/>
          </a:p>
        </p:txBody>
      </p:sp>
      <p:sp>
        <p:nvSpPr>
          <p:cNvPr id="9" name="Oval 8">
            <a:extLst>
              <a:ext uri="{FF2B5EF4-FFF2-40B4-BE49-F238E27FC236}">
                <a16:creationId xmlns:a16="http://schemas.microsoft.com/office/drawing/2014/main" id="{1BA50A9A-E9FC-4DEA-B955-FF50DE96F524}"/>
              </a:ext>
            </a:extLst>
          </p:cNvPr>
          <p:cNvSpPr/>
          <p:nvPr/>
        </p:nvSpPr>
        <p:spPr>
          <a:xfrm>
            <a:off x="5436389" y="2756891"/>
            <a:ext cx="348343" cy="2784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3" name="Line 6">
            <a:extLst>
              <a:ext uri="{FF2B5EF4-FFF2-40B4-BE49-F238E27FC236}">
                <a16:creationId xmlns:a16="http://schemas.microsoft.com/office/drawing/2014/main" id="{4EE26AD2-20C0-4FFE-A237-88E1553F8C2F}"/>
              </a:ext>
            </a:extLst>
          </p:cNvPr>
          <p:cNvSpPr>
            <a:spLocks noChangeShapeType="1"/>
          </p:cNvSpPr>
          <p:nvPr/>
        </p:nvSpPr>
        <p:spPr bwMode="auto">
          <a:xfrm flipH="1" flipV="1">
            <a:off x="5355769" y="3247049"/>
            <a:ext cx="165463" cy="406178"/>
          </a:xfrm>
          <a:prstGeom prst="line">
            <a:avLst/>
          </a:prstGeom>
          <a:noFill/>
          <a:ln w="38100">
            <a:solidFill>
              <a:srgbClr val="3C3835"/>
            </a:solidFill>
            <a:round/>
            <a:headEnd/>
            <a:tailEnd type="triangle" w="med" len="med"/>
          </a:ln>
          <a:effectLst/>
        </p:spPr>
        <p:txBody>
          <a:bodyPr wrap="none" lIns="90034" tIns="45017" rIns="90034" bIns="45017"/>
          <a:lstStyle/>
          <a:p>
            <a:endParaRPr lang="en-US"/>
          </a:p>
        </p:txBody>
      </p:sp>
      <p:sp>
        <p:nvSpPr>
          <p:cNvPr id="10" name="Oval 9">
            <a:extLst>
              <a:ext uri="{FF2B5EF4-FFF2-40B4-BE49-F238E27FC236}">
                <a16:creationId xmlns:a16="http://schemas.microsoft.com/office/drawing/2014/main" id="{21C0EBAD-E6A8-4711-8184-B367C9892D72}"/>
              </a:ext>
            </a:extLst>
          </p:cNvPr>
          <p:cNvSpPr/>
          <p:nvPr/>
        </p:nvSpPr>
        <p:spPr>
          <a:xfrm>
            <a:off x="5384135" y="3532938"/>
            <a:ext cx="348343" cy="2784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4" name="Line 6">
            <a:extLst>
              <a:ext uri="{FF2B5EF4-FFF2-40B4-BE49-F238E27FC236}">
                <a16:creationId xmlns:a16="http://schemas.microsoft.com/office/drawing/2014/main" id="{0D280F88-5217-4109-99C2-C461CF57E181}"/>
              </a:ext>
            </a:extLst>
          </p:cNvPr>
          <p:cNvSpPr>
            <a:spLocks noChangeShapeType="1"/>
          </p:cNvSpPr>
          <p:nvPr/>
        </p:nvSpPr>
        <p:spPr bwMode="auto">
          <a:xfrm>
            <a:off x="4205242" y="4848012"/>
            <a:ext cx="569293" cy="0"/>
          </a:xfrm>
          <a:prstGeom prst="line">
            <a:avLst/>
          </a:prstGeom>
          <a:noFill/>
          <a:ln w="38100">
            <a:solidFill>
              <a:srgbClr val="3C3835"/>
            </a:solidFill>
            <a:round/>
            <a:headEnd/>
            <a:tailEnd type="triangle" w="med" len="med"/>
          </a:ln>
          <a:effectLst/>
        </p:spPr>
        <p:txBody>
          <a:bodyPr wrap="none" lIns="90034" tIns="45017" rIns="90034" bIns="45017"/>
          <a:lstStyle/>
          <a:p>
            <a:endParaRPr lang="en-US"/>
          </a:p>
        </p:txBody>
      </p:sp>
      <p:sp>
        <p:nvSpPr>
          <p:cNvPr id="11" name="Oval 10">
            <a:extLst>
              <a:ext uri="{FF2B5EF4-FFF2-40B4-BE49-F238E27FC236}">
                <a16:creationId xmlns:a16="http://schemas.microsoft.com/office/drawing/2014/main" id="{4E75646B-9F93-40E9-BAB8-9BBE4E707DEE}"/>
              </a:ext>
            </a:extLst>
          </p:cNvPr>
          <p:cNvSpPr/>
          <p:nvPr/>
        </p:nvSpPr>
        <p:spPr>
          <a:xfrm>
            <a:off x="4038663" y="4712947"/>
            <a:ext cx="348343" cy="2784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5" name="Text Box 7">
            <a:extLst>
              <a:ext uri="{FF2B5EF4-FFF2-40B4-BE49-F238E27FC236}">
                <a16:creationId xmlns:a16="http://schemas.microsoft.com/office/drawing/2014/main" id="{9DCE7507-E0A4-4F86-A8CE-1A74740492E5}"/>
              </a:ext>
            </a:extLst>
          </p:cNvPr>
          <p:cNvSpPr txBox="1">
            <a:spLocks noChangeArrowheads="1"/>
          </p:cNvSpPr>
          <p:nvPr/>
        </p:nvSpPr>
        <p:spPr bwMode="auto">
          <a:xfrm>
            <a:off x="5833634" y="2664062"/>
            <a:ext cx="3010315" cy="398690"/>
          </a:xfrm>
          <a:prstGeom prst="rect">
            <a:avLst/>
          </a:prstGeom>
          <a:solidFill>
            <a:schemeClr val="accent3">
              <a:lumMod val="60000"/>
              <a:lumOff val="40000"/>
            </a:schemeClr>
          </a:solidFill>
          <a:ln w="9525">
            <a:solidFill>
              <a:schemeClr val="tx1">
                <a:lumMod val="50000"/>
                <a:lumOff val="50000"/>
              </a:schemeClr>
            </a:solidFill>
            <a:miter lim="800000"/>
            <a:headEnd/>
            <a:tailEnd/>
          </a:ln>
          <a:effectLst/>
        </p:spPr>
        <p:txBody>
          <a:bodyPr wrap="square" lIns="90034" tIns="45017" rIns="90034" bIns="45017">
            <a:spAutoFit/>
          </a:bodyPr>
          <a:lstStyle/>
          <a:p>
            <a:pPr>
              <a:spcBef>
                <a:spcPct val="50000"/>
              </a:spcBef>
            </a:pPr>
            <a:r>
              <a:rPr lang="en-US" sz="2000" dirty="0"/>
              <a:t>Select Grade to Initialize</a:t>
            </a:r>
          </a:p>
        </p:txBody>
      </p:sp>
      <p:sp>
        <p:nvSpPr>
          <p:cNvPr id="16" name="Text Box 7">
            <a:extLst>
              <a:ext uri="{FF2B5EF4-FFF2-40B4-BE49-F238E27FC236}">
                <a16:creationId xmlns:a16="http://schemas.microsoft.com/office/drawing/2014/main" id="{49062C8B-6D1F-4354-A2ED-2E773DA64E3E}"/>
              </a:ext>
            </a:extLst>
          </p:cNvPr>
          <p:cNvSpPr txBox="1">
            <a:spLocks noChangeArrowheads="1"/>
          </p:cNvSpPr>
          <p:nvPr/>
        </p:nvSpPr>
        <p:spPr bwMode="auto">
          <a:xfrm>
            <a:off x="5863139" y="3523552"/>
            <a:ext cx="3010315" cy="398690"/>
          </a:xfrm>
          <a:prstGeom prst="rect">
            <a:avLst/>
          </a:prstGeom>
          <a:solidFill>
            <a:schemeClr val="accent3">
              <a:lumMod val="60000"/>
              <a:lumOff val="40000"/>
            </a:schemeClr>
          </a:solidFill>
          <a:ln w="9525">
            <a:solidFill>
              <a:schemeClr val="tx1">
                <a:lumMod val="50000"/>
                <a:lumOff val="50000"/>
              </a:schemeClr>
            </a:solidFill>
            <a:miter lim="800000"/>
            <a:headEnd/>
            <a:tailEnd/>
          </a:ln>
          <a:effectLst/>
        </p:spPr>
        <p:txBody>
          <a:bodyPr wrap="square" lIns="90034" tIns="45017" rIns="90034" bIns="45017">
            <a:spAutoFit/>
          </a:bodyPr>
          <a:lstStyle/>
          <a:p>
            <a:pPr>
              <a:spcBef>
                <a:spcPct val="50000"/>
              </a:spcBef>
            </a:pPr>
            <a:r>
              <a:rPr lang="en-US" sz="2000" dirty="0"/>
              <a:t>Click on Initialize Box</a:t>
            </a:r>
          </a:p>
        </p:txBody>
      </p:sp>
      <p:sp>
        <p:nvSpPr>
          <p:cNvPr id="17" name="Text Box 7">
            <a:extLst>
              <a:ext uri="{FF2B5EF4-FFF2-40B4-BE49-F238E27FC236}">
                <a16:creationId xmlns:a16="http://schemas.microsoft.com/office/drawing/2014/main" id="{13FBE70C-B38E-402A-818D-270578FF4449}"/>
              </a:ext>
            </a:extLst>
          </p:cNvPr>
          <p:cNvSpPr txBox="1">
            <a:spLocks noChangeArrowheads="1"/>
          </p:cNvSpPr>
          <p:nvPr/>
        </p:nvSpPr>
        <p:spPr bwMode="auto">
          <a:xfrm>
            <a:off x="1200838" y="4629540"/>
            <a:ext cx="2706076" cy="398690"/>
          </a:xfrm>
          <a:prstGeom prst="rect">
            <a:avLst/>
          </a:prstGeom>
          <a:solidFill>
            <a:schemeClr val="accent3">
              <a:lumMod val="60000"/>
              <a:lumOff val="40000"/>
            </a:schemeClr>
          </a:solidFill>
          <a:ln w="9525">
            <a:solidFill>
              <a:schemeClr val="tx1">
                <a:lumMod val="50000"/>
                <a:lumOff val="50000"/>
              </a:schemeClr>
            </a:solidFill>
            <a:miter lim="800000"/>
            <a:headEnd/>
            <a:tailEnd/>
          </a:ln>
          <a:effectLst/>
        </p:spPr>
        <p:txBody>
          <a:bodyPr wrap="square" lIns="90034" tIns="45017" rIns="90034" bIns="45017">
            <a:spAutoFit/>
          </a:bodyPr>
          <a:lstStyle/>
          <a:p>
            <a:pPr>
              <a:spcBef>
                <a:spcPct val="50000"/>
              </a:spcBef>
            </a:pPr>
            <a:r>
              <a:rPr lang="en-US" sz="2000" dirty="0"/>
              <a:t>Click on OK button</a:t>
            </a:r>
          </a:p>
        </p:txBody>
      </p:sp>
      <p:sp>
        <p:nvSpPr>
          <p:cNvPr id="18" name="TextBox 17">
            <a:extLst>
              <a:ext uri="{FF2B5EF4-FFF2-40B4-BE49-F238E27FC236}">
                <a16:creationId xmlns:a16="http://schemas.microsoft.com/office/drawing/2014/main" id="{56F84F75-E4CC-4020-AA69-CD37153C577E}"/>
              </a:ext>
            </a:extLst>
          </p:cNvPr>
          <p:cNvSpPr txBox="1"/>
          <p:nvPr/>
        </p:nvSpPr>
        <p:spPr>
          <a:xfrm>
            <a:off x="7808290" y="56002"/>
            <a:ext cx="1258000" cy="430887"/>
          </a:xfrm>
          <a:prstGeom prst="rect">
            <a:avLst/>
          </a:prstGeom>
          <a:solidFill>
            <a:schemeClr val="accent1">
              <a:lumMod val="60000"/>
              <a:lumOff val="40000"/>
            </a:schemeClr>
          </a:solidFill>
        </p:spPr>
        <p:txBody>
          <a:bodyPr wrap="square" rtlCol="0">
            <a:spAutoFit/>
          </a:bodyPr>
          <a:lstStyle/>
          <a:p>
            <a:pPr algn="ctr"/>
            <a:r>
              <a:rPr lang="en-US" sz="1100" dirty="0">
                <a:solidFill>
                  <a:schemeClr val="bg1"/>
                </a:solidFill>
              </a:rPr>
              <a:t>Aspen PCWS View</a:t>
            </a:r>
          </a:p>
        </p:txBody>
      </p:sp>
      <p:sp>
        <p:nvSpPr>
          <p:cNvPr id="31" name="BJPseudoFooter">
            <a:extLst>
              <a:ext uri="{FF2B5EF4-FFF2-40B4-BE49-F238E27FC236}">
                <a16:creationId xmlns:a16="http://schemas.microsoft.com/office/drawing/2014/main" id="{2AD12484-93B2-4335-8034-6285B67C5868}"/>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40429292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D22E6-6F62-4CA2-9A02-C19DB475A008}"/>
              </a:ext>
            </a:extLst>
          </p:cNvPr>
          <p:cNvSpPr>
            <a:spLocks noGrp="1"/>
          </p:cNvSpPr>
          <p:nvPr>
            <p:ph type="title"/>
          </p:nvPr>
        </p:nvSpPr>
        <p:spPr/>
        <p:txBody>
          <a:bodyPr/>
          <a:lstStyle/>
          <a:p>
            <a:r>
              <a:rPr lang="en-US" dirty="0"/>
              <a:t>Grade Transition Manager : </a:t>
            </a:r>
            <a:r>
              <a:rPr lang="en-US" i="1" dirty="0">
                <a:solidFill>
                  <a:schemeClr val="tx1"/>
                </a:solidFill>
              </a:rPr>
              <a:t>Grade Initialization</a:t>
            </a:r>
          </a:p>
        </p:txBody>
      </p:sp>
      <p:pic>
        <p:nvPicPr>
          <p:cNvPr id="8" name="Picture 7">
            <a:extLst>
              <a:ext uri="{FF2B5EF4-FFF2-40B4-BE49-F238E27FC236}">
                <a16:creationId xmlns:a16="http://schemas.microsoft.com/office/drawing/2014/main" id="{AB6D468C-BE05-4756-8B18-6492EE7FCF05}"/>
              </a:ext>
            </a:extLst>
          </p:cNvPr>
          <p:cNvPicPr>
            <a:picLocks noChangeAspect="1"/>
          </p:cNvPicPr>
          <p:nvPr/>
        </p:nvPicPr>
        <p:blipFill>
          <a:blip r:embed="rId4"/>
          <a:stretch>
            <a:fillRect/>
          </a:stretch>
        </p:blipFill>
        <p:spPr>
          <a:xfrm>
            <a:off x="782456" y="1001509"/>
            <a:ext cx="7654834" cy="3984123"/>
          </a:xfrm>
          <a:prstGeom prst="rect">
            <a:avLst/>
          </a:prstGeom>
        </p:spPr>
      </p:pic>
      <p:sp>
        <p:nvSpPr>
          <p:cNvPr id="9" name="Line 6">
            <a:extLst>
              <a:ext uri="{FF2B5EF4-FFF2-40B4-BE49-F238E27FC236}">
                <a16:creationId xmlns:a16="http://schemas.microsoft.com/office/drawing/2014/main" id="{49EC3AAC-0D1B-46D8-A4C7-F3DD20E3FACF}"/>
              </a:ext>
            </a:extLst>
          </p:cNvPr>
          <p:cNvSpPr>
            <a:spLocks noChangeShapeType="1"/>
          </p:cNvSpPr>
          <p:nvPr/>
        </p:nvSpPr>
        <p:spPr bwMode="auto">
          <a:xfrm flipH="1" flipV="1">
            <a:off x="6234344" y="2576762"/>
            <a:ext cx="0" cy="279650"/>
          </a:xfrm>
          <a:prstGeom prst="line">
            <a:avLst/>
          </a:prstGeom>
          <a:noFill/>
          <a:ln w="38100">
            <a:solidFill>
              <a:srgbClr val="3C3835"/>
            </a:solidFill>
            <a:round/>
            <a:headEnd/>
            <a:tailEnd type="triangle" w="med" len="med"/>
          </a:ln>
          <a:effectLst/>
        </p:spPr>
        <p:txBody>
          <a:bodyPr wrap="none" lIns="90034" tIns="45017" rIns="90034" bIns="45017"/>
          <a:lstStyle/>
          <a:p>
            <a:endParaRPr lang="en-US"/>
          </a:p>
        </p:txBody>
      </p:sp>
      <p:sp>
        <p:nvSpPr>
          <p:cNvPr id="10" name="Text Box 7">
            <a:extLst>
              <a:ext uri="{FF2B5EF4-FFF2-40B4-BE49-F238E27FC236}">
                <a16:creationId xmlns:a16="http://schemas.microsoft.com/office/drawing/2014/main" id="{23198108-D1BF-4A9F-BC33-364E3A7BABA6}"/>
              </a:ext>
            </a:extLst>
          </p:cNvPr>
          <p:cNvSpPr txBox="1">
            <a:spLocks noChangeArrowheads="1"/>
          </p:cNvSpPr>
          <p:nvPr/>
        </p:nvSpPr>
        <p:spPr bwMode="auto">
          <a:xfrm>
            <a:off x="3468186" y="3045881"/>
            <a:ext cx="5106559" cy="398690"/>
          </a:xfrm>
          <a:prstGeom prst="rect">
            <a:avLst/>
          </a:prstGeom>
          <a:solidFill>
            <a:schemeClr val="accent3">
              <a:lumMod val="60000"/>
              <a:lumOff val="40000"/>
            </a:schemeClr>
          </a:solidFill>
          <a:ln w="9525">
            <a:solidFill>
              <a:schemeClr val="tx1">
                <a:lumMod val="50000"/>
                <a:lumOff val="50000"/>
              </a:schemeClr>
            </a:solidFill>
            <a:miter lim="800000"/>
            <a:headEnd/>
            <a:tailEnd/>
          </a:ln>
          <a:effectLst/>
        </p:spPr>
        <p:txBody>
          <a:bodyPr wrap="square" lIns="90034" tIns="45017" rIns="90034" bIns="45017">
            <a:spAutoFit/>
          </a:bodyPr>
          <a:lstStyle/>
          <a:p>
            <a:pPr>
              <a:spcBef>
                <a:spcPct val="50000"/>
              </a:spcBef>
            </a:pPr>
            <a:r>
              <a:rPr lang="en-US" sz="2000" dirty="0"/>
              <a:t>Click on to acknowledge grade initialization</a:t>
            </a:r>
          </a:p>
        </p:txBody>
      </p:sp>
      <p:sp>
        <p:nvSpPr>
          <p:cNvPr id="11" name="Oval 10">
            <a:extLst>
              <a:ext uri="{FF2B5EF4-FFF2-40B4-BE49-F238E27FC236}">
                <a16:creationId xmlns:a16="http://schemas.microsoft.com/office/drawing/2014/main" id="{DF4F49BB-74D2-4DAE-979D-4A2AE017FAF0}"/>
              </a:ext>
            </a:extLst>
          </p:cNvPr>
          <p:cNvSpPr/>
          <p:nvPr/>
        </p:nvSpPr>
        <p:spPr>
          <a:xfrm>
            <a:off x="6060172" y="2715170"/>
            <a:ext cx="348343" cy="2784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12" name="Line 6">
            <a:extLst>
              <a:ext uri="{FF2B5EF4-FFF2-40B4-BE49-F238E27FC236}">
                <a16:creationId xmlns:a16="http://schemas.microsoft.com/office/drawing/2014/main" id="{EDB3AF0F-9A70-4AC0-889E-D75AE6CEB874}"/>
              </a:ext>
            </a:extLst>
          </p:cNvPr>
          <p:cNvSpPr>
            <a:spLocks noChangeShapeType="1"/>
          </p:cNvSpPr>
          <p:nvPr/>
        </p:nvSpPr>
        <p:spPr bwMode="auto">
          <a:xfrm flipH="1" flipV="1">
            <a:off x="6234344" y="3959191"/>
            <a:ext cx="61952" cy="534432"/>
          </a:xfrm>
          <a:prstGeom prst="line">
            <a:avLst/>
          </a:prstGeom>
          <a:noFill/>
          <a:ln w="38100">
            <a:solidFill>
              <a:srgbClr val="3C3835"/>
            </a:solidFill>
            <a:round/>
            <a:headEnd/>
            <a:tailEnd type="triangle" w="med" len="med"/>
          </a:ln>
          <a:effectLst/>
        </p:spPr>
        <p:txBody>
          <a:bodyPr wrap="none" lIns="90034" tIns="45017" rIns="90034" bIns="45017"/>
          <a:lstStyle/>
          <a:p>
            <a:endParaRPr lang="en-US"/>
          </a:p>
        </p:txBody>
      </p:sp>
      <p:sp>
        <p:nvSpPr>
          <p:cNvPr id="13" name="Text Box 7">
            <a:extLst>
              <a:ext uri="{FF2B5EF4-FFF2-40B4-BE49-F238E27FC236}">
                <a16:creationId xmlns:a16="http://schemas.microsoft.com/office/drawing/2014/main" id="{948D94FE-DCF1-4384-9C91-568FC92FAE12}"/>
              </a:ext>
            </a:extLst>
          </p:cNvPr>
          <p:cNvSpPr txBox="1">
            <a:spLocks noChangeArrowheads="1"/>
          </p:cNvSpPr>
          <p:nvPr/>
        </p:nvSpPr>
        <p:spPr bwMode="auto">
          <a:xfrm>
            <a:off x="4572000" y="4693887"/>
            <a:ext cx="3938937" cy="398690"/>
          </a:xfrm>
          <a:prstGeom prst="rect">
            <a:avLst/>
          </a:prstGeom>
          <a:solidFill>
            <a:schemeClr val="accent3">
              <a:lumMod val="60000"/>
              <a:lumOff val="40000"/>
            </a:schemeClr>
          </a:solidFill>
          <a:ln w="9525">
            <a:solidFill>
              <a:schemeClr val="tx1">
                <a:lumMod val="50000"/>
                <a:lumOff val="50000"/>
              </a:schemeClr>
            </a:solidFill>
            <a:miter lim="800000"/>
            <a:headEnd/>
            <a:tailEnd/>
          </a:ln>
          <a:effectLst/>
        </p:spPr>
        <p:txBody>
          <a:bodyPr wrap="square" lIns="90034" tIns="45017" rIns="90034" bIns="45017">
            <a:spAutoFit/>
          </a:bodyPr>
          <a:lstStyle/>
          <a:p>
            <a:pPr>
              <a:spcBef>
                <a:spcPct val="50000"/>
              </a:spcBef>
            </a:pPr>
            <a:r>
              <a:rPr lang="en-US" sz="2000" dirty="0"/>
              <a:t>Click on to complete initialization</a:t>
            </a:r>
          </a:p>
        </p:txBody>
      </p:sp>
      <p:sp>
        <p:nvSpPr>
          <p:cNvPr id="14" name="Oval 13">
            <a:extLst>
              <a:ext uri="{FF2B5EF4-FFF2-40B4-BE49-F238E27FC236}">
                <a16:creationId xmlns:a16="http://schemas.microsoft.com/office/drawing/2014/main" id="{E5286C6E-2346-44E6-A267-3082DA975525}"/>
              </a:ext>
            </a:extLst>
          </p:cNvPr>
          <p:cNvSpPr/>
          <p:nvPr/>
        </p:nvSpPr>
        <p:spPr>
          <a:xfrm>
            <a:off x="6098878" y="4358800"/>
            <a:ext cx="348343" cy="2784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5" name="TextBox 14">
            <a:extLst>
              <a:ext uri="{FF2B5EF4-FFF2-40B4-BE49-F238E27FC236}">
                <a16:creationId xmlns:a16="http://schemas.microsoft.com/office/drawing/2014/main" id="{97C268A8-12F2-44D5-BFBA-71908E8B2975}"/>
              </a:ext>
            </a:extLst>
          </p:cNvPr>
          <p:cNvSpPr txBox="1"/>
          <p:nvPr/>
        </p:nvSpPr>
        <p:spPr>
          <a:xfrm>
            <a:off x="5317739" y="5269197"/>
            <a:ext cx="3257006" cy="646331"/>
          </a:xfrm>
          <a:prstGeom prst="rect">
            <a:avLst/>
          </a:prstGeom>
          <a:solidFill>
            <a:schemeClr val="tx2">
              <a:lumMod val="75000"/>
            </a:schemeClr>
          </a:solidFill>
        </p:spPr>
        <p:txBody>
          <a:bodyPr wrap="square" rtlCol="0">
            <a:spAutoFit/>
          </a:bodyPr>
          <a:lstStyle/>
          <a:p>
            <a:pPr algn="ctr"/>
            <a:r>
              <a:rPr lang="en-US" dirty="0">
                <a:solidFill>
                  <a:schemeClr val="bg1"/>
                </a:solidFill>
              </a:rPr>
              <a:t>When to start initialize Grade: </a:t>
            </a:r>
            <a:r>
              <a:rPr lang="en-US" dirty="0">
                <a:solidFill>
                  <a:schemeClr val="accent1">
                    <a:lumMod val="60000"/>
                    <a:lumOff val="40000"/>
                  </a:schemeClr>
                </a:solidFill>
                <a:highlight>
                  <a:srgbClr val="FFFF00"/>
                </a:highlight>
              </a:rPr>
              <a:t>After swing to prime silo</a:t>
            </a:r>
          </a:p>
        </p:txBody>
      </p:sp>
      <p:sp>
        <p:nvSpPr>
          <p:cNvPr id="16" name="TextBox 15">
            <a:extLst>
              <a:ext uri="{FF2B5EF4-FFF2-40B4-BE49-F238E27FC236}">
                <a16:creationId xmlns:a16="http://schemas.microsoft.com/office/drawing/2014/main" id="{AC8B5839-E0D6-4FDD-9BF4-EC926B48160E}"/>
              </a:ext>
            </a:extLst>
          </p:cNvPr>
          <p:cNvSpPr txBox="1"/>
          <p:nvPr/>
        </p:nvSpPr>
        <p:spPr>
          <a:xfrm>
            <a:off x="358380" y="5270868"/>
            <a:ext cx="4781008" cy="646331"/>
          </a:xfrm>
          <a:prstGeom prst="rect">
            <a:avLst/>
          </a:prstGeom>
          <a:solidFill>
            <a:schemeClr val="tx2">
              <a:lumMod val="75000"/>
            </a:schemeClr>
          </a:solidFill>
        </p:spPr>
        <p:txBody>
          <a:bodyPr wrap="square" rtlCol="0">
            <a:spAutoFit/>
          </a:bodyPr>
          <a:lstStyle/>
          <a:p>
            <a:pPr algn="ctr"/>
            <a:r>
              <a:rPr lang="en-US" dirty="0">
                <a:solidFill>
                  <a:schemeClr val="bg1"/>
                </a:solidFill>
              </a:rPr>
              <a:t>What condition requires grade initialization:</a:t>
            </a:r>
          </a:p>
          <a:p>
            <a:pPr algn="ctr"/>
            <a:r>
              <a:rPr lang="en-US" dirty="0">
                <a:solidFill>
                  <a:schemeClr val="accent1">
                    <a:lumMod val="60000"/>
                    <a:lumOff val="40000"/>
                  </a:schemeClr>
                </a:solidFill>
                <a:highlight>
                  <a:srgbClr val="FFFF00"/>
                </a:highlight>
              </a:rPr>
              <a:t>After Manual Transition &amp; After Plant Start-up</a:t>
            </a:r>
          </a:p>
        </p:txBody>
      </p:sp>
      <p:sp>
        <p:nvSpPr>
          <p:cNvPr id="17" name="TextBox 16">
            <a:extLst>
              <a:ext uri="{FF2B5EF4-FFF2-40B4-BE49-F238E27FC236}">
                <a16:creationId xmlns:a16="http://schemas.microsoft.com/office/drawing/2014/main" id="{EB7CB9B2-A6ED-4DB7-8D82-17D9072FBF65}"/>
              </a:ext>
            </a:extLst>
          </p:cNvPr>
          <p:cNvSpPr txBox="1"/>
          <p:nvPr/>
        </p:nvSpPr>
        <p:spPr>
          <a:xfrm>
            <a:off x="7808290" y="56002"/>
            <a:ext cx="1258000" cy="430887"/>
          </a:xfrm>
          <a:prstGeom prst="rect">
            <a:avLst/>
          </a:prstGeom>
          <a:solidFill>
            <a:schemeClr val="accent1">
              <a:lumMod val="60000"/>
              <a:lumOff val="40000"/>
            </a:schemeClr>
          </a:solidFill>
        </p:spPr>
        <p:txBody>
          <a:bodyPr wrap="square" rtlCol="0">
            <a:spAutoFit/>
          </a:bodyPr>
          <a:lstStyle/>
          <a:p>
            <a:pPr algn="ctr"/>
            <a:r>
              <a:rPr lang="en-US" sz="1100" dirty="0">
                <a:solidFill>
                  <a:schemeClr val="bg1"/>
                </a:solidFill>
              </a:rPr>
              <a:t>Aspen PCWS View</a:t>
            </a:r>
          </a:p>
        </p:txBody>
      </p:sp>
      <p:sp>
        <p:nvSpPr>
          <p:cNvPr id="27" name="BJPseudoFooter">
            <a:extLst>
              <a:ext uri="{FF2B5EF4-FFF2-40B4-BE49-F238E27FC236}">
                <a16:creationId xmlns:a16="http://schemas.microsoft.com/office/drawing/2014/main" id="{AAB020BC-281B-4F97-8AB8-1AB6C6C0CF38}"/>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4526055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D22E6-6F62-4CA2-9A02-C19DB475A008}"/>
              </a:ext>
            </a:extLst>
          </p:cNvPr>
          <p:cNvSpPr>
            <a:spLocks noGrp="1"/>
          </p:cNvSpPr>
          <p:nvPr>
            <p:ph type="title"/>
          </p:nvPr>
        </p:nvSpPr>
        <p:spPr/>
        <p:txBody>
          <a:bodyPr/>
          <a:lstStyle/>
          <a:p>
            <a:r>
              <a:rPr lang="en-US" dirty="0"/>
              <a:t>Grade Transition Manager : </a:t>
            </a:r>
            <a:r>
              <a:rPr lang="en-US" i="1" dirty="0">
                <a:solidFill>
                  <a:schemeClr val="tx1"/>
                </a:solidFill>
              </a:rPr>
              <a:t>Grade Initialization</a:t>
            </a:r>
          </a:p>
        </p:txBody>
      </p:sp>
      <p:sp>
        <p:nvSpPr>
          <p:cNvPr id="17" name="TextBox 16">
            <a:extLst>
              <a:ext uri="{FF2B5EF4-FFF2-40B4-BE49-F238E27FC236}">
                <a16:creationId xmlns:a16="http://schemas.microsoft.com/office/drawing/2014/main" id="{EB7CB9B2-A6ED-4DB7-8D82-17D9072FBF65}"/>
              </a:ext>
            </a:extLst>
          </p:cNvPr>
          <p:cNvSpPr txBox="1"/>
          <p:nvPr/>
        </p:nvSpPr>
        <p:spPr>
          <a:xfrm>
            <a:off x="7808290" y="56002"/>
            <a:ext cx="1258000" cy="430887"/>
          </a:xfrm>
          <a:prstGeom prst="rect">
            <a:avLst/>
          </a:prstGeom>
          <a:solidFill>
            <a:schemeClr val="accent1">
              <a:lumMod val="60000"/>
              <a:lumOff val="40000"/>
            </a:schemeClr>
          </a:solidFill>
        </p:spPr>
        <p:txBody>
          <a:bodyPr wrap="square" rtlCol="0">
            <a:spAutoFit/>
          </a:bodyPr>
          <a:lstStyle/>
          <a:p>
            <a:pPr algn="ctr"/>
            <a:r>
              <a:rPr lang="en-US" sz="1100" dirty="0">
                <a:solidFill>
                  <a:schemeClr val="bg1"/>
                </a:solidFill>
              </a:rPr>
              <a:t>Aspen PCWS View</a:t>
            </a:r>
          </a:p>
        </p:txBody>
      </p:sp>
      <p:sp>
        <p:nvSpPr>
          <p:cNvPr id="18" name="Text Placeholder 2">
            <a:extLst>
              <a:ext uri="{FF2B5EF4-FFF2-40B4-BE49-F238E27FC236}">
                <a16:creationId xmlns:a16="http://schemas.microsoft.com/office/drawing/2014/main" id="{4638D95C-EC4F-468D-A7FA-16283D7D495D}"/>
              </a:ext>
            </a:extLst>
          </p:cNvPr>
          <p:cNvSpPr>
            <a:spLocks noGrp="1"/>
          </p:cNvSpPr>
          <p:nvPr>
            <p:ph type="body" sz="quarter" idx="10"/>
          </p:nvPr>
        </p:nvSpPr>
        <p:spPr>
          <a:xfrm>
            <a:off x="318592" y="948212"/>
            <a:ext cx="8286032" cy="4838400"/>
          </a:xfrm>
        </p:spPr>
        <p:txBody>
          <a:bodyPr vert="horz" lIns="91440" tIns="45720" rIns="91440" bIns="45720" rtlCol="0" anchor="t">
            <a:noAutofit/>
          </a:bodyPr>
          <a:lstStyle/>
          <a:p>
            <a:pPr>
              <a:lnSpc>
                <a:spcPct val="80000"/>
              </a:lnSpc>
            </a:pPr>
            <a:r>
              <a:rPr lang="en-US" u="sng" dirty="0"/>
              <a:t>Hands-on Exercise</a:t>
            </a:r>
          </a:p>
          <a:p>
            <a:pPr>
              <a:lnSpc>
                <a:spcPct val="80000"/>
              </a:lnSpc>
            </a:pPr>
            <a:endParaRPr lang="en-US" dirty="0"/>
          </a:p>
          <a:p>
            <a:pPr algn="just">
              <a:lnSpc>
                <a:spcPct val="80000"/>
              </a:lnSpc>
            </a:pPr>
            <a:r>
              <a:rPr lang="en-US" dirty="0">
                <a:latin typeface="Arial"/>
                <a:cs typeface="Arial"/>
              </a:rPr>
              <a:t>The following are actual exercise for actual grade initialization</a:t>
            </a:r>
          </a:p>
          <a:p>
            <a:pPr marL="285750" indent="-285750" algn="just">
              <a:lnSpc>
                <a:spcPct val="80000"/>
              </a:lnSpc>
              <a:buFont typeface="Wingdings" panose="05000000000000000000" pitchFamily="2" charset="2"/>
              <a:buChar char="q"/>
            </a:pPr>
            <a:endParaRPr lang="en-US" dirty="0">
              <a:latin typeface="Arial"/>
              <a:cs typeface="Arial"/>
            </a:endParaRPr>
          </a:p>
          <a:p>
            <a:pPr marL="971550" lvl="1" indent="-285750" algn="just">
              <a:lnSpc>
                <a:spcPct val="80000"/>
              </a:lnSpc>
              <a:buFont typeface="Wingdings" panose="05000000000000000000" pitchFamily="2" charset="2"/>
              <a:buChar char="q"/>
            </a:pPr>
            <a:r>
              <a:rPr lang="en-US" dirty="0">
                <a:latin typeface="Arial"/>
                <a:cs typeface="Arial"/>
              </a:rPr>
              <a:t>Hands-on Exercise 1:</a:t>
            </a:r>
          </a:p>
          <a:p>
            <a:pPr marL="1428750" lvl="2" indent="-285750" algn="just">
              <a:lnSpc>
                <a:spcPct val="80000"/>
              </a:lnSpc>
              <a:buFont typeface="Wingdings" panose="05000000000000000000" pitchFamily="2" charset="2"/>
              <a:buChar char="q"/>
            </a:pPr>
            <a:r>
              <a:rPr lang="en-US" dirty="0">
                <a:latin typeface="Arial"/>
                <a:cs typeface="Arial"/>
              </a:rPr>
              <a:t>Pre-requisite: APC System is already online</a:t>
            </a:r>
          </a:p>
          <a:p>
            <a:pPr marL="1428750" lvl="2" indent="-285750" algn="just">
              <a:lnSpc>
                <a:spcPct val="80000"/>
              </a:lnSpc>
              <a:buFont typeface="Wingdings" panose="05000000000000000000" pitchFamily="2" charset="2"/>
              <a:buChar char="q"/>
            </a:pPr>
            <a:r>
              <a:rPr lang="en-US" dirty="0">
                <a:latin typeface="Arial"/>
                <a:cs typeface="Arial"/>
              </a:rPr>
              <a:t>Activity: Start grade initialization (same grade to initialize is also allowed)</a:t>
            </a:r>
          </a:p>
          <a:p>
            <a:pPr marL="1428750" lvl="2" indent="-285750" algn="just">
              <a:lnSpc>
                <a:spcPct val="80000"/>
              </a:lnSpc>
              <a:buFont typeface="Wingdings" panose="05000000000000000000" pitchFamily="2" charset="2"/>
              <a:buChar char="q"/>
            </a:pPr>
            <a:r>
              <a:rPr lang="en-US" dirty="0">
                <a:latin typeface="Arial"/>
                <a:cs typeface="Arial"/>
              </a:rPr>
              <a:t>Queries: Can the initialization be completed?</a:t>
            </a:r>
          </a:p>
          <a:p>
            <a:pPr lvl="1" indent="0" algn="just">
              <a:lnSpc>
                <a:spcPct val="80000"/>
              </a:lnSpc>
              <a:buNone/>
            </a:pPr>
            <a:endParaRPr lang="en-US" dirty="0">
              <a:latin typeface="Arial"/>
              <a:cs typeface="Arial"/>
            </a:endParaRPr>
          </a:p>
          <a:p>
            <a:pPr marL="971550" lvl="1" indent="-285750" algn="just">
              <a:lnSpc>
                <a:spcPct val="80000"/>
              </a:lnSpc>
              <a:buFont typeface="Wingdings" panose="05000000000000000000" pitchFamily="2" charset="2"/>
              <a:buChar char="q"/>
            </a:pPr>
            <a:r>
              <a:rPr lang="en-US" dirty="0">
                <a:latin typeface="Arial"/>
                <a:cs typeface="Arial"/>
              </a:rPr>
              <a:t>Hands-on Exercise 2:</a:t>
            </a:r>
          </a:p>
          <a:p>
            <a:pPr marL="1428750" lvl="2" indent="-285750" algn="just">
              <a:lnSpc>
                <a:spcPct val="80000"/>
              </a:lnSpc>
              <a:buFont typeface="Wingdings" panose="05000000000000000000" pitchFamily="2" charset="2"/>
              <a:buChar char="q"/>
            </a:pPr>
            <a:r>
              <a:rPr lang="en-US" dirty="0">
                <a:latin typeface="Arial"/>
                <a:cs typeface="Arial"/>
              </a:rPr>
              <a:t>Pre-requisite: APC System is OFFLINE (Turn APC Off temporarily if required.)</a:t>
            </a:r>
          </a:p>
          <a:p>
            <a:pPr marL="1428750" lvl="2" indent="-285750" algn="just">
              <a:lnSpc>
                <a:spcPct val="80000"/>
              </a:lnSpc>
              <a:buFont typeface="Wingdings" panose="05000000000000000000" pitchFamily="2" charset="2"/>
              <a:buChar char="q"/>
            </a:pPr>
            <a:r>
              <a:rPr lang="en-US" dirty="0">
                <a:latin typeface="Arial"/>
                <a:cs typeface="Arial"/>
              </a:rPr>
              <a:t>Activity: Start grade initialization (same grade to initialize is also allowed)</a:t>
            </a:r>
          </a:p>
          <a:p>
            <a:pPr marL="1428750" lvl="2" indent="-285750" algn="just">
              <a:lnSpc>
                <a:spcPct val="80000"/>
              </a:lnSpc>
              <a:buFont typeface="Wingdings" panose="05000000000000000000" pitchFamily="2" charset="2"/>
              <a:buChar char="q"/>
            </a:pPr>
            <a:r>
              <a:rPr lang="en-US" dirty="0">
                <a:latin typeface="Arial"/>
                <a:cs typeface="Arial"/>
              </a:rPr>
              <a:t>Queries: </a:t>
            </a:r>
          </a:p>
          <a:p>
            <a:pPr marL="1885950" lvl="3" indent="-285750" algn="just">
              <a:lnSpc>
                <a:spcPct val="80000"/>
              </a:lnSpc>
              <a:buFont typeface="Wingdings" panose="05000000000000000000" pitchFamily="2" charset="2"/>
              <a:buChar char="q"/>
            </a:pPr>
            <a:r>
              <a:rPr lang="en-US" dirty="0">
                <a:latin typeface="Arial"/>
                <a:cs typeface="Arial"/>
              </a:rPr>
              <a:t>Can the initialization be completed? </a:t>
            </a:r>
          </a:p>
          <a:p>
            <a:pPr marL="1885950" lvl="3" indent="-285750" algn="just">
              <a:lnSpc>
                <a:spcPct val="80000"/>
              </a:lnSpc>
              <a:buFont typeface="Wingdings" panose="05000000000000000000" pitchFamily="2" charset="2"/>
              <a:buChar char="q"/>
            </a:pPr>
            <a:r>
              <a:rPr lang="en-US" dirty="0">
                <a:latin typeface="Arial"/>
                <a:cs typeface="Arial"/>
              </a:rPr>
              <a:t>What parameter do you observed has been updated?</a:t>
            </a:r>
          </a:p>
          <a:p>
            <a:pPr marL="1885950" lvl="3" indent="-285750" algn="just">
              <a:lnSpc>
                <a:spcPct val="80000"/>
              </a:lnSpc>
              <a:buFont typeface="Wingdings" panose="05000000000000000000" pitchFamily="2" charset="2"/>
              <a:buChar char="q"/>
            </a:pPr>
            <a:endParaRPr lang="en-US" dirty="0">
              <a:latin typeface="Arial"/>
              <a:cs typeface="Arial"/>
            </a:endParaRPr>
          </a:p>
          <a:p>
            <a:pPr marL="1428750" lvl="2" indent="-285750" algn="just">
              <a:lnSpc>
                <a:spcPct val="80000"/>
              </a:lnSpc>
              <a:buFont typeface="Wingdings" panose="05000000000000000000" pitchFamily="2" charset="2"/>
              <a:buChar char="q"/>
            </a:pPr>
            <a:endParaRPr lang="en-US" dirty="0">
              <a:latin typeface="Arial"/>
              <a:cs typeface="Arial"/>
            </a:endParaRPr>
          </a:p>
          <a:p>
            <a:pPr marL="971550" lvl="1" indent="-285750" algn="just">
              <a:lnSpc>
                <a:spcPct val="80000"/>
              </a:lnSpc>
              <a:buFont typeface="Wingdings" panose="05000000000000000000" pitchFamily="2" charset="2"/>
              <a:buChar char="q"/>
            </a:pPr>
            <a:endParaRPr lang="en-US" dirty="0">
              <a:highlight>
                <a:srgbClr val="FFFF00"/>
              </a:highlight>
            </a:endParaRPr>
          </a:p>
        </p:txBody>
      </p:sp>
      <p:sp>
        <p:nvSpPr>
          <p:cNvPr id="19" name="BJPseudoFooter">
            <a:extLst>
              <a:ext uri="{FF2B5EF4-FFF2-40B4-BE49-F238E27FC236}">
                <a16:creationId xmlns:a16="http://schemas.microsoft.com/office/drawing/2014/main" id="{9EE9D8DB-F24E-4291-AD88-E07AA7246C9E}"/>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16849747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D22E6-6F62-4CA2-9A02-C19DB475A008}"/>
              </a:ext>
            </a:extLst>
          </p:cNvPr>
          <p:cNvSpPr>
            <a:spLocks noGrp="1"/>
          </p:cNvSpPr>
          <p:nvPr>
            <p:ph type="title"/>
          </p:nvPr>
        </p:nvSpPr>
        <p:spPr/>
        <p:txBody>
          <a:bodyPr/>
          <a:lstStyle/>
          <a:p>
            <a:r>
              <a:rPr lang="en-US" dirty="0"/>
              <a:t>Grade Transition Manager: </a:t>
            </a:r>
            <a:r>
              <a:rPr lang="en-US" i="1" dirty="0">
                <a:solidFill>
                  <a:schemeClr val="tx1"/>
                </a:solidFill>
              </a:rPr>
              <a:t>Main Transition</a:t>
            </a:r>
            <a:endParaRPr lang="en-US" dirty="0"/>
          </a:p>
        </p:txBody>
      </p:sp>
      <p:sp>
        <p:nvSpPr>
          <p:cNvPr id="3" name="Text Placeholder 2">
            <a:extLst>
              <a:ext uri="{FF2B5EF4-FFF2-40B4-BE49-F238E27FC236}">
                <a16:creationId xmlns:a16="http://schemas.microsoft.com/office/drawing/2014/main" id="{A67336EF-979C-4C30-AE89-D8EF80A5C1F7}"/>
              </a:ext>
            </a:extLst>
          </p:cNvPr>
          <p:cNvSpPr>
            <a:spLocks noGrp="1"/>
          </p:cNvSpPr>
          <p:nvPr>
            <p:ph type="body" sz="quarter" idx="10"/>
          </p:nvPr>
        </p:nvSpPr>
        <p:spPr>
          <a:xfrm>
            <a:off x="539932" y="1163189"/>
            <a:ext cx="1974350" cy="665611"/>
          </a:xfrm>
        </p:spPr>
        <p:txBody>
          <a:bodyPr/>
          <a:lstStyle/>
          <a:p>
            <a:pPr algn="r"/>
            <a:r>
              <a:rPr lang="en-US" sz="1200" dirty="0">
                <a:solidFill>
                  <a:srgbClr val="FF0000"/>
                </a:solidFill>
              </a:rPr>
              <a:t>CTA Overshoot -</a:t>
            </a:r>
          </a:p>
          <a:p>
            <a:pPr algn="r"/>
            <a:r>
              <a:rPr lang="en-US" sz="1200" dirty="0">
                <a:solidFill>
                  <a:srgbClr val="FF0000"/>
                </a:solidFill>
              </a:rPr>
              <a:t>Peak Change -</a:t>
            </a:r>
          </a:p>
          <a:p>
            <a:pPr algn="r"/>
            <a:r>
              <a:rPr lang="en-US" sz="1200" dirty="0" err="1">
                <a:solidFill>
                  <a:srgbClr val="FF0000"/>
                </a:solidFill>
              </a:rPr>
              <a:t>Prodspex</a:t>
            </a:r>
            <a:r>
              <a:rPr lang="en-US" sz="1200" dirty="0">
                <a:solidFill>
                  <a:srgbClr val="FF0000"/>
                </a:solidFill>
              </a:rPr>
              <a:t> /Gloss On-Off -</a:t>
            </a:r>
          </a:p>
        </p:txBody>
      </p:sp>
      <p:pic>
        <p:nvPicPr>
          <p:cNvPr id="5" name="Picture 4">
            <a:extLst>
              <a:ext uri="{FF2B5EF4-FFF2-40B4-BE49-F238E27FC236}">
                <a16:creationId xmlns:a16="http://schemas.microsoft.com/office/drawing/2014/main" id="{B63007BA-D653-4204-9C9B-0C71462BFD41}"/>
              </a:ext>
            </a:extLst>
          </p:cNvPr>
          <p:cNvPicPr/>
          <p:nvPr/>
        </p:nvPicPr>
        <p:blipFill rotWithShape="1">
          <a:blip r:embed="rId4">
            <a:extLst>
              <a:ext uri="{28A0092B-C50C-407E-A947-70E740481C1C}">
                <a14:useLocalDpi xmlns:a14="http://schemas.microsoft.com/office/drawing/2010/main" val="0"/>
              </a:ext>
            </a:extLst>
          </a:blip>
          <a:srcRect l="1302" t="2894" r="1683" b="17979"/>
          <a:stretch/>
        </p:blipFill>
        <p:spPr bwMode="auto">
          <a:xfrm>
            <a:off x="2514282" y="712800"/>
            <a:ext cx="5014595" cy="3526790"/>
          </a:xfrm>
          <a:prstGeom prst="rect">
            <a:avLst/>
          </a:prstGeom>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A59489BD-F36F-4486-BA99-362A79ECA4E4}"/>
              </a:ext>
            </a:extLst>
          </p:cNvPr>
          <p:cNvPicPr/>
          <p:nvPr/>
        </p:nvPicPr>
        <p:blipFill rotWithShape="1">
          <a:blip r:embed="rId5">
            <a:extLst>
              <a:ext uri="{28A0092B-C50C-407E-A947-70E740481C1C}">
                <a14:useLocalDpi xmlns:a14="http://schemas.microsoft.com/office/drawing/2010/main" val="0"/>
              </a:ext>
            </a:extLst>
          </a:blip>
          <a:srcRect t="38215"/>
          <a:stretch/>
        </p:blipFill>
        <p:spPr bwMode="auto">
          <a:xfrm>
            <a:off x="2963862" y="4238955"/>
            <a:ext cx="3561715" cy="2365375"/>
          </a:xfrm>
          <a:prstGeom prst="rect">
            <a:avLst/>
          </a:prstGeom>
          <a:ln>
            <a:noFill/>
          </a:ln>
          <a:extLst>
            <a:ext uri="{53640926-AAD7-44D8-BBD7-CCE9431645EC}">
              <a14:shadowObscured xmlns:a14="http://schemas.microsoft.com/office/drawing/2010/main"/>
            </a:ext>
          </a:extLst>
        </p:spPr>
      </p:pic>
      <p:sp>
        <p:nvSpPr>
          <p:cNvPr id="4" name="Rectangle 3">
            <a:extLst>
              <a:ext uri="{FF2B5EF4-FFF2-40B4-BE49-F238E27FC236}">
                <a16:creationId xmlns:a16="http://schemas.microsoft.com/office/drawing/2014/main" id="{3E7ABE9D-2978-4582-B8F7-ECC63B8C4A65}"/>
              </a:ext>
            </a:extLst>
          </p:cNvPr>
          <p:cNvSpPr/>
          <p:nvPr/>
        </p:nvSpPr>
        <p:spPr>
          <a:xfrm>
            <a:off x="2963862" y="805912"/>
            <a:ext cx="2259067" cy="829159"/>
          </a:xfrm>
          <a:prstGeom prst="rect">
            <a:avLst/>
          </a:prstGeom>
          <a:noFill/>
          <a:ln w="28575">
            <a:solidFill>
              <a:srgbClr val="FF0000"/>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D0E680B-BAC9-4FFC-97E5-8496D30418A0}"/>
              </a:ext>
            </a:extLst>
          </p:cNvPr>
          <p:cNvSpPr/>
          <p:nvPr/>
        </p:nvSpPr>
        <p:spPr>
          <a:xfrm>
            <a:off x="2939875" y="2220686"/>
            <a:ext cx="3365131" cy="4383644"/>
          </a:xfrm>
          <a:prstGeom prst="rect">
            <a:avLst/>
          </a:prstGeom>
          <a:noFill/>
          <a:ln w="28575">
            <a:solidFill>
              <a:srgbClr val="0070C0"/>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8E97BE1-B3EA-479D-B507-B250EC0A8F18}"/>
              </a:ext>
            </a:extLst>
          </p:cNvPr>
          <p:cNvSpPr/>
          <p:nvPr/>
        </p:nvSpPr>
        <p:spPr>
          <a:xfrm>
            <a:off x="2963862" y="847670"/>
            <a:ext cx="4009565" cy="1318979"/>
          </a:xfrm>
          <a:custGeom>
            <a:avLst/>
            <a:gdLst>
              <a:gd name="connsiteX0" fmla="*/ 2485565 w 4009565"/>
              <a:gd name="connsiteY0" fmla="*/ 0 h 1385490"/>
              <a:gd name="connsiteX1" fmla="*/ 4009565 w 4009565"/>
              <a:gd name="connsiteY1" fmla="*/ 0 h 1385490"/>
              <a:gd name="connsiteX2" fmla="*/ 4009565 w 4009565"/>
              <a:gd name="connsiteY2" fmla="*/ 1118682 h 1385490"/>
              <a:gd name="connsiteX3" fmla="*/ 3561714 w 4009565"/>
              <a:gd name="connsiteY3" fmla="*/ 1118682 h 1385490"/>
              <a:gd name="connsiteX4" fmla="*/ 3561714 w 4009565"/>
              <a:gd name="connsiteY4" fmla="*/ 1385490 h 1385490"/>
              <a:gd name="connsiteX5" fmla="*/ 0 w 4009565"/>
              <a:gd name="connsiteY5" fmla="*/ 1385490 h 1385490"/>
              <a:gd name="connsiteX6" fmla="*/ 0 w 4009565"/>
              <a:gd name="connsiteY6" fmla="*/ 884330 h 1385490"/>
              <a:gd name="connsiteX7" fmla="*/ 2485565 w 4009565"/>
              <a:gd name="connsiteY7" fmla="*/ 884330 h 138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09565" h="1385490">
                <a:moveTo>
                  <a:pt x="2485565" y="0"/>
                </a:moveTo>
                <a:lnTo>
                  <a:pt x="4009565" y="0"/>
                </a:lnTo>
                <a:lnTo>
                  <a:pt x="4009565" y="1118682"/>
                </a:lnTo>
                <a:lnTo>
                  <a:pt x="3561714" y="1118682"/>
                </a:lnTo>
                <a:lnTo>
                  <a:pt x="3561714" y="1385490"/>
                </a:lnTo>
                <a:lnTo>
                  <a:pt x="0" y="1385490"/>
                </a:lnTo>
                <a:lnTo>
                  <a:pt x="0" y="884330"/>
                </a:lnTo>
                <a:lnTo>
                  <a:pt x="2485565" y="884330"/>
                </a:lnTo>
                <a:close/>
              </a:path>
            </a:pathLst>
          </a:custGeom>
          <a:noFill/>
          <a:ln w="28575">
            <a:solidFill>
              <a:srgbClr val="00B050"/>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TextBox 10">
            <a:extLst>
              <a:ext uri="{FF2B5EF4-FFF2-40B4-BE49-F238E27FC236}">
                <a16:creationId xmlns:a16="http://schemas.microsoft.com/office/drawing/2014/main" id="{FF92AE35-ADE1-44BF-B98B-62D8D95EDC5B}"/>
              </a:ext>
            </a:extLst>
          </p:cNvPr>
          <p:cNvSpPr txBox="1"/>
          <p:nvPr/>
        </p:nvSpPr>
        <p:spPr>
          <a:xfrm>
            <a:off x="7070045" y="722886"/>
            <a:ext cx="1367245" cy="369332"/>
          </a:xfrm>
          <a:prstGeom prst="rect">
            <a:avLst/>
          </a:prstGeom>
          <a:noFill/>
        </p:spPr>
        <p:txBody>
          <a:bodyPr wrap="square" rtlCol="0">
            <a:spAutoFit/>
          </a:bodyPr>
          <a:lstStyle/>
          <a:p>
            <a:r>
              <a:rPr lang="en-US" u="sng" dirty="0">
                <a:solidFill>
                  <a:srgbClr val="00B050"/>
                </a:solidFill>
              </a:rPr>
              <a:t>Section C</a:t>
            </a:r>
          </a:p>
        </p:txBody>
      </p:sp>
      <p:sp>
        <p:nvSpPr>
          <p:cNvPr id="12" name="TextBox 11">
            <a:extLst>
              <a:ext uri="{FF2B5EF4-FFF2-40B4-BE49-F238E27FC236}">
                <a16:creationId xmlns:a16="http://schemas.microsoft.com/office/drawing/2014/main" id="{C4D2233A-1EEB-427F-9C28-6AD8D6815E3D}"/>
              </a:ext>
            </a:extLst>
          </p:cNvPr>
          <p:cNvSpPr txBox="1"/>
          <p:nvPr/>
        </p:nvSpPr>
        <p:spPr>
          <a:xfrm>
            <a:off x="6525577" y="3912016"/>
            <a:ext cx="1367245" cy="369332"/>
          </a:xfrm>
          <a:prstGeom prst="rect">
            <a:avLst/>
          </a:prstGeom>
          <a:noFill/>
        </p:spPr>
        <p:txBody>
          <a:bodyPr wrap="square" rtlCol="0">
            <a:spAutoFit/>
          </a:bodyPr>
          <a:lstStyle/>
          <a:p>
            <a:r>
              <a:rPr lang="en-US" u="sng" dirty="0">
                <a:solidFill>
                  <a:srgbClr val="20419A"/>
                </a:solidFill>
              </a:rPr>
              <a:t>Section B</a:t>
            </a:r>
          </a:p>
        </p:txBody>
      </p:sp>
      <p:sp>
        <p:nvSpPr>
          <p:cNvPr id="13" name="TextBox 12">
            <a:extLst>
              <a:ext uri="{FF2B5EF4-FFF2-40B4-BE49-F238E27FC236}">
                <a16:creationId xmlns:a16="http://schemas.microsoft.com/office/drawing/2014/main" id="{80E78FB8-CED4-42AB-AB46-0F742A4478D3}"/>
              </a:ext>
            </a:extLst>
          </p:cNvPr>
          <p:cNvSpPr txBox="1"/>
          <p:nvPr/>
        </p:nvSpPr>
        <p:spPr>
          <a:xfrm>
            <a:off x="1371827" y="841419"/>
            <a:ext cx="1367245" cy="369332"/>
          </a:xfrm>
          <a:prstGeom prst="rect">
            <a:avLst/>
          </a:prstGeom>
          <a:noFill/>
        </p:spPr>
        <p:txBody>
          <a:bodyPr wrap="square" rtlCol="0">
            <a:spAutoFit/>
          </a:bodyPr>
          <a:lstStyle/>
          <a:p>
            <a:r>
              <a:rPr lang="en-US" u="sng" dirty="0">
                <a:solidFill>
                  <a:srgbClr val="FF0000"/>
                </a:solidFill>
              </a:rPr>
              <a:t>Section A</a:t>
            </a:r>
          </a:p>
        </p:txBody>
      </p:sp>
      <p:sp>
        <p:nvSpPr>
          <p:cNvPr id="14" name="Text Placeholder 2">
            <a:extLst>
              <a:ext uri="{FF2B5EF4-FFF2-40B4-BE49-F238E27FC236}">
                <a16:creationId xmlns:a16="http://schemas.microsoft.com/office/drawing/2014/main" id="{007B6738-279F-49FD-A744-7B709222E9A7}"/>
              </a:ext>
            </a:extLst>
          </p:cNvPr>
          <p:cNvSpPr txBox="1">
            <a:spLocks/>
          </p:cNvSpPr>
          <p:nvPr/>
        </p:nvSpPr>
        <p:spPr>
          <a:xfrm>
            <a:off x="7088550" y="1027962"/>
            <a:ext cx="2073230" cy="665611"/>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solidFill>
                  <a:srgbClr val="00B050"/>
                </a:solidFill>
              </a:rPr>
              <a:t>- MFI / Gloss Quality check after overshoot</a:t>
            </a:r>
          </a:p>
          <a:p>
            <a:r>
              <a:rPr lang="en-US" sz="1200" dirty="0">
                <a:solidFill>
                  <a:srgbClr val="00B050"/>
                </a:solidFill>
              </a:rPr>
              <a:t>- Load of APC steady state parameters (limits/tunings)</a:t>
            </a:r>
          </a:p>
        </p:txBody>
      </p:sp>
      <p:sp>
        <p:nvSpPr>
          <p:cNvPr id="15" name="Text Placeholder 2">
            <a:extLst>
              <a:ext uri="{FF2B5EF4-FFF2-40B4-BE49-F238E27FC236}">
                <a16:creationId xmlns:a16="http://schemas.microsoft.com/office/drawing/2014/main" id="{56331A02-5794-45AB-9C59-F1AB8CD3BD95}"/>
              </a:ext>
            </a:extLst>
          </p:cNvPr>
          <p:cNvSpPr txBox="1">
            <a:spLocks/>
          </p:cNvSpPr>
          <p:nvPr/>
        </p:nvSpPr>
        <p:spPr>
          <a:xfrm>
            <a:off x="6549563" y="4211860"/>
            <a:ext cx="2307053" cy="665611"/>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buFontTx/>
              <a:buChar char="-"/>
            </a:pPr>
            <a:r>
              <a:rPr lang="en-US" sz="1200" dirty="0">
                <a:solidFill>
                  <a:srgbClr val="20419A"/>
                </a:solidFill>
              </a:rPr>
              <a:t>Product Cooler Ramping</a:t>
            </a:r>
          </a:p>
          <a:p>
            <a:pPr marL="171450" indent="-171450">
              <a:buFontTx/>
              <a:buChar char="-"/>
            </a:pPr>
            <a:r>
              <a:rPr lang="en-US" sz="1200" dirty="0">
                <a:solidFill>
                  <a:srgbClr val="20419A"/>
                </a:solidFill>
              </a:rPr>
              <a:t>Extruder Barrel Water temp Ramping (</a:t>
            </a:r>
            <a:r>
              <a:rPr lang="en-US" sz="1200" dirty="0" err="1">
                <a:solidFill>
                  <a:srgbClr val="20419A"/>
                </a:solidFill>
              </a:rPr>
              <a:t>13TIC0306</a:t>
            </a:r>
            <a:r>
              <a:rPr lang="en-US" sz="1200" dirty="0">
                <a:solidFill>
                  <a:srgbClr val="20419A"/>
                </a:solidFill>
              </a:rPr>
              <a:t>)</a:t>
            </a:r>
          </a:p>
          <a:p>
            <a:pPr marL="171450" indent="-171450">
              <a:buFontTx/>
              <a:buChar char="-"/>
            </a:pPr>
            <a:r>
              <a:rPr lang="en-US" sz="1200" dirty="0">
                <a:solidFill>
                  <a:srgbClr val="20419A"/>
                </a:solidFill>
              </a:rPr>
              <a:t>Extruder Barrel Heater Ramping (13TIC0313)</a:t>
            </a:r>
          </a:p>
          <a:p>
            <a:pPr marL="171450" indent="-171450">
              <a:buFontTx/>
              <a:buChar char="-"/>
            </a:pPr>
            <a:r>
              <a:rPr lang="en-US" sz="1200">
                <a:solidFill>
                  <a:srgbClr val="20419A"/>
                </a:solidFill>
              </a:rPr>
              <a:t>Pelletizer Water</a:t>
            </a:r>
            <a:endParaRPr lang="en-US" sz="1200" dirty="0">
              <a:solidFill>
                <a:srgbClr val="20419A"/>
              </a:solidFill>
            </a:endParaRPr>
          </a:p>
          <a:p>
            <a:pPr marL="171450" indent="-171450">
              <a:buFontTx/>
              <a:buChar char="-"/>
            </a:pPr>
            <a:r>
              <a:rPr lang="en-US" sz="1200" dirty="0">
                <a:solidFill>
                  <a:srgbClr val="20419A"/>
                </a:solidFill>
              </a:rPr>
              <a:t>Product Cooler SV change</a:t>
            </a:r>
          </a:p>
          <a:p>
            <a:pPr marL="171450" indent="-171450">
              <a:buFontTx/>
              <a:buChar char="-"/>
            </a:pPr>
            <a:r>
              <a:rPr lang="en-US" sz="1200" dirty="0">
                <a:solidFill>
                  <a:srgbClr val="20419A"/>
                </a:solidFill>
              </a:rPr>
              <a:t>Hot Oil SV Change</a:t>
            </a:r>
          </a:p>
          <a:p>
            <a:pPr marL="171450" indent="-171450">
              <a:buFontTx/>
              <a:buChar char="-"/>
            </a:pPr>
            <a:r>
              <a:rPr lang="en-US" sz="1200" dirty="0">
                <a:solidFill>
                  <a:srgbClr val="20419A"/>
                </a:solidFill>
              </a:rPr>
              <a:t>Acknowledgement button of Additive change</a:t>
            </a:r>
          </a:p>
        </p:txBody>
      </p:sp>
      <p:sp>
        <p:nvSpPr>
          <p:cNvPr id="16" name="TextBox 15">
            <a:extLst>
              <a:ext uri="{FF2B5EF4-FFF2-40B4-BE49-F238E27FC236}">
                <a16:creationId xmlns:a16="http://schemas.microsoft.com/office/drawing/2014/main" id="{457D499F-2F10-4A9C-A0E6-FF01BAFEEC35}"/>
              </a:ext>
            </a:extLst>
          </p:cNvPr>
          <p:cNvSpPr txBox="1"/>
          <p:nvPr/>
        </p:nvSpPr>
        <p:spPr>
          <a:xfrm>
            <a:off x="7808290" y="56002"/>
            <a:ext cx="1258000" cy="430887"/>
          </a:xfrm>
          <a:prstGeom prst="rect">
            <a:avLst/>
          </a:prstGeom>
          <a:solidFill>
            <a:schemeClr val="tx2">
              <a:lumMod val="75000"/>
            </a:schemeClr>
          </a:solidFill>
        </p:spPr>
        <p:txBody>
          <a:bodyPr wrap="square" rtlCol="0">
            <a:spAutoFit/>
          </a:bodyPr>
          <a:lstStyle/>
          <a:p>
            <a:pPr algn="ctr"/>
            <a:r>
              <a:rPr lang="en-US" sz="1100" dirty="0">
                <a:solidFill>
                  <a:schemeClr val="bg1"/>
                </a:solidFill>
              </a:rPr>
              <a:t>Aspen Process Sequencer View</a:t>
            </a:r>
          </a:p>
        </p:txBody>
      </p:sp>
      <p:sp>
        <p:nvSpPr>
          <p:cNvPr id="29" name="BJPseudoFooter">
            <a:extLst>
              <a:ext uri="{FF2B5EF4-FFF2-40B4-BE49-F238E27FC236}">
                <a16:creationId xmlns:a16="http://schemas.microsoft.com/office/drawing/2014/main" id="{0974505A-2835-4C42-8743-42457B522394}"/>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36592935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1F661AE-2A8F-489F-A2DD-33A6A61A9C74}"/>
              </a:ext>
            </a:extLst>
          </p:cNvPr>
          <p:cNvGrpSpPr/>
          <p:nvPr/>
        </p:nvGrpSpPr>
        <p:grpSpPr>
          <a:xfrm>
            <a:off x="261258" y="748775"/>
            <a:ext cx="7985759" cy="5732523"/>
            <a:chOff x="60960" y="748775"/>
            <a:chExt cx="8917577" cy="6666994"/>
          </a:xfrm>
        </p:grpSpPr>
        <p:pic>
          <p:nvPicPr>
            <p:cNvPr id="4" name="Picture 3">
              <a:extLst>
                <a:ext uri="{FF2B5EF4-FFF2-40B4-BE49-F238E27FC236}">
                  <a16:creationId xmlns:a16="http://schemas.microsoft.com/office/drawing/2014/main" id="{A6BCF5FE-BD2D-4976-BE7C-9C91A8FD357F}"/>
                </a:ext>
              </a:extLst>
            </p:cNvPr>
            <p:cNvPicPr>
              <a:picLocks noChangeAspect="1"/>
            </p:cNvPicPr>
            <p:nvPr/>
          </p:nvPicPr>
          <p:blipFill>
            <a:blip r:embed="rId4"/>
            <a:stretch>
              <a:fillRect/>
            </a:stretch>
          </p:blipFill>
          <p:spPr>
            <a:xfrm>
              <a:off x="60960" y="748775"/>
              <a:ext cx="8917577" cy="4876575"/>
            </a:xfrm>
            <a:prstGeom prst="rect">
              <a:avLst/>
            </a:prstGeom>
          </p:spPr>
        </p:pic>
        <p:pic>
          <p:nvPicPr>
            <p:cNvPr id="8" name="Picture 7">
              <a:extLst>
                <a:ext uri="{FF2B5EF4-FFF2-40B4-BE49-F238E27FC236}">
                  <a16:creationId xmlns:a16="http://schemas.microsoft.com/office/drawing/2014/main" id="{89064914-DBF6-4939-9CB5-1338D78603BD}"/>
                </a:ext>
              </a:extLst>
            </p:cNvPr>
            <p:cNvPicPr>
              <a:picLocks noChangeAspect="1"/>
            </p:cNvPicPr>
            <p:nvPr/>
          </p:nvPicPr>
          <p:blipFill rotWithShape="1">
            <a:blip r:embed="rId5"/>
            <a:srcRect l="18243" r="18581"/>
            <a:stretch/>
          </p:blipFill>
          <p:spPr>
            <a:xfrm>
              <a:off x="1628503" y="5446932"/>
              <a:ext cx="4885508" cy="1968837"/>
            </a:xfrm>
            <a:prstGeom prst="rect">
              <a:avLst/>
            </a:prstGeom>
          </p:spPr>
        </p:pic>
      </p:grpSp>
      <p:sp>
        <p:nvSpPr>
          <p:cNvPr id="2" name="Title 1">
            <a:extLst>
              <a:ext uri="{FF2B5EF4-FFF2-40B4-BE49-F238E27FC236}">
                <a16:creationId xmlns:a16="http://schemas.microsoft.com/office/drawing/2014/main" id="{E5D8FB12-BC18-4D27-B28F-6605DFFDDE70}"/>
              </a:ext>
            </a:extLst>
          </p:cNvPr>
          <p:cNvSpPr>
            <a:spLocks noGrp="1"/>
          </p:cNvSpPr>
          <p:nvPr>
            <p:ph type="title"/>
          </p:nvPr>
        </p:nvSpPr>
        <p:spPr/>
        <p:txBody>
          <a:bodyPr/>
          <a:lstStyle/>
          <a:p>
            <a:r>
              <a:rPr lang="en-US" dirty="0"/>
              <a:t>GTM Activity List in PCWS</a:t>
            </a:r>
          </a:p>
        </p:txBody>
      </p:sp>
      <p:sp>
        <p:nvSpPr>
          <p:cNvPr id="3" name="Left Brace 2">
            <a:extLst>
              <a:ext uri="{FF2B5EF4-FFF2-40B4-BE49-F238E27FC236}">
                <a16:creationId xmlns:a16="http://schemas.microsoft.com/office/drawing/2014/main" id="{E4CA0EB5-884F-40B5-8C35-49C94C1833A6}"/>
              </a:ext>
            </a:extLst>
          </p:cNvPr>
          <p:cNvSpPr/>
          <p:nvPr/>
        </p:nvSpPr>
        <p:spPr>
          <a:xfrm>
            <a:off x="1455999" y="2212910"/>
            <a:ext cx="172504" cy="854293"/>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Left Brace 4">
            <a:extLst>
              <a:ext uri="{FF2B5EF4-FFF2-40B4-BE49-F238E27FC236}">
                <a16:creationId xmlns:a16="http://schemas.microsoft.com/office/drawing/2014/main" id="{7BC62734-A91F-4A6B-9A8C-AE50968CFFDD}"/>
              </a:ext>
            </a:extLst>
          </p:cNvPr>
          <p:cNvSpPr/>
          <p:nvPr/>
        </p:nvSpPr>
        <p:spPr>
          <a:xfrm>
            <a:off x="1437748" y="3106480"/>
            <a:ext cx="209006" cy="203285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AAB686E8-91BE-4AA2-B723-FF4B4B9F6EBD}"/>
              </a:ext>
            </a:extLst>
          </p:cNvPr>
          <p:cNvSpPr txBox="1"/>
          <p:nvPr/>
        </p:nvSpPr>
        <p:spPr>
          <a:xfrm>
            <a:off x="297760" y="2410418"/>
            <a:ext cx="1367245" cy="369332"/>
          </a:xfrm>
          <a:prstGeom prst="rect">
            <a:avLst/>
          </a:prstGeom>
          <a:noFill/>
        </p:spPr>
        <p:txBody>
          <a:bodyPr wrap="square" rtlCol="0">
            <a:spAutoFit/>
          </a:bodyPr>
          <a:lstStyle/>
          <a:p>
            <a:r>
              <a:rPr lang="en-US" u="sng" dirty="0">
                <a:solidFill>
                  <a:srgbClr val="FF0000"/>
                </a:solidFill>
              </a:rPr>
              <a:t>Section A</a:t>
            </a:r>
          </a:p>
        </p:txBody>
      </p:sp>
      <p:sp>
        <p:nvSpPr>
          <p:cNvPr id="7" name="TextBox 6">
            <a:extLst>
              <a:ext uri="{FF2B5EF4-FFF2-40B4-BE49-F238E27FC236}">
                <a16:creationId xmlns:a16="http://schemas.microsoft.com/office/drawing/2014/main" id="{BD98595D-2644-4BC2-8E49-621AEA269DCE}"/>
              </a:ext>
            </a:extLst>
          </p:cNvPr>
          <p:cNvSpPr txBox="1"/>
          <p:nvPr/>
        </p:nvSpPr>
        <p:spPr>
          <a:xfrm>
            <a:off x="297760" y="3884654"/>
            <a:ext cx="1367245" cy="369332"/>
          </a:xfrm>
          <a:prstGeom prst="rect">
            <a:avLst/>
          </a:prstGeom>
          <a:noFill/>
        </p:spPr>
        <p:txBody>
          <a:bodyPr wrap="square" rtlCol="0">
            <a:spAutoFit/>
          </a:bodyPr>
          <a:lstStyle/>
          <a:p>
            <a:r>
              <a:rPr lang="en-US" u="sng" dirty="0">
                <a:solidFill>
                  <a:srgbClr val="20419A"/>
                </a:solidFill>
              </a:rPr>
              <a:t>Section B</a:t>
            </a:r>
          </a:p>
        </p:txBody>
      </p:sp>
      <p:sp>
        <p:nvSpPr>
          <p:cNvPr id="10" name="Left Brace 9">
            <a:extLst>
              <a:ext uri="{FF2B5EF4-FFF2-40B4-BE49-F238E27FC236}">
                <a16:creationId xmlns:a16="http://schemas.microsoft.com/office/drawing/2014/main" id="{25448580-BBFD-4552-8E7B-9EBA21905B77}"/>
              </a:ext>
            </a:extLst>
          </p:cNvPr>
          <p:cNvSpPr/>
          <p:nvPr/>
        </p:nvSpPr>
        <p:spPr>
          <a:xfrm>
            <a:off x="1449792" y="5139339"/>
            <a:ext cx="172504" cy="712821"/>
          </a:xfrm>
          <a:prstGeom prst="leftBrace">
            <a:avLst/>
          </a:prstGeom>
          <a:ln w="190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00B050"/>
              </a:solidFill>
            </a:endParaRPr>
          </a:p>
        </p:txBody>
      </p:sp>
      <p:sp>
        <p:nvSpPr>
          <p:cNvPr id="11" name="TextBox 10">
            <a:extLst>
              <a:ext uri="{FF2B5EF4-FFF2-40B4-BE49-F238E27FC236}">
                <a16:creationId xmlns:a16="http://schemas.microsoft.com/office/drawing/2014/main" id="{2487205D-43A2-4357-9CD9-7BABB498519D}"/>
              </a:ext>
            </a:extLst>
          </p:cNvPr>
          <p:cNvSpPr txBox="1"/>
          <p:nvPr/>
        </p:nvSpPr>
        <p:spPr>
          <a:xfrm>
            <a:off x="297760" y="5251662"/>
            <a:ext cx="1367245" cy="369332"/>
          </a:xfrm>
          <a:prstGeom prst="rect">
            <a:avLst/>
          </a:prstGeom>
          <a:noFill/>
        </p:spPr>
        <p:txBody>
          <a:bodyPr wrap="square" rtlCol="0">
            <a:spAutoFit/>
          </a:bodyPr>
          <a:lstStyle/>
          <a:p>
            <a:r>
              <a:rPr lang="en-US" u="sng" dirty="0">
                <a:solidFill>
                  <a:srgbClr val="00B050"/>
                </a:solidFill>
              </a:rPr>
              <a:t>Section C</a:t>
            </a:r>
          </a:p>
        </p:txBody>
      </p:sp>
      <p:pic>
        <p:nvPicPr>
          <p:cNvPr id="12" name="Picture 11">
            <a:extLst>
              <a:ext uri="{FF2B5EF4-FFF2-40B4-BE49-F238E27FC236}">
                <a16:creationId xmlns:a16="http://schemas.microsoft.com/office/drawing/2014/main" id="{A4E287B9-1AA7-4E45-A7D7-00EE6C8AE1DF}"/>
              </a:ext>
            </a:extLst>
          </p:cNvPr>
          <p:cNvPicPr>
            <a:picLocks noChangeAspect="1"/>
          </p:cNvPicPr>
          <p:nvPr/>
        </p:nvPicPr>
        <p:blipFill rotWithShape="1">
          <a:blip r:embed="rId5"/>
          <a:srcRect l="18243" t="60917" r="59103"/>
          <a:stretch/>
        </p:blipFill>
        <p:spPr>
          <a:xfrm>
            <a:off x="5802807" y="4834492"/>
            <a:ext cx="3043433" cy="1283548"/>
          </a:xfrm>
          <a:prstGeom prst="rect">
            <a:avLst/>
          </a:prstGeom>
          <a:ln>
            <a:solidFill>
              <a:schemeClr val="tx1"/>
            </a:solidFill>
          </a:ln>
          <a:effectLst>
            <a:outerShdw blurRad="50800" dist="38100" dir="2700000" algn="tl" rotWithShape="0">
              <a:prstClr val="black">
                <a:alpha val="40000"/>
              </a:prstClr>
            </a:outerShdw>
          </a:effectLst>
        </p:spPr>
      </p:pic>
      <p:sp>
        <p:nvSpPr>
          <p:cNvPr id="13" name="Rectangle 12">
            <a:extLst>
              <a:ext uri="{FF2B5EF4-FFF2-40B4-BE49-F238E27FC236}">
                <a16:creationId xmlns:a16="http://schemas.microsoft.com/office/drawing/2014/main" id="{0A726306-BEC4-48CA-B4C8-08EBD2D5B582}"/>
              </a:ext>
            </a:extLst>
          </p:cNvPr>
          <p:cNvSpPr/>
          <p:nvPr/>
        </p:nvSpPr>
        <p:spPr>
          <a:xfrm>
            <a:off x="1689463" y="5913120"/>
            <a:ext cx="1454331" cy="426720"/>
          </a:xfrm>
          <a:prstGeom prst="rect">
            <a:avLst/>
          </a:prstGeom>
          <a:noFill/>
          <a:ln w="28575">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7F87D87A-A8AF-4B3A-85F8-2E4A461C6123}"/>
              </a:ext>
            </a:extLst>
          </p:cNvPr>
          <p:cNvCxnSpPr>
            <a:cxnSpLocks/>
          </p:cNvCxnSpPr>
          <p:nvPr/>
        </p:nvCxnSpPr>
        <p:spPr>
          <a:xfrm flipV="1">
            <a:off x="3143794" y="4834492"/>
            <a:ext cx="2659013" cy="1078628"/>
          </a:xfrm>
          <a:prstGeom prst="straightConnector1">
            <a:avLst/>
          </a:prstGeom>
          <a:ln>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4E1FED1-3046-4F6B-B08A-C1DA562A4056}"/>
              </a:ext>
            </a:extLst>
          </p:cNvPr>
          <p:cNvCxnSpPr>
            <a:cxnSpLocks/>
          </p:cNvCxnSpPr>
          <p:nvPr/>
        </p:nvCxnSpPr>
        <p:spPr>
          <a:xfrm flipV="1">
            <a:off x="3143794" y="6109225"/>
            <a:ext cx="2659013" cy="230616"/>
          </a:xfrm>
          <a:prstGeom prst="straightConnector1">
            <a:avLst/>
          </a:prstGeom>
          <a:ln>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44E4A08-298A-4626-B334-FBCB7A03D9EC}"/>
              </a:ext>
            </a:extLst>
          </p:cNvPr>
          <p:cNvSpPr txBox="1"/>
          <p:nvPr/>
        </p:nvSpPr>
        <p:spPr>
          <a:xfrm>
            <a:off x="7808290" y="56002"/>
            <a:ext cx="1258000" cy="430887"/>
          </a:xfrm>
          <a:prstGeom prst="rect">
            <a:avLst/>
          </a:prstGeom>
          <a:solidFill>
            <a:schemeClr val="accent1">
              <a:lumMod val="60000"/>
              <a:lumOff val="40000"/>
            </a:schemeClr>
          </a:solidFill>
        </p:spPr>
        <p:txBody>
          <a:bodyPr wrap="square" rtlCol="0">
            <a:spAutoFit/>
          </a:bodyPr>
          <a:lstStyle/>
          <a:p>
            <a:pPr algn="ctr"/>
            <a:r>
              <a:rPr lang="en-US" sz="1100" dirty="0">
                <a:solidFill>
                  <a:schemeClr val="bg1"/>
                </a:solidFill>
              </a:rPr>
              <a:t>Aspen PCWS View</a:t>
            </a:r>
          </a:p>
        </p:txBody>
      </p:sp>
      <p:sp>
        <p:nvSpPr>
          <p:cNvPr id="31" name="BJPseudoFooter">
            <a:extLst>
              <a:ext uri="{FF2B5EF4-FFF2-40B4-BE49-F238E27FC236}">
                <a16:creationId xmlns:a16="http://schemas.microsoft.com/office/drawing/2014/main" id="{2741C772-0D21-45D1-99E3-66E0BE1668F7}"/>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36778116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F9BC6-F0B0-6243-B305-C7A784A2DD1F}"/>
              </a:ext>
            </a:extLst>
          </p:cNvPr>
          <p:cNvSpPr>
            <a:spLocks noGrp="1"/>
          </p:cNvSpPr>
          <p:nvPr>
            <p:ph type="ctrTitle"/>
          </p:nvPr>
        </p:nvSpPr>
        <p:spPr>
          <a:xfrm>
            <a:off x="1907033" y="3141055"/>
            <a:ext cx="8280400" cy="613017"/>
          </a:xfrm>
        </p:spPr>
        <p:txBody>
          <a:bodyPr/>
          <a:lstStyle/>
          <a:p>
            <a:r>
              <a:rPr lang="en-US" dirty="0"/>
              <a:t>PETRONAS</a:t>
            </a:r>
            <a:br>
              <a:rPr lang="en-US" dirty="0"/>
            </a:br>
            <a:r>
              <a:rPr lang="en-US" dirty="0"/>
              <a:t>Passionate about Progress</a:t>
            </a:r>
          </a:p>
        </p:txBody>
      </p:sp>
      <p:sp>
        <p:nvSpPr>
          <p:cNvPr id="17" name="BJPseudoFooter">
            <a:extLst>
              <a:ext uri="{FF2B5EF4-FFF2-40B4-BE49-F238E27FC236}">
                <a16:creationId xmlns:a16="http://schemas.microsoft.com/office/drawing/2014/main" id="{9D7A3700-46CE-4129-BABD-33FE5DA3B7E2}"/>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7368331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89A97-0145-4FBC-8287-B63C637B2DA4}"/>
              </a:ext>
            </a:extLst>
          </p:cNvPr>
          <p:cNvSpPr>
            <a:spLocks noGrp="1"/>
          </p:cNvSpPr>
          <p:nvPr>
            <p:ph type="title"/>
          </p:nvPr>
        </p:nvSpPr>
        <p:spPr/>
        <p:txBody>
          <a:bodyPr/>
          <a:lstStyle/>
          <a:p>
            <a:r>
              <a:rPr lang="en-US" dirty="0"/>
              <a:t>Drawing </a:t>
            </a:r>
          </a:p>
        </p:txBody>
      </p:sp>
      <p:sp>
        <p:nvSpPr>
          <p:cNvPr id="3" name="Text Placeholder 2">
            <a:extLst>
              <a:ext uri="{FF2B5EF4-FFF2-40B4-BE49-F238E27FC236}">
                <a16:creationId xmlns:a16="http://schemas.microsoft.com/office/drawing/2014/main" id="{D945FAA7-7AD2-4E06-B38B-1BF581F96B29}"/>
              </a:ext>
            </a:extLst>
          </p:cNvPr>
          <p:cNvSpPr>
            <a:spLocks noGrp="1"/>
          </p:cNvSpPr>
          <p:nvPr>
            <p:ph type="body" sz="quarter" idx="10"/>
          </p:nvPr>
        </p:nvSpPr>
        <p:spPr>
          <a:xfrm>
            <a:off x="426168" y="847725"/>
            <a:ext cx="8286032" cy="5297475"/>
          </a:xfrm>
        </p:spPr>
        <p:txBody>
          <a:bodyPr/>
          <a:lstStyle/>
          <a:p>
            <a:r>
              <a:rPr lang="en-US" dirty="0"/>
              <a:t>How deviation of lab reading and current cv haywire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The MFI control mechanism</a:t>
            </a:r>
          </a:p>
        </p:txBody>
      </p:sp>
      <p:pic>
        <p:nvPicPr>
          <p:cNvPr id="18" name="Picture 17">
            <a:extLst>
              <a:ext uri="{FF2B5EF4-FFF2-40B4-BE49-F238E27FC236}">
                <a16:creationId xmlns:a16="http://schemas.microsoft.com/office/drawing/2014/main" id="{D4D6C863-B98C-444C-B90C-8E87A5450E43}"/>
              </a:ext>
            </a:extLst>
          </p:cNvPr>
          <p:cNvPicPr>
            <a:picLocks noChangeAspect="1"/>
          </p:cNvPicPr>
          <p:nvPr/>
        </p:nvPicPr>
        <p:blipFill rotWithShape="1">
          <a:blip r:embed="rId4"/>
          <a:srcRect t="10852"/>
          <a:stretch/>
        </p:blipFill>
        <p:spPr>
          <a:xfrm>
            <a:off x="3288426" y="3976160"/>
            <a:ext cx="5114070" cy="2646946"/>
          </a:xfrm>
          <a:prstGeom prst="rect">
            <a:avLst/>
          </a:prstGeom>
        </p:spPr>
      </p:pic>
      <p:grpSp>
        <p:nvGrpSpPr>
          <p:cNvPr id="80" name="Group 79">
            <a:extLst>
              <a:ext uri="{FF2B5EF4-FFF2-40B4-BE49-F238E27FC236}">
                <a16:creationId xmlns:a16="http://schemas.microsoft.com/office/drawing/2014/main" id="{CE79EF17-BC63-4E5F-8019-F7792B308151}"/>
              </a:ext>
            </a:extLst>
          </p:cNvPr>
          <p:cNvGrpSpPr/>
          <p:nvPr/>
        </p:nvGrpSpPr>
        <p:grpSpPr>
          <a:xfrm>
            <a:off x="431800" y="1123188"/>
            <a:ext cx="5229225" cy="2509835"/>
            <a:chOff x="831848" y="1890715"/>
            <a:chExt cx="5229225" cy="2509835"/>
          </a:xfrm>
        </p:grpSpPr>
        <p:sp>
          <p:nvSpPr>
            <p:cNvPr id="81" name="Rectangle 80">
              <a:extLst>
                <a:ext uri="{FF2B5EF4-FFF2-40B4-BE49-F238E27FC236}">
                  <a16:creationId xmlns:a16="http://schemas.microsoft.com/office/drawing/2014/main" id="{1D34468C-AB1D-4A1F-A1D3-BB921B57C43E}"/>
                </a:ext>
              </a:extLst>
            </p:cNvPr>
            <p:cNvSpPr/>
            <p:nvPr/>
          </p:nvSpPr>
          <p:spPr>
            <a:xfrm>
              <a:off x="831848" y="1890715"/>
              <a:ext cx="5229225" cy="2509835"/>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Connector 81">
              <a:extLst>
                <a:ext uri="{FF2B5EF4-FFF2-40B4-BE49-F238E27FC236}">
                  <a16:creationId xmlns:a16="http://schemas.microsoft.com/office/drawing/2014/main" id="{82270E78-AF55-4A27-B695-33C21D9E59CD}"/>
                </a:ext>
              </a:extLst>
            </p:cNvPr>
            <p:cNvCxnSpPr>
              <a:cxnSpLocks/>
            </p:cNvCxnSpPr>
            <p:nvPr/>
          </p:nvCxnSpPr>
          <p:spPr>
            <a:xfrm>
              <a:off x="1390650" y="2552700"/>
              <a:ext cx="43497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397931AA-8DB8-4F98-A9A0-15DB2358B0FD}"/>
                </a:ext>
              </a:extLst>
            </p:cNvPr>
            <p:cNvCxnSpPr>
              <a:cxnSpLocks/>
            </p:cNvCxnSpPr>
            <p:nvPr/>
          </p:nvCxnSpPr>
          <p:spPr>
            <a:xfrm>
              <a:off x="1390650" y="3962400"/>
              <a:ext cx="4349750" cy="0"/>
            </a:xfrm>
            <a:prstGeom prst="line">
              <a:avLst/>
            </a:prstGeom>
          </p:spPr>
          <p:style>
            <a:lnRef idx="1">
              <a:schemeClr val="accent1"/>
            </a:lnRef>
            <a:fillRef idx="0">
              <a:schemeClr val="accent1"/>
            </a:fillRef>
            <a:effectRef idx="0">
              <a:schemeClr val="accent1"/>
            </a:effectRef>
            <a:fontRef idx="minor">
              <a:schemeClr val="tx1"/>
            </a:fontRef>
          </p:style>
        </p:cxnSp>
        <p:sp>
          <p:nvSpPr>
            <p:cNvPr id="84" name="Freeform: Shape 83">
              <a:extLst>
                <a:ext uri="{FF2B5EF4-FFF2-40B4-BE49-F238E27FC236}">
                  <a16:creationId xmlns:a16="http://schemas.microsoft.com/office/drawing/2014/main" id="{BA6BA2CE-BDA0-4F62-A454-A3623ED30DA4}"/>
                </a:ext>
              </a:extLst>
            </p:cNvPr>
            <p:cNvSpPr/>
            <p:nvPr/>
          </p:nvSpPr>
          <p:spPr>
            <a:xfrm>
              <a:off x="1447800" y="2017960"/>
              <a:ext cx="3228975" cy="1187256"/>
            </a:xfrm>
            <a:custGeom>
              <a:avLst/>
              <a:gdLst>
                <a:gd name="connsiteX0" fmla="*/ 0 w 3228975"/>
                <a:gd name="connsiteY0" fmla="*/ 1068140 h 1187256"/>
                <a:gd name="connsiteX1" fmla="*/ 733425 w 3228975"/>
                <a:gd name="connsiteY1" fmla="*/ 1163390 h 1187256"/>
                <a:gd name="connsiteX2" fmla="*/ 1200150 w 3228975"/>
                <a:gd name="connsiteY2" fmla="*/ 677615 h 1187256"/>
                <a:gd name="connsiteX3" fmla="*/ 1733550 w 3228975"/>
                <a:gd name="connsiteY3" fmla="*/ 29915 h 1187256"/>
                <a:gd name="connsiteX4" fmla="*/ 2495550 w 3228975"/>
                <a:gd name="connsiteY4" fmla="*/ 125165 h 1187256"/>
                <a:gd name="connsiteX5" fmla="*/ 2781300 w 3228975"/>
                <a:gd name="connsiteY5" fmla="*/ 277565 h 1187256"/>
                <a:gd name="connsiteX6" fmla="*/ 3228975 w 3228975"/>
                <a:gd name="connsiteY6" fmla="*/ 144215 h 1187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28975" h="1187256">
                  <a:moveTo>
                    <a:pt x="0" y="1068140"/>
                  </a:moveTo>
                  <a:cubicBezTo>
                    <a:pt x="266700" y="1148309"/>
                    <a:pt x="533400" y="1228478"/>
                    <a:pt x="733425" y="1163390"/>
                  </a:cubicBezTo>
                  <a:cubicBezTo>
                    <a:pt x="933450" y="1098303"/>
                    <a:pt x="1033463" y="866527"/>
                    <a:pt x="1200150" y="677615"/>
                  </a:cubicBezTo>
                  <a:cubicBezTo>
                    <a:pt x="1366837" y="488703"/>
                    <a:pt x="1517650" y="121990"/>
                    <a:pt x="1733550" y="29915"/>
                  </a:cubicBezTo>
                  <a:cubicBezTo>
                    <a:pt x="1949450" y="-62160"/>
                    <a:pt x="2320925" y="83890"/>
                    <a:pt x="2495550" y="125165"/>
                  </a:cubicBezTo>
                  <a:cubicBezTo>
                    <a:pt x="2670175" y="166440"/>
                    <a:pt x="2659063" y="274390"/>
                    <a:pt x="2781300" y="277565"/>
                  </a:cubicBezTo>
                  <a:cubicBezTo>
                    <a:pt x="2903537" y="280740"/>
                    <a:pt x="3084512" y="187078"/>
                    <a:pt x="3228975" y="144215"/>
                  </a:cubicBezTo>
                </a:path>
              </a:pathLst>
            </a:cu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Connector: Elbow 84">
              <a:extLst>
                <a:ext uri="{FF2B5EF4-FFF2-40B4-BE49-F238E27FC236}">
                  <a16:creationId xmlns:a16="http://schemas.microsoft.com/office/drawing/2014/main" id="{91706C6F-6770-4ED9-B76D-D27F0C1F59B5}"/>
                </a:ext>
              </a:extLst>
            </p:cNvPr>
            <p:cNvCxnSpPr>
              <a:cxnSpLocks/>
            </p:cNvCxnSpPr>
            <p:nvPr/>
          </p:nvCxnSpPr>
          <p:spPr>
            <a:xfrm flipV="1">
              <a:off x="1447800" y="3074274"/>
              <a:ext cx="914400" cy="130942"/>
            </a:xfrm>
            <a:prstGeom prst="bentConnector3">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7CD4796C-F5FD-4D72-8631-CFB05BAD0000}"/>
                </a:ext>
              </a:extLst>
            </p:cNvPr>
            <p:cNvCxnSpPr>
              <a:cxnSpLocks/>
            </p:cNvCxnSpPr>
            <p:nvPr/>
          </p:nvCxnSpPr>
          <p:spPr>
            <a:xfrm flipV="1">
              <a:off x="2362200" y="2729393"/>
              <a:ext cx="466725" cy="344881"/>
            </a:xfrm>
            <a:prstGeom prst="bentConnector3">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7" name="Connector: Elbow 86">
              <a:extLst>
                <a:ext uri="{FF2B5EF4-FFF2-40B4-BE49-F238E27FC236}">
                  <a16:creationId xmlns:a16="http://schemas.microsoft.com/office/drawing/2014/main" id="{8B3E3EB3-CAA8-4835-82D0-53CFED40AF68}"/>
                </a:ext>
              </a:extLst>
            </p:cNvPr>
            <p:cNvCxnSpPr>
              <a:cxnSpLocks/>
            </p:cNvCxnSpPr>
            <p:nvPr/>
          </p:nvCxnSpPr>
          <p:spPr>
            <a:xfrm flipV="1">
              <a:off x="2828925" y="2293102"/>
              <a:ext cx="614362" cy="289042"/>
            </a:xfrm>
            <a:prstGeom prst="bentConnector3">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8" name="Connector: Elbow 87">
              <a:extLst>
                <a:ext uri="{FF2B5EF4-FFF2-40B4-BE49-F238E27FC236}">
                  <a16:creationId xmlns:a16="http://schemas.microsoft.com/office/drawing/2014/main" id="{C85159D5-EFE0-4987-8D4B-DFDE697F91FC}"/>
                </a:ext>
              </a:extLst>
            </p:cNvPr>
            <p:cNvCxnSpPr>
              <a:cxnSpLocks/>
            </p:cNvCxnSpPr>
            <p:nvPr/>
          </p:nvCxnSpPr>
          <p:spPr>
            <a:xfrm>
              <a:off x="3443287" y="2293102"/>
              <a:ext cx="828676" cy="144521"/>
            </a:xfrm>
            <a:prstGeom prst="bentConnector3">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60565F3A-187C-458D-9043-9898417C3E7F}"/>
                </a:ext>
              </a:extLst>
            </p:cNvPr>
            <p:cNvCxnSpPr>
              <a:cxnSpLocks/>
            </p:cNvCxnSpPr>
            <p:nvPr/>
          </p:nvCxnSpPr>
          <p:spPr>
            <a:xfrm flipV="1">
              <a:off x="4271963" y="2178025"/>
              <a:ext cx="702469" cy="259598"/>
            </a:xfrm>
            <a:prstGeom prst="bentConnector3">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E43A36DF-4B84-4992-BBFC-3452F60EFC2D}"/>
                </a:ext>
              </a:extLst>
            </p:cNvPr>
            <p:cNvCxnSpPr/>
            <p:nvPr/>
          </p:nvCxnSpPr>
          <p:spPr>
            <a:xfrm>
              <a:off x="2828925" y="2577861"/>
              <a:ext cx="0" cy="151532"/>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B84FE792-F7E1-4A6E-8142-4C9F1848FBB4}"/>
                </a:ext>
              </a:extLst>
            </p:cNvPr>
            <p:cNvCxnSpPr>
              <a:cxnSpLocks/>
            </p:cNvCxnSpPr>
            <p:nvPr/>
          </p:nvCxnSpPr>
          <p:spPr>
            <a:xfrm>
              <a:off x="1517650" y="3763963"/>
              <a:ext cx="2851150" cy="0"/>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4B07456C-C261-43AA-81AB-0270D9004138}"/>
                </a:ext>
              </a:extLst>
            </p:cNvPr>
            <p:cNvCxnSpPr>
              <a:cxnSpLocks/>
            </p:cNvCxnSpPr>
            <p:nvPr/>
          </p:nvCxnSpPr>
          <p:spPr>
            <a:xfrm>
              <a:off x="4376738" y="1890715"/>
              <a:ext cx="17461" cy="2243135"/>
            </a:xfrm>
            <a:prstGeom prst="line">
              <a:avLst/>
            </a:prstGeom>
            <a:ln w="57150">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93" name="Freeform: Shape 92">
              <a:extLst>
                <a:ext uri="{FF2B5EF4-FFF2-40B4-BE49-F238E27FC236}">
                  <a16:creationId xmlns:a16="http://schemas.microsoft.com/office/drawing/2014/main" id="{51B8F0D1-6891-4379-8ABB-6AFC405581D3}"/>
                </a:ext>
              </a:extLst>
            </p:cNvPr>
            <p:cNvSpPr/>
            <p:nvPr/>
          </p:nvSpPr>
          <p:spPr>
            <a:xfrm>
              <a:off x="4368800" y="2801933"/>
              <a:ext cx="1460494" cy="964955"/>
            </a:xfrm>
            <a:custGeom>
              <a:avLst/>
              <a:gdLst>
                <a:gd name="connsiteX0" fmla="*/ 0 w 1511300"/>
                <a:gd name="connsiteY0" fmla="*/ 908050 h 908050"/>
                <a:gd name="connsiteX1" fmla="*/ 222250 w 1511300"/>
                <a:gd name="connsiteY1" fmla="*/ 609600 h 908050"/>
                <a:gd name="connsiteX2" fmla="*/ 387350 w 1511300"/>
                <a:gd name="connsiteY2" fmla="*/ 336550 h 908050"/>
                <a:gd name="connsiteX3" fmla="*/ 704850 w 1511300"/>
                <a:gd name="connsiteY3" fmla="*/ 139700 h 908050"/>
                <a:gd name="connsiteX4" fmla="*/ 1073150 w 1511300"/>
                <a:gd name="connsiteY4" fmla="*/ 177800 h 908050"/>
                <a:gd name="connsiteX5" fmla="*/ 1416050 w 1511300"/>
                <a:gd name="connsiteY5" fmla="*/ 38100 h 908050"/>
                <a:gd name="connsiteX6" fmla="*/ 1511300 w 1511300"/>
                <a:gd name="connsiteY6" fmla="*/ 0 h 908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1300" h="908050">
                  <a:moveTo>
                    <a:pt x="0" y="908050"/>
                  </a:moveTo>
                  <a:cubicBezTo>
                    <a:pt x="78846" y="806450"/>
                    <a:pt x="157692" y="704850"/>
                    <a:pt x="222250" y="609600"/>
                  </a:cubicBezTo>
                  <a:cubicBezTo>
                    <a:pt x="286808" y="514350"/>
                    <a:pt x="306917" y="414867"/>
                    <a:pt x="387350" y="336550"/>
                  </a:cubicBezTo>
                  <a:cubicBezTo>
                    <a:pt x="467783" y="258233"/>
                    <a:pt x="590550" y="166158"/>
                    <a:pt x="704850" y="139700"/>
                  </a:cubicBezTo>
                  <a:cubicBezTo>
                    <a:pt x="819150" y="113242"/>
                    <a:pt x="954617" y="194733"/>
                    <a:pt x="1073150" y="177800"/>
                  </a:cubicBezTo>
                  <a:cubicBezTo>
                    <a:pt x="1191683" y="160867"/>
                    <a:pt x="1416050" y="38100"/>
                    <a:pt x="1416050" y="38100"/>
                  </a:cubicBezTo>
                  <a:lnTo>
                    <a:pt x="1511300" y="0"/>
                  </a:lnTo>
                </a:path>
              </a:pathLst>
            </a:cu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4" name="Freeform: Shape 93">
              <a:extLst>
                <a:ext uri="{FF2B5EF4-FFF2-40B4-BE49-F238E27FC236}">
                  <a16:creationId xmlns:a16="http://schemas.microsoft.com/office/drawing/2014/main" id="{45766635-3506-49FD-8D18-67219F9356DB}"/>
                </a:ext>
              </a:extLst>
            </p:cNvPr>
            <p:cNvSpPr/>
            <p:nvPr/>
          </p:nvSpPr>
          <p:spPr>
            <a:xfrm>
              <a:off x="4667250" y="1999341"/>
              <a:ext cx="1339344" cy="515259"/>
            </a:xfrm>
            <a:custGeom>
              <a:avLst/>
              <a:gdLst>
                <a:gd name="connsiteX0" fmla="*/ 0 w 1339344"/>
                <a:gd name="connsiteY0" fmla="*/ 166009 h 515259"/>
                <a:gd name="connsiteX1" fmla="*/ 355600 w 1339344"/>
                <a:gd name="connsiteY1" fmla="*/ 58059 h 515259"/>
                <a:gd name="connsiteX2" fmla="*/ 825500 w 1339344"/>
                <a:gd name="connsiteY2" fmla="*/ 13609 h 515259"/>
                <a:gd name="connsiteX3" fmla="*/ 1073150 w 1339344"/>
                <a:gd name="connsiteY3" fmla="*/ 299359 h 515259"/>
                <a:gd name="connsiteX4" fmla="*/ 1282700 w 1339344"/>
                <a:gd name="connsiteY4" fmla="*/ 407309 h 515259"/>
                <a:gd name="connsiteX5" fmla="*/ 1333500 w 1339344"/>
                <a:gd name="connsiteY5" fmla="*/ 515259 h 51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9344" h="515259">
                  <a:moveTo>
                    <a:pt x="0" y="166009"/>
                  </a:moveTo>
                  <a:cubicBezTo>
                    <a:pt x="109008" y="124734"/>
                    <a:pt x="218017" y="83459"/>
                    <a:pt x="355600" y="58059"/>
                  </a:cubicBezTo>
                  <a:cubicBezTo>
                    <a:pt x="493183" y="32659"/>
                    <a:pt x="705908" y="-26608"/>
                    <a:pt x="825500" y="13609"/>
                  </a:cubicBezTo>
                  <a:cubicBezTo>
                    <a:pt x="945092" y="53826"/>
                    <a:pt x="996950" y="233742"/>
                    <a:pt x="1073150" y="299359"/>
                  </a:cubicBezTo>
                  <a:cubicBezTo>
                    <a:pt x="1149350" y="364976"/>
                    <a:pt x="1239308" y="371326"/>
                    <a:pt x="1282700" y="407309"/>
                  </a:cubicBezTo>
                  <a:cubicBezTo>
                    <a:pt x="1326092" y="443292"/>
                    <a:pt x="1351492" y="498326"/>
                    <a:pt x="1333500" y="515259"/>
                  </a:cubicBezTo>
                </a:path>
              </a:pathLst>
            </a:cu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5" name="Connector: Elbow 94">
              <a:extLst>
                <a:ext uri="{FF2B5EF4-FFF2-40B4-BE49-F238E27FC236}">
                  <a16:creationId xmlns:a16="http://schemas.microsoft.com/office/drawing/2014/main" id="{E4766E55-2D4C-4B4B-87A9-CDEF90C47B99}"/>
                </a:ext>
              </a:extLst>
            </p:cNvPr>
            <p:cNvCxnSpPr>
              <a:cxnSpLocks/>
            </p:cNvCxnSpPr>
            <p:nvPr/>
          </p:nvCxnSpPr>
          <p:spPr>
            <a:xfrm flipV="1">
              <a:off x="4974432" y="2017960"/>
              <a:ext cx="702468" cy="160065"/>
            </a:xfrm>
            <a:prstGeom prst="bentConnector3">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96" name="Connector: Elbow 95">
              <a:extLst>
                <a:ext uri="{FF2B5EF4-FFF2-40B4-BE49-F238E27FC236}">
                  <a16:creationId xmlns:a16="http://schemas.microsoft.com/office/drawing/2014/main" id="{B49F8572-AB4D-4920-AEDE-89049BE32ED2}"/>
                </a:ext>
              </a:extLst>
            </p:cNvPr>
            <p:cNvCxnSpPr>
              <a:cxnSpLocks/>
            </p:cNvCxnSpPr>
            <p:nvPr/>
          </p:nvCxnSpPr>
          <p:spPr>
            <a:xfrm rot="16200000" flipH="1">
              <a:off x="5622606" y="2053635"/>
              <a:ext cx="438282" cy="329693"/>
            </a:xfrm>
            <a:prstGeom prst="bentConnector3">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97" name="Rectangle 96">
              <a:extLst>
                <a:ext uri="{FF2B5EF4-FFF2-40B4-BE49-F238E27FC236}">
                  <a16:creationId xmlns:a16="http://schemas.microsoft.com/office/drawing/2014/main" id="{9CF9D553-F1A9-42F7-A980-57D16C6D4517}"/>
                </a:ext>
              </a:extLst>
            </p:cNvPr>
            <p:cNvSpPr/>
            <p:nvPr/>
          </p:nvSpPr>
          <p:spPr>
            <a:xfrm>
              <a:off x="911225" y="2350641"/>
              <a:ext cx="1052512" cy="144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MFI High limit</a:t>
              </a:r>
            </a:p>
          </p:txBody>
        </p:sp>
        <p:sp>
          <p:nvSpPr>
            <p:cNvPr id="98" name="Rectangle 97">
              <a:extLst>
                <a:ext uri="{FF2B5EF4-FFF2-40B4-BE49-F238E27FC236}">
                  <a16:creationId xmlns:a16="http://schemas.microsoft.com/office/drawing/2014/main" id="{06413C6B-7FEA-4BCF-A767-A7181BA01A51}"/>
                </a:ext>
              </a:extLst>
            </p:cNvPr>
            <p:cNvSpPr/>
            <p:nvPr/>
          </p:nvSpPr>
          <p:spPr>
            <a:xfrm>
              <a:off x="911225" y="4013390"/>
              <a:ext cx="1052512" cy="144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MFI Low limit</a:t>
              </a:r>
            </a:p>
          </p:txBody>
        </p:sp>
        <p:sp>
          <p:nvSpPr>
            <p:cNvPr id="99" name="Rectangle 98">
              <a:extLst>
                <a:ext uri="{FF2B5EF4-FFF2-40B4-BE49-F238E27FC236}">
                  <a16:creationId xmlns:a16="http://schemas.microsoft.com/office/drawing/2014/main" id="{5C1C3D95-E4C9-4F90-83FE-7944791BB554}"/>
                </a:ext>
              </a:extLst>
            </p:cNvPr>
            <p:cNvSpPr/>
            <p:nvPr/>
          </p:nvSpPr>
          <p:spPr>
            <a:xfrm>
              <a:off x="911225" y="2913974"/>
              <a:ext cx="1052512" cy="14452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MFI Prediction</a:t>
              </a:r>
            </a:p>
          </p:txBody>
        </p:sp>
        <p:sp>
          <p:nvSpPr>
            <p:cNvPr id="100" name="Rectangle 99">
              <a:extLst>
                <a:ext uri="{FF2B5EF4-FFF2-40B4-BE49-F238E27FC236}">
                  <a16:creationId xmlns:a16="http://schemas.microsoft.com/office/drawing/2014/main" id="{B96D0C9E-1E5E-4835-9828-4914AACCE757}"/>
                </a:ext>
              </a:extLst>
            </p:cNvPr>
            <p:cNvSpPr/>
            <p:nvPr/>
          </p:nvSpPr>
          <p:spPr>
            <a:xfrm>
              <a:off x="908052" y="3104049"/>
              <a:ext cx="1052512" cy="14452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MFI Lab sample</a:t>
              </a:r>
            </a:p>
          </p:txBody>
        </p:sp>
        <p:sp>
          <p:nvSpPr>
            <p:cNvPr id="101" name="Rectangle 100">
              <a:extLst>
                <a:ext uri="{FF2B5EF4-FFF2-40B4-BE49-F238E27FC236}">
                  <a16:creationId xmlns:a16="http://schemas.microsoft.com/office/drawing/2014/main" id="{90324C3E-6E8E-4F60-BE5B-BB29A94F1A15}"/>
                </a:ext>
              </a:extLst>
            </p:cNvPr>
            <p:cNvSpPr/>
            <p:nvPr/>
          </p:nvSpPr>
          <p:spPr>
            <a:xfrm>
              <a:off x="913609" y="3662829"/>
              <a:ext cx="1052512" cy="14452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a:solidFill>
                    <a:schemeClr val="tx1"/>
                  </a:solidFill>
                </a:rPr>
                <a:t>Dieplate</a:t>
              </a:r>
              <a:r>
                <a:rPr lang="en-US" sz="800" dirty="0">
                  <a:solidFill>
                    <a:schemeClr val="tx1"/>
                  </a:solidFill>
                </a:rPr>
                <a:t> Pressure</a:t>
              </a:r>
            </a:p>
          </p:txBody>
        </p:sp>
        <p:sp>
          <p:nvSpPr>
            <p:cNvPr id="102" name="Rectangle 101">
              <a:extLst>
                <a:ext uri="{FF2B5EF4-FFF2-40B4-BE49-F238E27FC236}">
                  <a16:creationId xmlns:a16="http://schemas.microsoft.com/office/drawing/2014/main" id="{D17F6847-EF19-4DA7-9665-B46EE984B9B2}"/>
                </a:ext>
              </a:extLst>
            </p:cNvPr>
            <p:cNvSpPr/>
            <p:nvPr/>
          </p:nvSpPr>
          <p:spPr>
            <a:xfrm>
              <a:off x="3921920" y="4152690"/>
              <a:ext cx="1052512" cy="144520"/>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APC ON</a:t>
              </a:r>
            </a:p>
          </p:txBody>
        </p:sp>
        <p:sp>
          <p:nvSpPr>
            <p:cNvPr id="103" name="Freeform: Shape 102">
              <a:extLst>
                <a:ext uri="{FF2B5EF4-FFF2-40B4-BE49-F238E27FC236}">
                  <a16:creationId xmlns:a16="http://schemas.microsoft.com/office/drawing/2014/main" id="{C13965E2-31A9-4E63-BE10-E142BB120812}"/>
                </a:ext>
              </a:extLst>
            </p:cNvPr>
            <p:cNvSpPr/>
            <p:nvPr/>
          </p:nvSpPr>
          <p:spPr>
            <a:xfrm rot="21288874">
              <a:off x="5815015" y="2747835"/>
              <a:ext cx="204786" cy="54098"/>
            </a:xfrm>
            <a:custGeom>
              <a:avLst/>
              <a:gdLst>
                <a:gd name="connsiteX0" fmla="*/ 0 w 192881"/>
                <a:gd name="connsiteY0" fmla="*/ 57822 h 57822"/>
                <a:gd name="connsiteX1" fmla="*/ 123825 w 192881"/>
                <a:gd name="connsiteY1" fmla="*/ 672 h 57822"/>
                <a:gd name="connsiteX2" fmla="*/ 192881 w 192881"/>
                <a:gd name="connsiteY2" fmla="*/ 31628 h 57822"/>
              </a:gdLst>
              <a:ahLst/>
              <a:cxnLst>
                <a:cxn ang="0">
                  <a:pos x="connsiteX0" y="connsiteY0"/>
                </a:cxn>
                <a:cxn ang="0">
                  <a:pos x="connsiteX1" y="connsiteY1"/>
                </a:cxn>
                <a:cxn ang="0">
                  <a:pos x="connsiteX2" y="connsiteY2"/>
                </a:cxn>
              </a:cxnLst>
              <a:rect l="l" t="t" r="r" b="b"/>
              <a:pathLst>
                <a:path w="192881" h="57822">
                  <a:moveTo>
                    <a:pt x="0" y="57822"/>
                  </a:moveTo>
                  <a:cubicBezTo>
                    <a:pt x="45839" y="31430"/>
                    <a:pt x="91678" y="5038"/>
                    <a:pt x="123825" y="672"/>
                  </a:cubicBezTo>
                  <a:cubicBezTo>
                    <a:pt x="155972" y="-3694"/>
                    <a:pt x="174426" y="13967"/>
                    <a:pt x="192881" y="31628"/>
                  </a:cubicBezTo>
                </a:path>
              </a:pathLst>
            </a:cu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tx1"/>
                </a:solidFill>
              </a:endParaRPr>
            </a:p>
          </p:txBody>
        </p:sp>
      </p:grpSp>
      <p:cxnSp>
        <p:nvCxnSpPr>
          <p:cNvPr id="31" name="Straight Connector 30">
            <a:extLst>
              <a:ext uri="{FF2B5EF4-FFF2-40B4-BE49-F238E27FC236}">
                <a16:creationId xmlns:a16="http://schemas.microsoft.com/office/drawing/2014/main" id="{04CD3E7B-8779-4DA9-9556-827910F646A7}"/>
              </a:ext>
            </a:extLst>
          </p:cNvPr>
          <p:cNvCxnSpPr>
            <a:cxnSpLocks/>
          </p:cNvCxnSpPr>
          <p:nvPr/>
        </p:nvCxnSpPr>
        <p:spPr>
          <a:xfrm>
            <a:off x="1117602" y="2591623"/>
            <a:ext cx="2851150" cy="0"/>
          </a:xfrm>
          <a:prstGeom prst="line">
            <a:avLst/>
          </a:prstGeom>
          <a:ln>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4A3450C4-12F4-4984-AA58-2D98A58EF369}"/>
              </a:ext>
            </a:extLst>
          </p:cNvPr>
          <p:cNvSpPr/>
          <p:nvPr/>
        </p:nvSpPr>
        <p:spPr>
          <a:xfrm>
            <a:off x="508004" y="2532034"/>
            <a:ext cx="1052512" cy="14452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CTA Flow</a:t>
            </a:r>
          </a:p>
        </p:txBody>
      </p:sp>
      <p:sp>
        <p:nvSpPr>
          <p:cNvPr id="13" name="Freeform: Shape 12">
            <a:extLst>
              <a:ext uri="{FF2B5EF4-FFF2-40B4-BE49-F238E27FC236}">
                <a16:creationId xmlns:a16="http://schemas.microsoft.com/office/drawing/2014/main" id="{875C8C48-FE20-4740-A6F6-84B6966065C4}"/>
              </a:ext>
            </a:extLst>
          </p:cNvPr>
          <p:cNvSpPr/>
          <p:nvPr/>
        </p:nvSpPr>
        <p:spPr>
          <a:xfrm>
            <a:off x="3976688" y="2581274"/>
            <a:ext cx="1681162" cy="761209"/>
          </a:xfrm>
          <a:custGeom>
            <a:avLst/>
            <a:gdLst>
              <a:gd name="connsiteX0" fmla="*/ 0 w 1681162"/>
              <a:gd name="connsiteY0" fmla="*/ 0 h 539236"/>
              <a:gd name="connsiteX1" fmla="*/ 328612 w 1681162"/>
              <a:gd name="connsiteY1" fmla="*/ 190500 h 539236"/>
              <a:gd name="connsiteX2" fmla="*/ 604837 w 1681162"/>
              <a:gd name="connsiteY2" fmla="*/ 323850 h 539236"/>
              <a:gd name="connsiteX3" fmla="*/ 866775 w 1681162"/>
              <a:gd name="connsiteY3" fmla="*/ 495300 h 539236"/>
              <a:gd name="connsiteX4" fmla="*/ 1271587 w 1681162"/>
              <a:gd name="connsiteY4" fmla="*/ 519113 h 539236"/>
              <a:gd name="connsiteX5" fmla="*/ 1562100 w 1681162"/>
              <a:gd name="connsiteY5" fmla="*/ 538163 h 539236"/>
              <a:gd name="connsiteX6" fmla="*/ 1681162 w 1681162"/>
              <a:gd name="connsiteY6" fmla="*/ 485775 h 53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1162" h="539236">
                <a:moveTo>
                  <a:pt x="0" y="0"/>
                </a:moveTo>
                <a:cubicBezTo>
                  <a:pt x="113903" y="68262"/>
                  <a:pt x="227806" y="136525"/>
                  <a:pt x="328612" y="190500"/>
                </a:cubicBezTo>
                <a:cubicBezTo>
                  <a:pt x="429418" y="244475"/>
                  <a:pt x="515143" y="273050"/>
                  <a:pt x="604837" y="323850"/>
                </a:cubicBezTo>
                <a:cubicBezTo>
                  <a:pt x="694531" y="374650"/>
                  <a:pt x="755650" y="462756"/>
                  <a:pt x="866775" y="495300"/>
                </a:cubicBezTo>
                <a:cubicBezTo>
                  <a:pt x="977900" y="527844"/>
                  <a:pt x="1271587" y="519113"/>
                  <a:pt x="1271587" y="519113"/>
                </a:cubicBezTo>
                <a:cubicBezTo>
                  <a:pt x="1387474" y="526257"/>
                  <a:pt x="1493838" y="543719"/>
                  <a:pt x="1562100" y="538163"/>
                </a:cubicBezTo>
                <a:cubicBezTo>
                  <a:pt x="1630362" y="532607"/>
                  <a:pt x="1655762" y="509191"/>
                  <a:pt x="1681162" y="485775"/>
                </a:cubicBezTo>
              </a:path>
            </a:pathLst>
          </a:custGeom>
          <a:no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BJPseudoFooter">
            <a:extLst>
              <a:ext uri="{FF2B5EF4-FFF2-40B4-BE49-F238E27FC236}">
                <a16:creationId xmlns:a16="http://schemas.microsoft.com/office/drawing/2014/main" id="{8B5BA258-824A-4D5F-AD76-560108714C8C}"/>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US"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33557080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2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2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2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2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2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2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2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2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2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2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3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3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3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3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3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3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3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3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3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3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4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4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4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4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4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4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4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4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4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4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5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5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5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5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5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5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5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5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5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5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6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6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6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6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6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6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6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6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6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6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7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7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7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7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7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7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7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7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7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7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8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8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8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8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8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8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8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8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8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8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9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9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9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9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9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9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9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9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9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9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0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0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0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0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0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0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0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0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0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0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1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1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1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1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1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1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1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1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1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heme/theme1.xml><?xml version="1.0" encoding="utf-8"?>
<a:theme xmlns:a="http://schemas.openxmlformats.org/drawingml/2006/main" name="PETRONAS">
  <a:themeElements>
    <a:clrScheme name="PETRONAS">
      <a:dk1>
        <a:srgbClr val="000000"/>
      </a:dk1>
      <a:lt1>
        <a:srgbClr val="FFFFFF"/>
      </a:lt1>
      <a:dk2>
        <a:srgbClr val="00B1A9"/>
      </a:dk2>
      <a:lt2>
        <a:srgbClr val="DFDEDE"/>
      </a:lt2>
      <a:accent1>
        <a:srgbClr val="20419A"/>
      </a:accent1>
      <a:accent2>
        <a:srgbClr val="763F98"/>
      </a:accent2>
      <a:accent3>
        <a:srgbClr val="FDB924"/>
      </a:accent3>
      <a:accent4>
        <a:srgbClr val="BFD730"/>
      </a:accent4>
      <a:accent5>
        <a:srgbClr val="20419A"/>
      </a:accent5>
      <a:accent6>
        <a:srgbClr val="763F98"/>
      </a:accent6>
      <a:hlink>
        <a:srgbClr val="20419A"/>
      </a:hlink>
      <a:folHlink>
        <a:srgbClr val="3C383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B230C4B8-2A03-4371-A6D9-B9AAF19C936E}" vid="{F1A4F893-3A3A-482E-B75E-5E635C11FE4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Vital_x0020_Classification xmlns="4259a7ba-1751-415c-97bd-7e4e4d6f6226">Important</Vital_x0020_Classification>
    <fa760b542f96496f9888a595ca0ae94d xmlns="4259a7ba-1751-415c-97bd-7e4e4d6f6226">
      <Terms xmlns="http://schemas.microsoft.com/office/infopath/2007/PartnerControls">
        <TermInfo xmlns="http://schemas.microsoft.com/office/infopath/2007/PartnerControls">
          <TermName xmlns="http://schemas.microsoft.com/office/infopath/2007/PartnerControls">Default</TermName>
          <TermId xmlns="http://schemas.microsoft.com/office/infopath/2007/PartnerControls">ed352a22-1a5d-4fe9-9116-40d4c3a3d56a</TermId>
        </TermInfo>
      </Terms>
    </fa760b542f96496f9888a595ca0ae94d>
    <TaxCatchAll xmlns="4259a7ba-1751-415c-97bd-7e4e4d6f6226">
      <Value>8</Value>
    </TaxCatchAll>
    <Security_x0020_Classification xmlns="4259a7ba-1751-415c-97bd-7e4e4d6f6226">Internal Use</Security_x0020_Classification>
  </documentManagement>
</p:properties>
</file>

<file path=customXml/item3.xml><?xml version="1.0" encoding="utf-8"?>
<ct:contentTypeSchema xmlns:ct="http://schemas.microsoft.com/office/2006/metadata/contentType" xmlns:ma="http://schemas.microsoft.com/office/2006/metadata/properties/metaAttributes" ct:_="" ma:_="" ma:contentTypeName="ECM GTS" ma:contentTypeID="0x010100790DFB78D8531E479B710DA00D706E1B01002CF1DDBAFD6CDE4790C7E67795670952" ma:contentTypeVersion="27" ma:contentTypeDescription="" ma:contentTypeScope="" ma:versionID="802eac90ee00cccb566be21dd5a88c66">
  <xsd:schema xmlns:xsd="http://www.w3.org/2001/XMLSchema" xmlns:xs="http://www.w3.org/2001/XMLSchema" xmlns:p="http://schemas.microsoft.com/office/2006/metadata/properties" xmlns:ns2="4259a7ba-1751-415c-97bd-7e4e4d6f6226" targetNamespace="http://schemas.microsoft.com/office/2006/metadata/properties" ma:root="true" ma:fieldsID="3878fb59eba3884e6fd7c69b2589701b" ns2:_="">
    <xsd:import namespace="4259a7ba-1751-415c-97bd-7e4e4d6f6226"/>
    <xsd:element name="properties">
      <xsd:complexType>
        <xsd:sequence>
          <xsd:element name="documentManagement">
            <xsd:complexType>
              <xsd:all>
                <xsd:element ref="ns2:Security_x0020_Classification"/>
                <xsd:element ref="ns2:Vital_x0020_Classification"/>
                <xsd:element ref="ns2:fa760b542f96496f9888a595ca0ae94d" minOccurs="0"/>
                <xsd:element ref="ns2:TaxCatchAll" minOccurs="0"/>
                <xsd:element ref="ns2:TaxCatchAllLabe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59a7ba-1751-415c-97bd-7e4e4d6f6226" elementFormDefault="qualified">
    <xsd:import namespace="http://schemas.microsoft.com/office/2006/documentManagement/types"/>
    <xsd:import namespace="http://schemas.microsoft.com/office/infopath/2007/PartnerControls"/>
    <xsd:element name="Security_x0020_Classification" ma:index="8" ma:displayName="Security Classification" ma:default="Internal Use" ma:format="Dropdown" ma:internalName="Security_x0020_Classification">
      <xsd:simpleType>
        <xsd:restriction base="dms:Choice">
          <xsd:enumeration value="Open"/>
          <xsd:enumeration value="Internal"/>
          <xsd:enumeration value="Internal Use"/>
          <xsd:enumeration value="Secret"/>
          <xsd:enumeration value="Confidential"/>
        </xsd:restriction>
      </xsd:simpleType>
    </xsd:element>
    <xsd:element name="Vital_x0020_Classification" ma:index="9" ma:displayName="Vital Classification" ma:default="Important" ma:format="Dropdown" ma:internalName="Vital_x0020_Classification">
      <xsd:simpleType>
        <xsd:restriction base="dms:Choice">
          <xsd:enumeration value="Important"/>
          <xsd:enumeration value="Vital"/>
          <xsd:enumeration value="Useful"/>
        </xsd:restriction>
      </xsd:simpleType>
    </xsd:element>
    <xsd:element name="fa760b542f96496f9888a595ca0ae94d" ma:index="10" nillable="true" ma:taxonomy="true" ma:internalName="fa760b542f96496f9888a595ca0ae94d" ma:taxonomyFieldName="Business_x0020_GTS" ma:displayName="Business GTS" ma:default="8;#Default|ed352a22-1a5d-4fe9-9116-40d4c3a3d56a" ma:fieldId="{fa760b54-2f96-496f-9888-a595ca0ae94d}" ma:sspId="32d644bd-1b20-4c9a-b23a-d9a92b89ba76" ma:termSetId="2f82657b-3338-4dea-952b-2d2d1369133b" ma:anchorId="fc900741-9b68-49a6-8871-c70b30a3cd45" ma:open="false" ma:isKeyword="false">
      <xsd:complexType>
        <xsd:sequence>
          <xsd:element ref="pc:Terms" minOccurs="0" maxOccurs="1"/>
        </xsd:sequence>
      </xsd:complexType>
    </xsd:element>
    <xsd:element name="TaxCatchAll" ma:index="11" nillable="true" ma:displayName="Taxonomy Catch All Column" ma:hidden="true" ma:list="{e4708be9-04bc-4d62-aeca-11bb0e76c7aa}" ma:internalName="TaxCatchAll" ma:showField="CatchAllData" ma:web="518a9aca-924f-47a6-8931-b51071ea0124">
      <xsd:complexType>
        <xsd:complexContent>
          <xsd:extension base="dms:MultiChoiceLookup">
            <xsd:sequence>
              <xsd:element name="Value" type="dms:Lookup" maxOccurs="unbounded" minOccurs="0" nillable="true"/>
            </xsd:sequence>
          </xsd:extension>
        </xsd:complexContent>
      </xsd:complexType>
    </xsd:element>
    <xsd:element name="TaxCatchAllLabel" ma:index="12" nillable="true" ma:displayName="Taxonomy Catch All Column1" ma:hidden="true" ma:list="{e4708be9-04bc-4d62-aeca-11bb0e76c7aa}" ma:internalName="TaxCatchAllLabel" ma:readOnly="true" ma:showField="CatchAllDataLabel" ma:web="518a9aca-924f-47a6-8931-b51071ea0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sisl xmlns:xsi="http://www.w3.org/2001/XMLSchema-instance" xmlns:xsd="http://www.w3.org/2001/XMLSchema" xmlns="http://www.boldonjames.com/2008/01/sie/internal/label" sislVersion="0" policy="a894df29-9e07-45ae-95a6-4e7eb881815a" origin="userSelected">
  <element uid="fc6b8280-ed85-41e2-bcb5-17f2674e7dc3" value=""/>
  <element uid="63fe904a-5fdc-4578-a9e9-8bed5f54c116" value=""/>
  <element uid="156167bd-046a-459b-9d5a-a42ee179a501" value=""/>
</sisl>
</file>

<file path=customXml/item5.xml><?xml version="1.0" encoding="utf-8"?>
<?mso-contentType ?>
<SharedContentType xmlns="Microsoft.SharePoint.Taxonomy.ContentTypeSync" SourceId="32d644bd-1b20-4c9a-b23a-d9a92b89ba76" ContentTypeId="0x010100790DFB78D8531E479B710DA00D706E1B" PreviousValue="false"/>
</file>

<file path=customXml/itemProps1.xml><?xml version="1.0" encoding="utf-8"?>
<ds:datastoreItem xmlns:ds="http://schemas.openxmlformats.org/officeDocument/2006/customXml" ds:itemID="{2E2754C3-69C5-49E0-91D4-4FFD96135944}">
  <ds:schemaRefs>
    <ds:schemaRef ds:uri="http://schemas.microsoft.com/sharepoint/v3/contenttype/forms"/>
  </ds:schemaRefs>
</ds:datastoreItem>
</file>

<file path=customXml/itemProps2.xml><?xml version="1.0" encoding="utf-8"?>
<ds:datastoreItem xmlns:ds="http://schemas.openxmlformats.org/officeDocument/2006/customXml" ds:itemID="{3B9399DE-59EE-49CA-BA1A-3810EE2155C5}">
  <ds:schemaRefs>
    <ds:schemaRef ds:uri="http://purl.org/dc/elements/1.1/"/>
    <ds:schemaRef ds:uri="http://www.w3.org/XML/1998/namespace"/>
    <ds:schemaRef ds:uri="http://schemas.microsoft.com/office/2006/documentManagement/types"/>
    <ds:schemaRef ds:uri="http://schemas.microsoft.com/office/infopath/2007/PartnerControls"/>
    <ds:schemaRef ds:uri="931660e7-9485-40a8-a2bc-537a2f6ad174"/>
    <ds:schemaRef ds:uri="f8df8626-f077-4451-beab-474993675db6"/>
    <ds:schemaRef ds:uri="http://purl.org/dc/terms/"/>
    <ds:schemaRef ds:uri="http://schemas.openxmlformats.org/package/2006/metadata/core-propertie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70F3425C-67E7-4EC5-8C4D-D965EA2DA57B}"/>
</file>

<file path=customXml/itemProps4.xml><?xml version="1.0" encoding="utf-8"?>
<ds:datastoreItem xmlns:ds="http://schemas.openxmlformats.org/officeDocument/2006/customXml" ds:itemID="{5B1E5716-979F-4F7C-A2F5-EDA598FA359D}">
  <ds:schemaRefs>
    <ds:schemaRef ds:uri="http://www.w3.org/2001/XMLSchema"/>
    <ds:schemaRef ds:uri="http://www.boldonjames.com/2008/01/sie/internal/label"/>
  </ds:schemaRefs>
</ds:datastoreItem>
</file>

<file path=customXml/itemProps5.xml><?xml version="1.0" encoding="utf-8"?>
<ds:datastoreItem xmlns:ds="http://schemas.openxmlformats.org/officeDocument/2006/customXml" ds:itemID="{D7B4D020-302E-46DC-934D-73FCB4F9EF28}"/>
</file>

<file path=docProps/app.xml><?xml version="1.0" encoding="utf-8"?>
<Properties xmlns="http://schemas.openxmlformats.org/officeDocument/2006/extended-properties" xmlns:vt="http://schemas.openxmlformats.org/officeDocument/2006/docPropsVTypes">
  <Template>blank</Template>
  <TotalTime>9514</TotalTime>
  <Words>3820</Words>
  <Application>Microsoft Office PowerPoint</Application>
  <PresentationFormat>On-screen Show (4:3)</PresentationFormat>
  <Paragraphs>808</Paragraphs>
  <Slides>58</Slides>
  <Notes>58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Arial</vt:lpstr>
      <vt:lpstr>Arial Black</vt:lpstr>
      <vt:lpstr>Calibri</vt:lpstr>
      <vt:lpstr>Times New Roman</vt:lpstr>
      <vt:lpstr>Verdana</vt:lpstr>
      <vt:lpstr>Wingdings</vt:lpstr>
      <vt:lpstr>PETRONAS</vt:lpstr>
      <vt:lpstr>APC Training for PCLDPE</vt:lpstr>
      <vt:lpstr>Content</vt:lpstr>
      <vt:lpstr>APC Overview</vt:lpstr>
      <vt:lpstr>APC Overview</vt:lpstr>
      <vt:lpstr>APC Overview</vt:lpstr>
      <vt:lpstr>APC Overview</vt:lpstr>
      <vt:lpstr>PowerPoint Presentation</vt:lpstr>
      <vt:lpstr>PowerPoint Presentation</vt:lpstr>
      <vt:lpstr>Benefits with APC</vt:lpstr>
      <vt:lpstr>PCLDPE APC Overview</vt:lpstr>
      <vt:lpstr>PCLDPE APC Overview</vt:lpstr>
      <vt:lpstr>PCLDPE APC Overview</vt:lpstr>
      <vt:lpstr>PCLDPE APC Overview</vt:lpstr>
      <vt:lpstr>PCLDPE APC Overview</vt:lpstr>
      <vt:lpstr>Web Viewer Overview</vt:lpstr>
      <vt:lpstr>Main Controlled Variables</vt:lpstr>
      <vt:lpstr>a) Melt Flow Index and Diepress</vt:lpstr>
      <vt:lpstr>a) Melt Flow Index and Diepress</vt:lpstr>
      <vt:lpstr>a) Melt Flow Index and Diepress</vt:lpstr>
      <vt:lpstr>b) Gloss</vt:lpstr>
      <vt:lpstr>b) Gloss</vt:lpstr>
      <vt:lpstr>c) Prodspex</vt:lpstr>
      <vt:lpstr>c) Prodspex</vt:lpstr>
      <vt:lpstr>How to operate APC</vt:lpstr>
      <vt:lpstr>How to operate APC</vt:lpstr>
      <vt:lpstr>How to operate APC</vt:lpstr>
      <vt:lpstr>PowerPoint Presentation</vt:lpstr>
      <vt:lpstr>Diepress Low and High Limit</vt:lpstr>
      <vt:lpstr>APC / DCS Internal Logic &amp; Calculation</vt:lpstr>
      <vt:lpstr>APC Internal Logic Calculation</vt:lpstr>
      <vt:lpstr>APC Internal Logic Calculation</vt:lpstr>
      <vt:lpstr>APC Internal Logic Calculation</vt:lpstr>
      <vt:lpstr>DCS Internal Logic Calculation</vt:lpstr>
      <vt:lpstr>DCS Internal Logic Calculation</vt:lpstr>
      <vt:lpstr>DCS Internal Logic Calculation</vt:lpstr>
      <vt:lpstr>DCS Internal Logic Calculation</vt:lpstr>
      <vt:lpstr>DCS Internal Logic Calculation</vt:lpstr>
      <vt:lpstr>DCS Internal Logic Calculation</vt:lpstr>
      <vt:lpstr>Inferential Quality</vt:lpstr>
      <vt:lpstr>Inferential Quality  (IQ)</vt:lpstr>
      <vt:lpstr>MFI Inferential</vt:lpstr>
      <vt:lpstr>Gloss Inferential</vt:lpstr>
      <vt:lpstr>Diepress Inferential</vt:lpstr>
      <vt:lpstr>Inferential Quality  (IQ)</vt:lpstr>
      <vt:lpstr>Inferential Quality  (IQ)</vt:lpstr>
      <vt:lpstr>How to update inferential lab measurement </vt:lpstr>
      <vt:lpstr>How to update inferential  lab measurement via Overview Tab</vt:lpstr>
      <vt:lpstr>Grade Transition Manager</vt:lpstr>
      <vt:lpstr>Grade Transition Manager : Grade Initialization</vt:lpstr>
      <vt:lpstr>Grade Transition Manager :  How to perform Grade Initialization</vt:lpstr>
      <vt:lpstr>Grade Transition Manager :  How to perform Grade Initialization</vt:lpstr>
      <vt:lpstr>Grade Transition Manager :  How to perform Grade Initialization</vt:lpstr>
      <vt:lpstr>Grade Transition Manager : Grade Initialization</vt:lpstr>
      <vt:lpstr>Grade Transition Manager : Grade Initialization</vt:lpstr>
      <vt:lpstr>Grade Transition Manager: Main Transition</vt:lpstr>
      <vt:lpstr>GTM Activity List in PCWS</vt:lpstr>
      <vt:lpstr>PETRONAS Passionate about Progress</vt:lpstr>
      <vt:lpstr>Drawing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APC Training for PCLDPE</dc:title>
  <dc:creator>M Aminuddin B Ishak (GTS/PD&amp;T)</dc:creator>
  <cp:keywords>P37r0n45DCS_InternalInternal</cp:keywords>
  <cp:lastModifiedBy>M Aminuddin B Ishak (GTS/PD&amp;T)</cp:lastModifiedBy>
  <cp:revision>64</cp:revision>
  <dcterms:created xsi:type="dcterms:W3CDTF">2021-03-17T01:52:51Z</dcterms:created>
  <dcterms:modified xsi:type="dcterms:W3CDTF">2021-07-01T04:19:57Z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c024d2ec-7dbc-4e4f-9a5f-82126cfc30eb</vt:lpwstr>
  </property>
  <property fmtid="{D5CDD505-2E9C-101B-9397-08002B2CF9AE}" pid="3" name="bjSaver">
    <vt:lpwstr>VUnp34st/TebEMZ7h5wd7ithQCskIkr6</vt:lpwstr>
  </property>
  <property fmtid="{D5CDD505-2E9C-101B-9397-08002B2CF9AE}" pid="4" name="bjDocumentSecurityLabel">
    <vt:lpwstr>[Internal] </vt:lpwstr>
  </property>
  <property fmtid="{D5CDD505-2E9C-101B-9397-08002B2CF9AE}" pid="5" name="DCSMetadata">
    <vt:lpwstr>P37r0n45DCS_InternalInternal</vt:lpwstr>
  </property>
  <property fmtid="{D5CDD505-2E9C-101B-9397-08002B2CF9AE}" pid="6" name="MSIP_Label_4978d09f-c8de-446a-ad17-731bb8b4c23e_ActionId">
    <vt:lpwstr>64e48424-3a1f-45af-b3a3-98e17827ab28</vt:lpwstr>
  </property>
  <property fmtid="{D5CDD505-2E9C-101B-9397-08002B2CF9AE}" pid="7" name="MSIP_Label_4978d09f-c8de-446a-ad17-731bb8b4c23e_Name">
    <vt:lpwstr>Internal Use \ For Internal Distribution Only</vt:lpwstr>
  </property>
  <property fmtid="{D5CDD505-2E9C-101B-9397-08002B2CF9AE}" pid="8" name="MSIP_Label_4978d09f-c8de-446a-ad17-731bb8b4c23e_SetDate">
    <vt:lpwstr>2025-04-05T23:12:36Z</vt:lpwstr>
  </property>
  <property fmtid="{D5CDD505-2E9C-101B-9397-08002B2CF9AE}" pid="9" name="MSIP_Label_4978d09f-c8de-446a-ad17-731bb8b4c23e_SiteId">
    <vt:lpwstr>3b2e8941-7948-4131-978a-b2dfc7295091</vt:lpwstr>
  </property>
  <property fmtid="{D5CDD505-2E9C-101B-9397-08002B2CF9AE}" pid="10" name="MSIP_Label_4978d09f-c8de-446a-ad17-731bb8b4c23e_Enabled">
    <vt:lpwstr>True</vt:lpwstr>
  </property>
  <property fmtid="{D5CDD505-2E9C-101B-9397-08002B2CF9AE}" pid="11" name="bjDocumentLabelXML">
    <vt:lpwstr>&lt;?xml version="1.0" encoding="us-ascii"?&gt;&lt;sisl xmlns:xsi="http://www.w3.org/2001/XMLSchema-instance" xmlns:xsd="http://www.w3.org/2001/XMLSchema" sislVersion="0" policy="a894df29-9e07-45ae-95a6-4e7eb881815a" origin="userSelected" xmlns="http://www.boldonj</vt:lpwstr>
  </property>
  <property fmtid="{D5CDD505-2E9C-101B-9397-08002B2CF9AE}" pid="12" name="bjDocumentLabelXML-0">
    <vt:lpwstr>ames.com/2008/01/sie/internal/label"&gt;&lt;element uid="fc6b8280-ed85-41e2-bcb5-17f2674e7dc3" value="" /&gt;&lt;element uid="63fe904a-5fdc-4578-a9e9-8bed5f54c116" value="" /&gt;&lt;element uid="156167bd-046a-459b-9d5a-a42ee179a501" value="" /&gt;&lt;/sisl&gt;</vt:lpwstr>
  </property>
  <property fmtid="{D5CDD505-2E9C-101B-9397-08002B2CF9AE}" pid="13" name="ContentTypeId">
    <vt:lpwstr>0x010100790DFB78D8531E479B710DA00D706E1B01002CF1DDBAFD6CDE4790C7E67795670952</vt:lpwstr>
  </property>
  <property fmtid="{D5CDD505-2E9C-101B-9397-08002B2CF9AE}" pid="14" name="MSIP_Label_4978d09f-c8de-446a-ad17-731bb8b4c23e_Removed">
    <vt:lpwstr>False</vt:lpwstr>
  </property>
  <property fmtid="{D5CDD505-2E9C-101B-9397-08002B2CF9AE}" pid="15" name="MSIP_Label_4978d09f-c8de-446a-ad17-731bb8b4c23e_Parent">
    <vt:lpwstr>93032b8c-ea16-4861-9809-da2652c2e7c3</vt:lpwstr>
  </property>
  <property fmtid="{D5CDD505-2E9C-101B-9397-08002B2CF9AE}" pid="16" name="MSIP_Label_4978d09f-c8de-446a-ad17-731bb8b4c23e_Extended_MSFT_Method">
    <vt:lpwstr>Standard</vt:lpwstr>
  </property>
  <property fmtid="{D5CDD505-2E9C-101B-9397-08002B2CF9AE}" pid="17" name="MSIP_Label_93032b8c-ea16-4861-9809-da2652c2e7c3_Enabled">
    <vt:lpwstr>True</vt:lpwstr>
  </property>
  <property fmtid="{D5CDD505-2E9C-101B-9397-08002B2CF9AE}" pid="18" name="MSIP_Label_93032b8c-ea16-4861-9809-da2652c2e7c3_SiteId">
    <vt:lpwstr>3b2e8941-7948-4131-978a-b2dfc7295091</vt:lpwstr>
  </property>
  <property fmtid="{D5CDD505-2E9C-101B-9397-08002B2CF9AE}" pid="19" name="MSIP_Label_93032b8c-ea16-4861-9809-da2652c2e7c3_SetDate">
    <vt:lpwstr>2025-04-05T23:12:36Z</vt:lpwstr>
  </property>
  <property fmtid="{D5CDD505-2E9C-101B-9397-08002B2CF9AE}" pid="20" name="MSIP_Label_93032b8c-ea16-4861-9809-da2652c2e7c3_Name">
    <vt:lpwstr>Internal Use</vt:lpwstr>
  </property>
  <property fmtid="{D5CDD505-2E9C-101B-9397-08002B2CF9AE}" pid="21" name="MSIP_Label_93032b8c-ea16-4861-9809-da2652c2e7c3_ActionId">
    <vt:lpwstr>eca61663-be81-4e4b-b24d-df290981683a</vt:lpwstr>
  </property>
  <property fmtid="{D5CDD505-2E9C-101B-9397-08002B2CF9AE}" pid="22" name="MSIP_Label_93032b8c-ea16-4861-9809-da2652c2e7c3_Extended_MSFT_Method">
    <vt:lpwstr>Standard</vt:lpwstr>
  </property>
  <property fmtid="{D5CDD505-2E9C-101B-9397-08002B2CF9AE}" pid="23" name="Sensitivity">
    <vt:lpwstr>Internal Use \ For Internal Distribution Only Internal Use</vt:lpwstr>
  </property>
  <property fmtid="{D5CDD505-2E9C-101B-9397-08002B2CF9AE}" pid="24" name="Business GTS">
    <vt:lpwstr>8;#Default|ed352a22-1a5d-4fe9-9116-40d4c3a3d56a</vt:lpwstr>
  </property>
  <property fmtid="{D5CDD505-2E9C-101B-9397-08002B2CF9AE}" pid="25" name="Business_x0020_GTS">
    <vt:lpwstr>8;#Default|ed352a22-1a5d-4fe9-9116-40d4c3a3d56a</vt:lpwstr>
  </property>
  <property fmtid="{D5CDD505-2E9C-101B-9397-08002B2CF9AE}" pid="26" name="MediaServiceImageTags">
    <vt:lpwstr/>
  </property>
  <property fmtid="{D5CDD505-2E9C-101B-9397-08002B2CF9AE}" pid="27" name="lcf76f155ced4ddcb4097134ff3c332f">
    <vt:lpwstr/>
  </property>
</Properties>
</file>