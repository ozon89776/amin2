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omments/modernComment_15B_AF1EC15E.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79"/>
  </p:notesMasterIdLst>
  <p:handoutMasterIdLst>
    <p:handoutMasterId r:id="rId80"/>
  </p:handoutMasterIdLst>
  <p:sldIdLst>
    <p:sldId id="299" r:id="rId5"/>
    <p:sldId id="292" r:id="rId6"/>
    <p:sldId id="303" r:id="rId7"/>
    <p:sldId id="347" r:id="rId8"/>
    <p:sldId id="305" r:id="rId9"/>
    <p:sldId id="307" r:id="rId10"/>
    <p:sldId id="308" r:id="rId11"/>
    <p:sldId id="312" r:id="rId12"/>
    <p:sldId id="309" r:id="rId13"/>
    <p:sldId id="310" r:id="rId14"/>
    <p:sldId id="311" r:id="rId15"/>
    <p:sldId id="313" r:id="rId16"/>
    <p:sldId id="314" r:id="rId17"/>
    <p:sldId id="315" r:id="rId18"/>
    <p:sldId id="329" r:id="rId19"/>
    <p:sldId id="316" r:id="rId20"/>
    <p:sldId id="317" r:id="rId21"/>
    <p:sldId id="318" r:id="rId22"/>
    <p:sldId id="319" r:id="rId23"/>
    <p:sldId id="320" r:id="rId24"/>
    <p:sldId id="330" r:id="rId25"/>
    <p:sldId id="331" r:id="rId26"/>
    <p:sldId id="358" r:id="rId27"/>
    <p:sldId id="359" r:id="rId28"/>
    <p:sldId id="360" r:id="rId29"/>
    <p:sldId id="361" r:id="rId30"/>
    <p:sldId id="362" r:id="rId31"/>
    <p:sldId id="328" r:id="rId32"/>
    <p:sldId id="321" r:id="rId33"/>
    <p:sldId id="322" r:id="rId34"/>
    <p:sldId id="323" r:id="rId35"/>
    <p:sldId id="324" r:id="rId36"/>
    <p:sldId id="325" r:id="rId37"/>
    <p:sldId id="326" r:id="rId38"/>
    <p:sldId id="327" r:id="rId39"/>
    <p:sldId id="333" r:id="rId40"/>
    <p:sldId id="334" r:id="rId41"/>
    <p:sldId id="348" r:id="rId42"/>
    <p:sldId id="350" r:id="rId43"/>
    <p:sldId id="352" r:id="rId44"/>
    <p:sldId id="351" r:id="rId45"/>
    <p:sldId id="353" r:id="rId46"/>
    <p:sldId id="354" r:id="rId47"/>
    <p:sldId id="355" r:id="rId48"/>
    <p:sldId id="356" r:id="rId49"/>
    <p:sldId id="357" r:id="rId50"/>
    <p:sldId id="1124" r:id="rId51"/>
    <p:sldId id="1115" r:id="rId52"/>
    <p:sldId id="1125" r:id="rId53"/>
    <p:sldId id="336" r:id="rId54"/>
    <p:sldId id="1126" r:id="rId55"/>
    <p:sldId id="1127" r:id="rId56"/>
    <p:sldId id="1128" r:id="rId57"/>
    <p:sldId id="338" r:id="rId58"/>
    <p:sldId id="1130" r:id="rId59"/>
    <p:sldId id="1129" r:id="rId60"/>
    <p:sldId id="1132" r:id="rId61"/>
    <p:sldId id="343" r:id="rId62"/>
    <p:sldId id="1133" r:id="rId63"/>
    <p:sldId id="341" r:id="rId64"/>
    <p:sldId id="1135" r:id="rId65"/>
    <p:sldId id="1134" r:id="rId66"/>
    <p:sldId id="1136" r:id="rId67"/>
    <p:sldId id="1137" r:id="rId68"/>
    <p:sldId id="342" r:id="rId69"/>
    <p:sldId id="339" r:id="rId70"/>
    <p:sldId id="1139" r:id="rId71"/>
    <p:sldId id="1140" r:id="rId72"/>
    <p:sldId id="1138" r:id="rId73"/>
    <p:sldId id="344" r:id="rId74"/>
    <p:sldId id="1141" r:id="rId75"/>
    <p:sldId id="1142" r:id="rId76"/>
    <p:sldId id="346" r:id="rId77"/>
    <p:sldId id="302"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8164D4A-C429-4880-B85D-03180A2F3B3A}">
          <p14:sldIdLst>
            <p14:sldId id="299"/>
          </p14:sldIdLst>
        </p14:section>
        <p14:section name="Intro" id="{07F3F347-75F9-46FB-A1C2-2D667AB2DE41}">
          <p14:sldIdLst>
            <p14:sldId id="292"/>
            <p14:sldId id="303"/>
            <p14:sldId id="347"/>
            <p14:sldId id="305"/>
            <p14:sldId id="307"/>
            <p14:sldId id="308"/>
            <p14:sldId id="312"/>
            <p14:sldId id="309"/>
            <p14:sldId id="310"/>
            <p14:sldId id="311"/>
            <p14:sldId id="313"/>
            <p14:sldId id="314"/>
            <p14:sldId id="315"/>
          </p14:sldIdLst>
        </p14:section>
        <p14:section name="Assessment Techniques" id="{A99A32EF-8699-4879-9CC9-7F00A1CFFA15}">
          <p14:sldIdLst>
            <p14:sldId id="329"/>
            <p14:sldId id="316"/>
            <p14:sldId id="317"/>
            <p14:sldId id="318"/>
            <p14:sldId id="319"/>
            <p14:sldId id="320"/>
          </p14:sldIdLst>
        </p14:section>
        <p14:section name="Examples BLCA" id="{79C7EFDD-D265-417C-9AB3-94168E02A3ED}">
          <p14:sldIdLst>
            <p14:sldId id="330"/>
            <p14:sldId id="331"/>
            <p14:sldId id="358"/>
            <p14:sldId id="359"/>
            <p14:sldId id="360"/>
            <p14:sldId id="361"/>
            <p14:sldId id="362"/>
          </p14:sldIdLst>
        </p14:section>
        <p14:section name="Best Practices" id="{CE57883F-68E1-4DB3-B42F-08DA9501A22A}">
          <p14:sldIdLst>
            <p14:sldId id="328"/>
            <p14:sldId id="321"/>
            <p14:sldId id="322"/>
            <p14:sldId id="323"/>
            <p14:sldId id="324"/>
            <p14:sldId id="325"/>
            <p14:sldId id="326"/>
            <p14:sldId id="327"/>
          </p14:sldIdLst>
        </p14:section>
        <p14:section name="Sample Results &amp; Reporting" id="{59123029-D1AB-456D-AC57-399DD476C240}">
          <p14:sldIdLst>
            <p14:sldId id="333"/>
            <p14:sldId id="334"/>
            <p14:sldId id="348"/>
            <p14:sldId id="350"/>
            <p14:sldId id="352"/>
            <p14:sldId id="351"/>
            <p14:sldId id="353"/>
            <p14:sldId id="354"/>
            <p14:sldId id="355"/>
            <p14:sldId id="356"/>
            <p14:sldId id="357"/>
            <p14:sldId id="1124"/>
            <p14:sldId id="1115"/>
            <p14:sldId id="1125"/>
          </p14:sldIdLst>
        </p14:section>
        <p14:section name="Configuring MDpro" id="{B2C8579F-3F11-4B83-A212-60E8BD791060}">
          <p14:sldIdLst>
            <p14:sldId id="336"/>
            <p14:sldId id="1126"/>
            <p14:sldId id="1127"/>
            <p14:sldId id="1128"/>
            <p14:sldId id="338"/>
            <p14:sldId id="1130"/>
            <p14:sldId id="1129"/>
            <p14:sldId id="1132"/>
            <p14:sldId id="343"/>
            <p14:sldId id="1133"/>
            <p14:sldId id="341"/>
            <p14:sldId id="1135"/>
            <p14:sldId id="1134"/>
            <p14:sldId id="1136"/>
            <p14:sldId id="1137"/>
            <p14:sldId id="342"/>
            <p14:sldId id="339"/>
            <p14:sldId id="1139"/>
            <p14:sldId id="1140"/>
            <p14:sldId id="1138"/>
            <p14:sldId id="344"/>
            <p14:sldId id="1141"/>
            <p14:sldId id="1142"/>
            <p14:sldId id="346"/>
            <p14:sldId id="302"/>
          </p14:sldIdLst>
        </p14:section>
      </p14:sectionLst>
    </p:ext>
    <p:ext uri="{EFAFB233-063F-42B5-8137-9DF3F51BA10A}">
      <p15:sldGuideLst xmlns:p15="http://schemas.microsoft.com/office/powerpoint/2012/main">
        <p15:guide id="1" orient="horz" pos="2228"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59B2E53-C5A4-937D-914D-B9DF8138C463}" name="E Po Low (GTS/PT&amp;HSSE)" initials="" userId="S::epo.low@petronas.com::e509fef0-59b2-4be8-af33-58845cc6d5da" providerId="AD"/>
  <p188:author id="{4247289C-3F82-1494-9EE1-7EFA55D2A786}" name="Balqees Zailani - Ts. (GTS/PT&amp;HSSE)" initials="BZ" userId="S::balqees.zailani@petronas.com::fe475f5a-4ca9-479d-a1b1-81b40500074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419A"/>
    <a:srgbClr val="00B1A9"/>
    <a:srgbClr val="FFFFFF"/>
    <a:srgbClr val="FFCCCC"/>
    <a:srgbClr val="FDB924"/>
    <a:srgbClr val="3C3835"/>
    <a:srgbClr val="BFD730"/>
    <a:srgbClr val="763F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AFE2C1-21CD-4672-B20C-CF6CC60345BD}" v="144" dt="2026-08-04T02:42:33.0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orient="horz" pos="2228"/>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handoutMaster" Target="handoutMasters/handoutMaster1.xml"/><Relationship Id="rId85"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88" Type="http://schemas.openxmlformats.org/officeDocument/2006/relationships/customXml" Target="../customXml/item4.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microsoft.com/office/2018/10/relationships/authors" Target="authors.xml"/><Relationship Id="rId61" Type="http://schemas.openxmlformats.org/officeDocument/2006/relationships/slide" Target="slides/slide57.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lqees Zailani - Ts. (GTS/PT&amp;HSSE)" userId="fe475f5a-4ca9-479d-a1b1-81b40500074d" providerId="ADAL" clId="{2A01441F-33B6-45EA-9A4F-89E7E2A41057}"/>
    <pc:docChg chg="undo custSel addSld delSld modSld addSection modSection">
      <pc:chgData name="Balqees Zailani - Ts. (GTS/PT&amp;HSSE)" userId="fe475f5a-4ca9-479d-a1b1-81b40500074d" providerId="ADAL" clId="{2A01441F-33B6-45EA-9A4F-89E7E2A41057}" dt="2026-07-21T07:11:36.385" v="950" actId="1076"/>
      <pc:docMkLst>
        <pc:docMk/>
      </pc:docMkLst>
      <pc:sldChg chg="addSp delSp modSp mod">
        <pc:chgData name="Balqees Zailani - Ts. (GTS/PT&amp;HSSE)" userId="fe475f5a-4ca9-479d-a1b1-81b40500074d" providerId="ADAL" clId="{2A01441F-33B6-45EA-9A4F-89E7E2A41057}" dt="2026-07-20T03:51:37.422" v="635" actId="113"/>
        <pc:sldMkLst>
          <pc:docMk/>
          <pc:sldMk cId="4006308049" sldId="292"/>
        </pc:sldMkLst>
        <pc:spChg chg="mod">
          <ac:chgData name="Balqees Zailani - Ts. (GTS/PT&amp;HSSE)" userId="fe475f5a-4ca9-479d-a1b1-81b40500074d" providerId="ADAL" clId="{2A01441F-33B6-45EA-9A4F-89E7E2A41057}" dt="2026-07-20T03:45:45.171" v="626"/>
          <ac:spMkLst>
            <pc:docMk/>
            <pc:sldMk cId="4006308049" sldId="292"/>
            <ac:spMk id="5" creationId="{3B478372-C2EE-A04D-0B4F-89C1ECB17A09}"/>
          </ac:spMkLst>
        </pc:spChg>
        <pc:spChg chg="add mod">
          <ac:chgData name="Balqees Zailani - Ts. (GTS/PT&amp;HSSE)" userId="fe475f5a-4ca9-479d-a1b1-81b40500074d" providerId="ADAL" clId="{2A01441F-33B6-45EA-9A4F-89E7E2A41057}" dt="2026-07-20T03:45:51.947" v="627" actId="1076"/>
          <ac:spMkLst>
            <pc:docMk/>
            <pc:sldMk cId="4006308049" sldId="292"/>
            <ac:spMk id="9" creationId="{88229497-1F73-2266-02C3-6870FC008D11}"/>
          </ac:spMkLst>
        </pc:spChg>
        <pc:spChg chg="add mod">
          <ac:chgData name="Balqees Zailani - Ts. (GTS/PT&amp;HSSE)" userId="fe475f5a-4ca9-479d-a1b1-81b40500074d" providerId="ADAL" clId="{2A01441F-33B6-45EA-9A4F-89E7E2A41057}" dt="2026-07-20T03:51:28.200" v="632" actId="113"/>
          <ac:spMkLst>
            <pc:docMk/>
            <pc:sldMk cId="4006308049" sldId="292"/>
            <ac:spMk id="10" creationId="{71530C7C-B387-BAA3-6EC9-9FDB75589287}"/>
          </ac:spMkLst>
        </pc:spChg>
        <pc:spChg chg="add mod">
          <ac:chgData name="Balqees Zailani - Ts. (GTS/PT&amp;HSSE)" userId="fe475f5a-4ca9-479d-a1b1-81b40500074d" providerId="ADAL" clId="{2A01441F-33B6-45EA-9A4F-89E7E2A41057}" dt="2026-07-20T03:51:34.878" v="634" actId="113"/>
          <ac:spMkLst>
            <pc:docMk/>
            <pc:sldMk cId="4006308049" sldId="292"/>
            <ac:spMk id="11" creationId="{AF523AC7-F3F0-4760-0670-A89F67673DF3}"/>
          </ac:spMkLst>
        </pc:spChg>
        <pc:spChg chg="add mod">
          <ac:chgData name="Balqees Zailani - Ts. (GTS/PT&amp;HSSE)" userId="fe475f5a-4ca9-479d-a1b1-81b40500074d" providerId="ADAL" clId="{2A01441F-33B6-45EA-9A4F-89E7E2A41057}" dt="2026-07-20T03:51:37.422" v="635" actId="113"/>
          <ac:spMkLst>
            <pc:docMk/>
            <pc:sldMk cId="4006308049" sldId="292"/>
            <ac:spMk id="12" creationId="{CFB08B31-D031-206F-05C8-4A5FADF0F418}"/>
          </ac:spMkLst>
        </pc:spChg>
        <pc:spChg chg="add mod">
          <ac:chgData name="Balqees Zailani - Ts. (GTS/PT&amp;HSSE)" userId="fe475f5a-4ca9-479d-a1b1-81b40500074d" providerId="ADAL" clId="{2A01441F-33B6-45EA-9A4F-89E7E2A41057}" dt="2026-07-20T03:45:51.947" v="627" actId="1076"/>
          <ac:spMkLst>
            <pc:docMk/>
            <pc:sldMk cId="4006308049" sldId="292"/>
            <ac:spMk id="13" creationId="{8CC00DD4-F665-2226-CBDA-1DF2441AE979}"/>
          </ac:spMkLst>
        </pc:spChg>
        <pc:spChg chg="add mod">
          <ac:chgData name="Balqees Zailani - Ts. (GTS/PT&amp;HSSE)" userId="fe475f5a-4ca9-479d-a1b1-81b40500074d" providerId="ADAL" clId="{2A01441F-33B6-45EA-9A4F-89E7E2A41057}" dt="2026-07-20T03:45:51.947" v="627" actId="1076"/>
          <ac:spMkLst>
            <pc:docMk/>
            <pc:sldMk cId="4006308049" sldId="292"/>
            <ac:spMk id="14" creationId="{43D3002D-B4A0-A991-FE45-3DCDA16AA86B}"/>
          </ac:spMkLst>
        </pc:spChg>
        <pc:picChg chg="add mod">
          <ac:chgData name="Balqees Zailani - Ts. (GTS/PT&amp;HSSE)" userId="fe475f5a-4ca9-479d-a1b1-81b40500074d" providerId="ADAL" clId="{2A01441F-33B6-45EA-9A4F-89E7E2A41057}" dt="2026-07-20T03:45:51.947" v="627" actId="1076"/>
          <ac:picMkLst>
            <pc:docMk/>
            <pc:sldMk cId="4006308049" sldId="292"/>
            <ac:picMk id="15" creationId="{2FA2A101-7EF0-5F1D-C114-12B485F2495D}"/>
          </ac:picMkLst>
        </pc:picChg>
        <pc:picChg chg="add mod">
          <ac:chgData name="Balqees Zailani - Ts. (GTS/PT&amp;HSSE)" userId="fe475f5a-4ca9-479d-a1b1-81b40500074d" providerId="ADAL" clId="{2A01441F-33B6-45EA-9A4F-89E7E2A41057}" dt="2026-07-20T03:45:51.947" v="627" actId="1076"/>
          <ac:picMkLst>
            <pc:docMk/>
            <pc:sldMk cId="4006308049" sldId="292"/>
            <ac:picMk id="16" creationId="{7D5817F4-DD74-E55E-4F09-BC1BEC2A7075}"/>
          </ac:picMkLst>
        </pc:picChg>
        <pc:picChg chg="add mod">
          <ac:chgData name="Balqees Zailani - Ts. (GTS/PT&amp;HSSE)" userId="fe475f5a-4ca9-479d-a1b1-81b40500074d" providerId="ADAL" clId="{2A01441F-33B6-45EA-9A4F-89E7E2A41057}" dt="2026-07-20T03:45:51.947" v="627" actId="1076"/>
          <ac:picMkLst>
            <pc:docMk/>
            <pc:sldMk cId="4006308049" sldId="292"/>
            <ac:picMk id="17" creationId="{A7D57CBF-1F27-134A-D74F-62D597EAC81C}"/>
          </ac:picMkLst>
        </pc:picChg>
      </pc:sldChg>
      <pc:sldChg chg="modSp mod">
        <pc:chgData name="Balqees Zailani - Ts. (GTS/PT&amp;HSSE)" userId="fe475f5a-4ca9-479d-a1b1-81b40500074d" providerId="ADAL" clId="{2A01441F-33B6-45EA-9A4F-89E7E2A41057}" dt="2026-07-17T08:02:05.958" v="75" actId="27107"/>
        <pc:sldMkLst>
          <pc:docMk/>
          <pc:sldMk cId="3429400232" sldId="299"/>
        </pc:sldMkLst>
        <pc:spChg chg="mod">
          <ac:chgData name="Balqees Zailani - Ts. (GTS/PT&amp;HSSE)" userId="fe475f5a-4ca9-479d-a1b1-81b40500074d" providerId="ADAL" clId="{2A01441F-33B6-45EA-9A4F-89E7E2A41057}" dt="2026-07-17T08:02:05.958" v="75" actId="27107"/>
          <ac:spMkLst>
            <pc:docMk/>
            <pc:sldMk cId="3429400232" sldId="299"/>
            <ac:spMk id="3" creationId="{5758101D-3F77-5643-91AE-460B6E41963E}"/>
          </ac:spMkLst>
        </pc:spChg>
        <pc:spChg chg="mod">
          <ac:chgData name="Balqees Zailani - Ts. (GTS/PT&amp;HSSE)" userId="fe475f5a-4ca9-479d-a1b1-81b40500074d" providerId="ADAL" clId="{2A01441F-33B6-45EA-9A4F-89E7E2A41057}" dt="2026-07-17T08:00:56.885" v="32" actId="20577"/>
          <ac:spMkLst>
            <pc:docMk/>
            <pc:sldMk cId="3429400232" sldId="299"/>
            <ac:spMk id="4" creationId="{C8E52C65-E3C6-F241-A182-0F2553B6C979}"/>
          </ac:spMkLst>
        </pc:spChg>
      </pc:sldChg>
      <pc:sldChg chg="modSp mod">
        <pc:chgData name="Balqees Zailani - Ts. (GTS/PT&amp;HSSE)" userId="fe475f5a-4ca9-479d-a1b1-81b40500074d" providerId="ADAL" clId="{2A01441F-33B6-45EA-9A4F-89E7E2A41057}" dt="2026-07-20T03:38:54.972" v="598" actId="20577"/>
        <pc:sldMkLst>
          <pc:docMk/>
          <pc:sldMk cId="3164451226" sldId="303"/>
        </pc:sldMkLst>
        <pc:spChg chg="mod">
          <ac:chgData name="Balqees Zailani - Ts. (GTS/PT&amp;HSSE)" userId="fe475f5a-4ca9-479d-a1b1-81b40500074d" providerId="ADAL" clId="{2A01441F-33B6-45EA-9A4F-89E7E2A41057}" dt="2026-07-20T03:38:54.972" v="598" actId="20577"/>
          <ac:spMkLst>
            <pc:docMk/>
            <pc:sldMk cId="3164451226" sldId="303"/>
            <ac:spMk id="5" creationId="{48B1ED89-2E23-590C-DE4F-37CA819FB580}"/>
          </ac:spMkLst>
        </pc:spChg>
      </pc:sldChg>
      <pc:sldChg chg="addSp delSp modSp mod">
        <pc:chgData name="Balqees Zailani - Ts. (GTS/PT&amp;HSSE)" userId="fe475f5a-4ca9-479d-a1b1-81b40500074d" providerId="ADAL" clId="{2A01441F-33B6-45EA-9A4F-89E7E2A41057}" dt="2026-07-20T03:59:28.380" v="735" actId="207"/>
        <pc:sldMkLst>
          <pc:docMk/>
          <pc:sldMk cId="2245917989" sldId="305"/>
        </pc:sldMkLst>
        <pc:spChg chg="add mod">
          <ac:chgData name="Balqees Zailani - Ts. (GTS/PT&amp;HSSE)" userId="fe475f5a-4ca9-479d-a1b1-81b40500074d" providerId="ADAL" clId="{2A01441F-33B6-45EA-9A4F-89E7E2A41057}" dt="2026-07-20T03:59:00.486" v="731" actId="1076"/>
          <ac:spMkLst>
            <pc:docMk/>
            <pc:sldMk cId="2245917989" sldId="305"/>
            <ac:spMk id="8" creationId="{38FB25C7-B976-2097-9F99-26339CFF9C29}"/>
          </ac:spMkLst>
        </pc:spChg>
        <pc:spChg chg="add mod">
          <ac:chgData name="Balqees Zailani - Ts. (GTS/PT&amp;HSSE)" userId="fe475f5a-4ca9-479d-a1b1-81b40500074d" providerId="ADAL" clId="{2A01441F-33B6-45EA-9A4F-89E7E2A41057}" dt="2026-07-20T03:59:24.927" v="734" actId="207"/>
          <ac:spMkLst>
            <pc:docMk/>
            <pc:sldMk cId="2245917989" sldId="305"/>
            <ac:spMk id="9" creationId="{8A71C06E-05CB-16D5-339B-2AF000FBEF7A}"/>
          </ac:spMkLst>
        </pc:spChg>
        <pc:spChg chg="add mod">
          <ac:chgData name="Balqees Zailani - Ts. (GTS/PT&amp;HSSE)" userId="fe475f5a-4ca9-479d-a1b1-81b40500074d" providerId="ADAL" clId="{2A01441F-33B6-45EA-9A4F-89E7E2A41057}" dt="2026-07-20T03:59:28.380" v="735" actId="207"/>
          <ac:spMkLst>
            <pc:docMk/>
            <pc:sldMk cId="2245917989" sldId="305"/>
            <ac:spMk id="12" creationId="{74E73F79-50D8-A5EF-3A8F-7AC953B9B2FA}"/>
          </ac:spMkLst>
        </pc:spChg>
        <pc:spChg chg="add mod">
          <ac:chgData name="Balqees Zailani - Ts. (GTS/PT&amp;HSSE)" userId="fe475f5a-4ca9-479d-a1b1-81b40500074d" providerId="ADAL" clId="{2A01441F-33B6-45EA-9A4F-89E7E2A41057}" dt="2026-07-20T03:59:00.486" v="731" actId="1076"/>
          <ac:spMkLst>
            <pc:docMk/>
            <pc:sldMk cId="2245917989" sldId="305"/>
            <ac:spMk id="13" creationId="{F1375E67-A063-5278-97BD-3BD583DEBDE1}"/>
          </ac:spMkLst>
        </pc:spChg>
        <pc:graphicFrameChg chg="add mod modGraphic">
          <ac:chgData name="Balqees Zailani - Ts. (GTS/PT&amp;HSSE)" userId="fe475f5a-4ca9-479d-a1b1-81b40500074d" providerId="ADAL" clId="{2A01441F-33B6-45EA-9A4F-89E7E2A41057}" dt="2026-07-20T03:59:20.858" v="733" actId="207"/>
          <ac:graphicFrameMkLst>
            <pc:docMk/>
            <pc:sldMk cId="2245917989" sldId="305"/>
            <ac:graphicFrameMk id="4" creationId="{64F5D779-4110-E0AF-2014-B281B2D7D6E9}"/>
          </ac:graphicFrameMkLst>
        </pc:graphicFrameChg>
      </pc:sldChg>
      <pc:sldChg chg="modSp mod">
        <pc:chgData name="Balqees Zailani - Ts. (GTS/PT&amp;HSSE)" userId="fe475f5a-4ca9-479d-a1b1-81b40500074d" providerId="ADAL" clId="{2A01441F-33B6-45EA-9A4F-89E7E2A41057}" dt="2026-07-21T01:46:06.624" v="779" actId="1038"/>
        <pc:sldMkLst>
          <pc:docMk/>
          <pc:sldMk cId="3890968208" sldId="310"/>
        </pc:sldMkLst>
        <pc:graphicFrameChg chg="mod modGraphic">
          <ac:chgData name="Balqees Zailani - Ts. (GTS/PT&amp;HSSE)" userId="fe475f5a-4ca9-479d-a1b1-81b40500074d" providerId="ADAL" clId="{2A01441F-33B6-45EA-9A4F-89E7E2A41057}" dt="2026-07-21T01:46:00.666" v="774" actId="20577"/>
          <ac:graphicFrameMkLst>
            <pc:docMk/>
            <pc:sldMk cId="3890968208" sldId="310"/>
            <ac:graphicFrameMk id="10" creationId="{23F9A73E-001E-58F7-BA1F-A4805DD58623}"/>
          </ac:graphicFrameMkLst>
        </pc:graphicFrameChg>
        <pc:cxnChg chg="mod">
          <ac:chgData name="Balqees Zailani - Ts. (GTS/PT&amp;HSSE)" userId="fe475f5a-4ca9-479d-a1b1-81b40500074d" providerId="ADAL" clId="{2A01441F-33B6-45EA-9A4F-89E7E2A41057}" dt="2026-07-21T01:45:31.537" v="755" actId="1076"/>
          <ac:cxnSpMkLst>
            <pc:docMk/>
            <pc:sldMk cId="3890968208" sldId="310"/>
            <ac:cxnSpMk id="8" creationId="{052CB5EA-DFFC-10BC-3AC8-76006CC5E086}"/>
          </ac:cxnSpMkLst>
        </pc:cxnChg>
        <pc:cxnChg chg="mod">
          <ac:chgData name="Balqees Zailani - Ts. (GTS/PT&amp;HSSE)" userId="fe475f5a-4ca9-479d-a1b1-81b40500074d" providerId="ADAL" clId="{2A01441F-33B6-45EA-9A4F-89E7E2A41057}" dt="2026-07-21T01:45:36.419" v="756" actId="1076"/>
          <ac:cxnSpMkLst>
            <pc:docMk/>
            <pc:sldMk cId="3890968208" sldId="310"/>
            <ac:cxnSpMk id="9" creationId="{CE8722E6-ECDF-96CD-1FD3-9B621C396CBD}"/>
          </ac:cxnSpMkLst>
        </pc:cxnChg>
        <pc:cxnChg chg="mod">
          <ac:chgData name="Balqees Zailani - Ts. (GTS/PT&amp;HSSE)" userId="fe475f5a-4ca9-479d-a1b1-81b40500074d" providerId="ADAL" clId="{2A01441F-33B6-45EA-9A4F-89E7E2A41057}" dt="2026-07-21T01:45:40.187" v="757" actId="1076"/>
          <ac:cxnSpMkLst>
            <pc:docMk/>
            <pc:sldMk cId="3890968208" sldId="310"/>
            <ac:cxnSpMk id="11" creationId="{FBD566F4-7530-FF00-8D45-F7E02C46F26D}"/>
          </ac:cxnSpMkLst>
        </pc:cxnChg>
        <pc:cxnChg chg="mod">
          <ac:chgData name="Balqees Zailani - Ts. (GTS/PT&amp;HSSE)" userId="fe475f5a-4ca9-479d-a1b1-81b40500074d" providerId="ADAL" clId="{2A01441F-33B6-45EA-9A4F-89E7E2A41057}" dt="2026-07-21T01:45:49.266" v="766" actId="1035"/>
          <ac:cxnSpMkLst>
            <pc:docMk/>
            <pc:sldMk cId="3890968208" sldId="310"/>
            <ac:cxnSpMk id="12" creationId="{1980939C-02A7-4A39-15F0-F39A8174DA17}"/>
          </ac:cxnSpMkLst>
        </pc:cxnChg>
        <pc:cxnChg chg="mod">
          <ac:chgData name="Balqees Zailani - Ts. (GTS/PT&amp;HSSE)" userId="fe475f5a-4ca9-479d-a1b1-81b40500074d" providerId="ADAL" clId="{2A01441F-33B6-45EA-9A4F-89E7E2A41057}" dt="2026-07-21T01:45:51.244" v="767" actId="1076"/>
          <ac:cxnSpMkLst>
            <pc:docMk/>
            <pc:sldMk cId="3890968208" sldId="310"/>
            <ac:cxnSpMk id="13" creationId="{F62E9329-AD70-0A8D-847E-C8E30234E424}"/>
          </ac:cxnSpMkLst>
        </pc:cxnChg>
        <pc:cxnChg chg="mod">
          <ac:chgData name="Balqees Zailani - Ts. (GTS/PT&amp;HSSE)" userId="fe475f5a-4ca9-479d-a1b1-81b40500074d" providerId="ADAL" clId="{2A01441F-33B6-45EA-9A4F-89E7E2A41057}" dt="2026-07-21T01:45:55.939" v="772" actId="1038"/>
          <ac:cxnSpMkLst>
            <pc:docMk/>
            <pc:sldMk cId="3890968208" sldId="310"/>
            <ac:cxnSpMk id="14" creationId="{ACDFE7D0-8094-E9BD-C1A4-EB9797A951EC}"/>
          </ac:cxnSpMkLst>
        </pc:cxnChg>
        <pc:cxnChg chg="mod">
          <ac:chgData name="Balqees Zailani - Ts. (GTS/PT&amp;HSSE)" userId="fe475f5a-4ca9-479d-a1b1-81b40500074d" providerId="ADAL" clId="{2A01441F-33B6-45EA-9A4F-89E7E2A41057}" dt="2026-07-21T01:46:06.624" v="779" actId="1038"/>
          <ac:cxnSpMkLst>
            <pc:docMk/>
            <pc:sldMk cId="3890968208" sldId="310"/>
            <ac:cxnSpMk id="17" creationId="{6948FEF1-5F09-1CAF-9431-4BA4CCAA66B1}"/>
          </ac:cxnSpMkLst>
        </pc:cxnChg>
      </pc:sldChg>
      <pc:sldChg chg="delSp mod">
        <pc:chgData name="Balqees Zailani - Ts. (GTS/PT&amp;HSSE)" userId="fe475f5a-4ca9-479d-a1b1-81b40500074d" providerId="ADAL" clId="{2A01441F-33B6-45EA-9A4F-89E7E2A41057}" dt="2026-07-17T07:58:12.696" v="5" actId="478"/>
        <pc:sldMkLst>
          <pc:docMk/>
          <pc:sldMk cId="1418897159" sldId="328"/>
        </pc:sldMkLst>
      </pc:sldChg>
      <pc:sldChg chg="delSp mod">
        <pc:chgData name="Balqees Zailani - Ts. (GTS/PT&amp;HSSE)" userId="fe475f5a-4ca9-479d-a1b1-81b40500074d" providerId="ADAL" clId="{2A01441F-33B6-45EA-9A4F-89E7E2A41057}" dt="2026-07-17T07:58:39.796" v="9" actId="478"/>
        <pc:sldMkLst>
          <pc:docMk/>
          <pc:sldMk cId="1006337924" sldId="329"/>
        </pc:sldMkLst>
      </pc:sldChg>
      <pc:sldChg chg="delSp mod">
        <pc:chgData name="Balqees Zailani - Ts. (GTS/PT&amp;HSSE)" userId="fe475f5a-4ca9-479d-a1b1-81b40500074d" providerId="ADAL" clId="{2A01441F-33B6-45EA-9A4F-89E7E2A41057}" dt="2026-07-17T07:58:24.357" v="7" actId="478"/>
        <pc:sldMkLst>
          <pc:docMk/>
          <pc:sldMk cId="2141475064" sldId="330"/>
        </pc:sldMkLst>
      </pc:sldChg>
      <pc:sldChg chg="delSp mod">
        <pc:chgData name="Balqees Zailani - Ts. (GTS/PT&amp;HSSE)" userId="fe475f5a-4ca9-479d-a1b1-81b40500074d" providerId="ADAL" clId="{2A01441F-33B6-45EA-9A4F-89E7E2A41057}" dt="2026-07-17T07:57:49.107" v="1" actId="478"/>
        <pc:sldMkLst>
          <pc:docMk/>
          <pc:sldMk cId="196812448" sldId="333"/>
        </pc:sldMkLst>
      </pc:sldChg>
      <pc:sldChg chg="addSp delSp modSp mod">
        <pc:chgData name="Balqees Zailani - Ts. (GTS/PT&amp;HSSE)" userId="fe475f5a-4ca9-479d-a1b1-81b40500074d" providerId="ADAL" clId="{2A01441F-33B6-45EA-9A4F-89E7E2A41057}" dt="2026-07-20T03:05:38.512" v="229" actId="20577"/>
        <pc:sldMkLst>
          <pc:docMk/>
          <pc:sldMk cId="2895328545" sldId="334"/>
        </pc:sldMkLst>
        <pc:spChg chg="mod">
          <ac:chgData name="Balqees Zailani - Ts. (GTS/PT&amp;HSSE)" userId="fe475f5a-4ca9-479d-a1b1-81b40500074d" providerId="ADAL" clId="{2A01441F-33B6-45EA-9A4F-89E7E2A41057}" dt="2026-07-20T02:56:24.202" v="144" actId="20577"/>
          <ac:spMkLst>
            <pc:docMk/>
            <pc:sldMk cId="2895328545" sldId="334"/>
            <ac:spMk id="4" creationId="{3F8AEAAA-B95B-C311-9A04-7E868ACEF589}"/>
          </ac:spMkLst>
        </pc:spChg>
        <pc:spChg chg="add mod">
          <ac:chgData name="Balqees Zailani - Ts. (GTS/PT&amp;HSSE)" userId="fe475f5a-4ca9-479d-a1b1-81b40500074d" providerId="ADAL" clId="{2A01441F-33B6-45EA-9A4F-89E7E2A41057}" dt="2026-07-20T03:03:11.680" v="154" actId="164"/>
          <ac:spMkLst>
            <pc:docMk/>
            <pc:sldMk cId="2895328545" sldId="334"/>
            <ac:spMk id="7" creationId="{A68FB39D-B412-0597-A74F-D539F31C34BA}"/>
          </ac:spMkLst>
        </pc:spChg>
        <pc:spChg chg="add mod">
          <ac:chgData name="Balqees Zailani - Ts. (GTS/PT&amp;HSSE)" userId="fe475f5a-4ca9-479d-a1b1-81b40500074d" providerId="ADAL" clId="{2A01441F-33B6-45EA-9A4F-89E7E2A41057}" dt="2026-07-20T03:05:38.512" v="229" actId="20577"/>
          <ac:spMkLst>
            <pc:docMk/>
            <pc:sldMk cId="2895328545" sldId="334"/>
            <ac:spMk id="9" creationId="{8C187612-9D0B-0C76-5519-679BB8A462B0}"/>
          </ac:spMkLst>
        </pc:spChg>
        <pc:spChg chg="add mod">
          <ac:chgData name="Balqees Zailani - Ts. (GTS/PT&amp;HSSE)" userId="fe475f5a-4ca9-479d-a1b1-81b40500074d" providerId="ADAL" clId="{2A01441F-33B6-45EA-9A4F-89E7E2A41057}" dt="2026-07-20T03:05:01.775" v="224" actId="1076"/>
          <ac:spMkLst>
            <pc:docMk/>
            <pc:sldMk cId="2895328545" sldId="334"/>
            <ac:spMk id="10" creationId="{4F631C7F-A4DA-04A4-BF41-65C85F8B9961}"/>
          </ac:spMkLst>
        </pc:spChg>
        <pc:grpChg chg="add mod">
          <ac:chgData name="Balqees Zailani - Ts. (GTS/PT&amp;HSSE)" userId="fe475f5a-4ca9-479d-a1b1-81b40500074d" providerId="ADAL" clId="{2A01441F-33B6-45EA-9A4F-89E7E2A41057}" dt="2026-07-20T03:05:13.668" v="225" actId="1076"/>
          <ac:grpSpMkLst>
            <pc:docMk/>
            <pc:sldMk cId="2895328545" sldId="334"/>
            <ac:grpSpMk id="8" creationId="{DD2A3105-008E-925F-8709-A19CCB0AD4FC}"/>
          </ac:grpSpMkLst>
        </pc:grpChg>
        <pc:picChg chg="add mod">
          <ac:chgData name="Balqees Zailani - Ts. (GTS/PT&amp;HSSE)" userId="fe475f5a-4ca9-479d-a1b1-81b40500074d" providerId="ADAL" clId="{2A01441F-33B6-45EA-9A4F-89E7E2A41057}" dt="2026-07-20T03:03:11.680" v="154" actId="164"/>
          <ac:picMkLst>
            <pc:docMk/>
            <pc:sldMk cId="2895328545" sldId="334"/>
            <ac:picMk id="6" creationId="{D0FE000C-23E8-DDB2-AE7D-E025F32230F1}"/>
          </ac:picMkLst>
        </pc:picChg>
      </pc:sldChg>
      <pc:sldChg chg="delSp mod">
        <pc:chgData name="Balqees Zailani - Ts. (GTS/PT&amp;HSSE)" userId="fe475f5a-4ca9-479d-a1b1-81b40500074d" providerId="ADAL" clId="{2A01441F-33B6-45EA-9A4F-89E7E2A41057}" dt="2026-07-17T07:57:57.382" v="3" actId="478"/>
        <pc:sldMkLst>
          <pc:docMk/>
          <pc:sldMk cId="1329543662" sldId="336"/>
        </pc:sldMkLst>
      </pc:sldChg>
      <pc:sldChg chg="addSp delSp modSp add mod">
        <pc:chgData name="Balqees Zailani - Ts. (GTS/PT&amp;HSSE)" userId="fe475f5a-4ca9-479d-a1b1-81b40500074d" providerId="ADAL" clId="{2A01441F-33B6-45EA-9A4F-89E7E2A41057}" dt="2026-07-20T03:06:52.163" v="251" actId="167"/>
        <pc:sldMkLst>
          <pc:docMk/>
          <pc:sldMk cId="3522044873" sldId="348"/>
        </pc:sldMkLst>
        <pc:spChg chg="mod">
          <ac:chgData name="Balqees Zailani - Ts. (GTS/PT&amp;HSSE)" userId="fe475f5a-4ca9-479d-a1b1-81b40500074d" providerId="ADAL" clId="{2A01441F-33B6-45EA-9A4F-89E7E2A41057}" dt="2026-07-20T03:06:09.695" v="246" actId="20577"/>
          <ac:spMkLst>
            <pc:docMk/>
            <pc:sldMk cId="3522044873" sldId="348"/>
            <ac:spMk id="9" creationId="{5B7DAC56-7C08-5DD8-5FD4-63E705872BE7}"/>
          </ac:spMkLst>
        </pc:spChg>
        <pc:picChg chg="add mod ord">
          <ac:chgData name="Balqees Zailani - Ts. (GTS/PT&amp;HSSE)" userId="fe475f5a-4ca9-479d-a1b1-81b40500074d" providerId="ADAL" clId="{2A01441F-33B6-45EA-9A4F-89E7E2A41057}" dt="2026-07-20T03:06:52.163" v="251" actId="167"/>
          <ac:picMkLst>
            <pc:docMk/>
            <pc:sldMk cId="3522044873" sldId="348"/>
            <ac:picMk id="5" creationId="{37BD2ECF-721E-BCA2-B553-6307F3C174E0}"/>
          </ac:picMkLst>
        </pc:picChg>
      </pc:sldChg>
      <pc:sldChg chg="addSp delSp modSp add mod modTransition">
        <pc:chgData name="Balqees Zailani - Ts. (GTS/PT&amp;HSSE)" userId="fe475f5a-4ca9-479d-a1b1-81b40500074d" providerId="ADAL" clId="{2A01441F-33B6-45EA-9A4F-89E7E2A41057}" dt="2026-07-20T03:19:14.176" v="437" actId="20577"/>
        <pc:sldMkLst>
          <pc:docMk/>
          <pc:sldMk cId="1716925539" sldId="350"/>
        </pc:sldMkLst>
        <pc:spChg chg="mod">
          <ac:chgData name="Balqees Zailani - Ts. (GTS/PT&amp;HSSE)" userId="fe475f5a-4ca9-479d-a1b1-81b40500074d" providerId="ADAL" clId="{2A01441F-33B6-45EA-9A4F-89E7E2A41057}" dt="2026-07-20T03:19:14.176" v="437" actId="20577"/>
          <ac:spMkLst>
            <pc:docMk/>
            <pc:sldMk cId="1716925539" sldId="350"/>
            <ac:spMk id="9" creationId="{76FC4051-DDAE-2519-9E0D-EEF2DBD24691}"/>
          </ac:spMkLst>
        </pc:spChg>
      </pc:sldChg>
      <pc:sldChg chg="addSp delSp modSp add mod">
        <pc:chgData name="Balqees Zailani - Ts. (GTS/PT&amp;HSSE)" userId="fe475f5a-4ca9-479d-a1b1-81b40500074d" providerId="ADAL" clId="{2A01441F-33B6-45EA-9A4F-89E7E2A41057}" dt="2026-07-20T03:13:45.381" v="405" actId="1076"/>
        <pc:sldMkLst>
          <pc:docMk/>
          <pc:sldMk cId="3639470133" sldId="351"/>
        </pc:sldMkLst>
        <pc:spChg chg="mod">
          <ac:chgData name="Balqees Zailani - Ts. (GTS/PT&amp;HSSE)" userId="fe475f5a-4ca9-479d-a1b1-81b40500074d" providerId="ADAL" clId="{2A01441F-33B6-45EA-9A4F-89E7E2A41057}" dt="2026-07-20T03:13:42.876" v="404" actId="1076"/>
          <ac:spMkLst>
            <pc:docMk/>
            <pc:sldMk cId="3639470133" sldId="351"/>
            <ac:spMk id="4" creationId="{88003BF0-A405-8329-DE86-D1A4CA0F8455}"/>
          </ac:spMkLst>
        </pc:spChg>
        <pc:picChg chg="add mod">
          <ac:chgData name="Balqees Zailani - Ts. (GTS/PT&amp;HSSE)" userId="fe475f5a-4ca9-479d-a1b1-81b40500074d" providerId="ADAL" clId="{2A01441F-33B6-45EA-9A4F-89E7E2A41057}" dt="2026-07-20T03:13:45.381" v="405" actId="1076"/>
          <ac:picMkLst>
            <pc:docMk/>
            <pc:sldMk cId="3639470133" sldId="351"/>
            <ac:picMk id="8" creationId="{C524F187-B0B2-FAA7-D9C1-3EB6A7B62968}"/>
          </ac:picMkLst>
        </pc:picChg>
      </pc:sldChg>
      <pc:sldChg chg="modSp add mod modTransition">
        <pc:chgData name="Balqees Zailani - Ts. (GTS/PT&amp;HSSE)" userId="fe475f5a-4ca9-479d-a1b1-81b40500074d" providerId="ADAL" clId="{2A01441F-33B6-45EA-9A4F-89E7E2A41057}" dt="2026-07-20T03:19:19.840" v="439" actId="20577"/>
        <pc:sldMkLst>
          <pc:docMk/>
          <pc:sldMk cId="2817677946" sldId="352"/>
        </pc:sldMkLst>
        <pc:spChg chg="mod">
          <ac:chgData name="Balqees Zailani - Ts. (GTS/PT&amp;HSSE)" userId="fe475f5a-4ca9-479d-a1b1-81b40500074d" providerId="ADAL" clId="{2A01441F-33B6-45EA-9A4F-89E7E2A41057}" dt="2026-07-20T03:19:19.840" v="439" actId="20577"/>
          <ac:spMkLst>
            <pc:docMk/>
            <pc:sldMk cId="2817677946" sldId="352"/>
            <ac:spMk id="9" creationId="{B1295201-157D-DFC6-EEC0-F3172F9100DE}"/>
          </ac:spMkLst>
        </pc:spChg>
      </pc:sldChg>
      <pc:sldChg chg="addSp delSp modSp add mod">
        <pc:chgData name="Balqees Zailani - Ts. (GTS/PT&amp;HSSE)" userId="fe475f5a-4ca9-479d-a1b1-81b40500074d" providerId="ADAL" clId="{2A01441F-33B6-45EA-9A4F-89E7E2A41057}" dt="2026-07-20T03:27:45.923" v="540" actId="20577"/>
        <pc:sldMkLst>
          <pc:docMk/>
          <pc:sldMk cId="1003525405" sldId="353"/>
        </pc:sldMkLst>
        <pc:spChg chg="mod">
          <ac:chgData name="Balqees Zailani - Ts. (GTS/PT&amp;HSSE)" userId="fe475f5a-4ca9-479d-a1b1-81b40500074d" providerId="ADAL" clId="{2A01441F-33B6-45EA-9A4F-89E7E2A41057}" dt="2026-07-20T03:27:45.923" v="540" actId="20577"/>
          <ac:spMkLst>
            <pc:docMk/>
            <pc:sldMk cId="1003525405" sldId="353"/>
            <ac:spMk id="9" creationId="{EBA05CEF-2345-79DA-BBF3-EE0994EFBDF0}"/>
          </ac:spMkLst>
        </pc:spChg>
        <pc:spChg chg="mod">
          <ac:chgData name="Balqees Zailani - Ts. (GTS/PT&amp;HSSE)" userId="fe475f5a-4ca9-479d-a1b1-81b40500074d" providerId="ADAL" clId="{2A01441F-33B6-45EA-9A4F-89E7E2A41057}" dt="2026-07-20T03:23:26.446" v="479" actId="1076"/>
          <ac:spMkLst>
            <pc:docMk/>
            <pc:sldMk cId="1003525405" sldId="353"/>
            <ac:spMk id="10" creationId="{DB904365-5351-605B-34A7-E9EA39F69410}"/>
          </ac:spMkLst>
        </pc:spChg>
        <pc:picChg chg="add mod ord">
          <ac:chgData name="Balqees Zailani - Ts. (GTS/PT&amp;HSSE)" userId="fe475f5a-4ca9-479d-a1b1-81b40500074d" providerId="ADAL" clId="{2A01441F-33B6-45EA-9A4F-89E7E2A41057}" dt="2026-07-20T03:23:17.528" v="478" actId="167"/>
          <ac:picMkLst>
            <pc:docMk/>
            <pc:sldMk cId="1003525405" sldId="353"/>
            <ac:picMk id="5" creationId="{6B6493DF-989A-DC22-2CF2-D7EC1E4A80E4}"/>
          </ac:picMkLst>
        </pc:picChg>
      </pc:sldChg>
      <pc:sldChg chg="addSp delSp modSp add mod">
        <pc:chgData name="Balqees Zailani - Ts. (GTS/PT&amp;HSSE)" userId="fe475f5a-4ca9-479d-a1b1-81b40500074d" providerId="ADAL" clId="{2A01441F-33B6-45EA-9A4F-89E7E2A41057}" dt="2026-07-20T03:27:53.099" v="542" actId="20577"/>
        <pc:sldMkLst>
          <pc:docMk/>
          <pc:sldMk cId="822872654" sldId="354"/>
        </pc:sldMkLst>
        <pc:spChg chg="mod">
          <ac:chgData name="Balqees Zailani - Ts. (GTS/PT&amp;HSSE)" userId="fe475f5a-4ca9-479d-a1b1-81b40500074d" providerId="ADAL" clId="{2A01441F-33B6-45EA-9A4F-89E7E2A41057}" dt="2026-07-20T03:27:53.099" v="542" actId="20577"/>
          <ac:spMkLst>
            <pc:docMk/>
            <pc:sldMk cId="822872654" sldId="354"/>
            <ac:spMk id="9" creationId="{2543FE1B-E83B-F14E-725E-19204815735F}"/>
          </ac:spMkLst>
        </pc:spChg>
        <pc:spChg chg="mod ord">
          <ac:chgData name="Balqees Zailani - Ts. (GTS/PT&amp;HSSE)" userId="fe475f5a-4ca9-479d-a1b1-81b40500074d" providerId="ADAL" clId="{2A01441F-33B6-45EA-9A4F-89E7E2A41057}" dt="2026-07-20T03:25:41.473" v="505" actId="166"/>
          <ac:spMkLst>
            <pc:docMk/>
            <pc:sldMk cId="822872654" sldId="354"/>
            <ac:spMk id="10" creationId="{34230BD8-1A38-6982-474D-BA44201677D4}"/>
          </ac:spMkLst>
        </pc:spChg>
        <pc:picChg chg="add mod">
          <ac:chgData name="Balqees Zailani - Ts. (GTS/PT&amp;HSSE)" userId="fe475f5a-4ca9-479d-a1b1-81b40500074d" providerId="ADAL" clId="{2A01441F-33B6-45EA-9A4F-89E7E2A41057}" dt="2026-07-20T03:25:34.547" v="503" actId="1076"/>
          <ac:picMkLst>
            <pc:docMk/>
            <pc:sldMk cId="822872654" sldId="354"/>
            <ac:picMk id="6" creationId="{F68F952A-EA7A-78FB-7C36-93B4E1EA8295}"/>
          </ac:picMkLst>
        </pc:picChg>
      </pc:sldChg>
      <pc:sldChg chg="addSp delSp modSp add mod">
        <pc:chgData name="Balqees Zailani - Ts. (GTS/PT&amp;HSSE)" userId="fe475f5a-4ca9-479d-a1b1-81b40500074d" providerId="ADAL" clId="{2A01441F-33B6-45EA-9A4F-89E7E2A41057}" dt="2026-07-20T03:30:03.364" v="568" actId="20577"/>
        <pc:sldMkLst>
          <pc:docMk/>
          <pc:sldMk cId="600780122" sldId="355"/>
        </pc:sldMkLst>
        <pc:spChg chg="mod">
          <ac:chgData name="Balqees Zailani - Ts. (GTS/PT&amp;HSSE)" userId="fe475f5a-4ca9-479d-a1b1-81b40500074d" providerId="ADAL" clId="{2A01441F-33B6-45EA-9A4F-89E7E2A41057}" dt="2026-07-20T03:30:03.364" v="568" actId="20577"/>
          <ac:spMkLst>
            <pc:docMk/>
            <pc:sldMk cId="600780122" sldId="355"/>
            <ac:spMk id="9" creationId="{249643AC-FD91-A256-57BD-5D47516352D3}"/>
          </ac:spMkLst>
        </pc:spChg>
        <pc:picChg chg="add mod ord">
          <ac:chgData name="Balqees Zailani - Ts. (GTS/PT&amp;HSSE)" userId="fe475f5a-4ca9-479d-a1b1-81b40500074d" providerId="ADAL" clId="{2A01441F-33B6-45EA-9A4F-89E7E2A41057}" dt="2026-07-20T03:29:52.833" v="550" actId="167"/>
          <ac:picMkLst>
            <pc:docMk/>
            <pc:sldMk cId="600780122" sldId="355"/>
            <ac:picMk id="5" creationId="{D6658BC1-0586-4496-074F-1A6E29BE5A70}"/>
          </ac:picMkLst>
        </pc:picChg>
      </pc:sldChg>
      <pc:sldChg chg="addSp delSp modSp add mod">
        <pc:chgData name="Balqees Zailani - Ts. (GTS/PT&amp;HSSE)" userId="fe475f5a-4ca9-479d-a1b1-81b40500074d" providerId="ADAL" clId="{2A01441F-33B6-45EA-9A4F-89E7E2A41057}" dt="2026-07-20T03:32:46.199" v="586" actId="167"/>
        <pc:sldMkLst>
          <pc:docMk/>
          <pc:sldMk cId="2158393937" sldId="356"/>
        </pc:sldMkLst>
        <pc:picChg chg="add mod ord">
          <ac:chgData name="Balqees Zailani - Ts. (GTS/PT&amp;HSSE)" userId="fe475f5a-4ca9-479d-a1b1-81b40500074d" providerId="ADAL" clId="{2A01441F-33B6-45EA-9A4F-89E7E2A41057}" dt="2026-07-20T03:32:46.199" v="586" actId="167"/>
          <ac:picMkLst>
            <pc:docMk/>
            <pc:sldMk cId="2158393937" sldId="356"/>
            <ac:picMk id="6" creationId="{CAE73204-DF81-EA39-D3FD-432082882C46}"/>
          </ac:picMkLst>
        </pc:picChg>
      </pc:sldChg>
      <pc:sldChg chg="addSp delSp modSp add mod">
        <pc:chgData name="Balqees Zailani - Ts. (GTS/PT&amp;HSSE)" userId="fe475f5a-4ca9-479d-a1b1-81b40500074d" providerId="ADAL" clId="{2A01441F-33B6-45EA-9A4F-89E7E2A41057}" dt="2026-07-20T03:34:02.341" v="592" actId="167"/>
        <pc:sldMkLst>
          <pc:docMk/>
          <pc:sldMk cId="3708542446" sldId="357"/>
        </pc:sldMkLst>
        <pc:picChg chg="add mod ord">
          <ac:chgData name="Balqees Zailani - Ts. (GTS/PT&amp;HSSE)" userId="fe475f5a-4ca9-479d-a1b1-81b40500074d" providerId="ADAL" clId="{2A01441F-33B6-45EA-9A4F-89E7E2A41057}" dt="2026-07-20T03:34:02.341" v="592" actId="167"/>
          <ac:picMkLst>
            <pc:docMk/>
            <pc:sldMk cId="3708542446" sldId="357"/>
            <ac:picMk id="5" creationId="{610473D6-347E-836A-7809-04CD14A4BA8F}"/>
          </ac:picMkLst>
        </pc:picChg>
      </pc:sldChg>
      <pc:sldChg chg="addSp delSp modSp new mod">
        <pc:chgData name="Balqees Zailani - Ts. (GTS/PT&amp;HSSE)" userId="fe475f5a-4ca9-479d-a1b1-81b40500074d" providerId="ADAL" clId="{2A01441F-33B6-45EA-9A4F-89E7E2A41057}" dt="2026-07-21T07:11:36.385" v="950" actId="1076"/>
        <pc:sldMkLst>
          <pc:docMk/>
          <pc:sldMk cId="2066161162" sldId="1125"/>
        </pc:sldMkLst>
        <pc:spChg chg="mod">
          <ac:chgData name="Balqees Zailani - Ts. (GTS/PT&amp;HSSE)" userId="fe475f5a-4ca9-479d-a1b1-81b40500074d" providerId="ADAL" clId="{2A01441F-33B6-45EA-9A4F-89E7E2A41057}" dt="2026-07-21T07:11:36.385" v="950" actId="1076"/>
          <ac:spMkLst>
            <pc:docMk/>
            <pc:sldMk cId="2066161162" sldId="1125"/>
            <ac:spMk id="2" creationId="{E77F362F-EB4D-4F4D-AF26-91BA3626A2EE}"/>
          </ac:spMkLst>
        </pc:spChg>
        <pc:spChg chg="add mod">
          <ac:chgData name="Balqees Zailani - Ts. (GTS/PT&amp;HSSE)" userId="fe475f5a-4ca9-479d-a1b1-81b40500074d" providerId="ADAL" clId="{2A01441F-33B6-45EA-9A4F-89E7E2A41057}" dt="2026-07-21T06:02:44.001" v="948" actId="1076"/>
          <ac:spMkLst>
            <pc:docMk/>
            <pc:sldMk cId="2066161162" sldId="1125"/>
            <ac:spMk id="8" creationId="{26FD20C9-6195-A27E-5B52-528FCF168B45}"/>
          </ac:spMkLst>
        </pc:spChg>
        <pc:picChg chg="add mod">
          <ac:chgData name="Balqees Zailani - Ts. (GTS/PT&amp;HSSE)" userId="fe475f5a-4ca9-479d-a1b1-81b40500074d" providerId="ADAL" clId="{2A01441F-33B6-45EA-9A4F-89E7E2A41057}" dt="2026-07-21T06:02:05.251" v="916" actId="1076"/>
          <ac:picMkLst>
            <pc:docMk/>
            <pc:sldMk cId="2066161162" sldId="1125"/>
            <ac:picMk id="12" creationId="{C3490404-ACF9-7AC9-AC5A-9F14D8183649}"/>
          </ac:picMkLst>
        </pc:picChg>
        <pc:picChg chg="add mod">
          <ac:chgData name="Balqees Zailani - Ts. (GTS/PT&amp;HSSE)" userId="fe475f5a-4ca9-479d-a1b1-81b40500074d" providerId="ADAL" clId="{2A01441F-33B6-45EA-9A4F-89E7E2A41057}" dt="2026-07-21T06:02:02.229" v="915" actId="1076"/>
          <ac:picMkLst>
            <pc:docMk/>
            <pc:sldMk cId="2066161162" sldId="1125"/>
            <ac:picMk id="14" creationId="{47B0F7A4-8DE0-16AC-B29E-DF0DBB778692}"/>
          </ac:picMkLst>
        </pc:picChg>
      </pc:sldChg>
    </pc:docChg>
  </pc:docChgLst>
  <pc:docChgLst>
    <pc:chgData name="E Po Low (GTS/PT&amp;HSSE)" userId="e509fef0-59b2-4be8-af33-58845cc6d5da" providerId="ADAL" clId="{A2AA247E-3A4A-44F8-B6A5-E0C04DBE95B9}"/>
    <pc:docChg chg="undo custSel addSld delSld modSld sldOrd modSection">
      <pc:chgData name="E Po Low (GTS/PT&amp;HSSE)" userId="e509fef0-59b2-4be8-af33-58845cc6d5da" providerId="ADAL" clId="{A2AA247E-3A4A-44F8-B6A5-E0C04DBE95B9}" dt="2026-07-28T02:38:22.580" v="4583" actId="20577"/>
      <pc:docMkLst>
        <pc:docMk/>
      </pc:docMkLst>
      <pc:sldChg chg="addSp delSp modSp add del mod ord">
        <pc:chgData name="E Po Low (GTS/PT&amp;HSSE)" userId="e509fef0-59b2-4be8-af33-58845cc6d5da" providerId="ADAL" clId="{A2AA247E-3A4A-44F8-B6A5-E0C04DBE95B9}" dt="2026-07-06T01:59:00.130" v="234" actId="2696"/>
        <pc:sldMkLst>
          <pc:docMk/>
          <pc:sldMk cId="4006308049" sldId="292"/>
        </pc:sldMkLst>
        <pc:spChg chg="add mod">
          <ac:chgData name="E Po Low (GTS/PT&amp;HSSE)" userId="e509fef0-59b2-4be8-af33-58845cc6d5da" providerId="ADAL" clId="{A2AA247E-3A4A-44F8-B6A5-E0C04DBE95B9}" dt="2026-07-06T01:54:51.624" v="68" actId="14100"/>
          <ac:spMkLst>
            <pc:docMk/>
            <pc:sldMk cId="4006308049" sldId="292"/>
            <ac:spMk id="5" creationId="{3B478372-C2EE-A04D-0B4F-89C1ECB17A09}"/>
          </ac:spMkLst>
        </pc:spChg>
      </pc:sldChg>
      <pc:sldChg chg="modSp mod">
        <pc:chgData name="E Po Low (GTS/PT&amp;HSSE)" userId="e509fef0-59b2-4be8-af33-58845cc6d5da" providerId="ADAL" clId="{A2AA247E-3A4A-44F8-B6A5-E0C04DBE95B9}" dt="2026-07-06T01:46:56.305" v="47" actId="14100"/>
        <pc:sldMkLst>
          <pc:docMk/>
          <pc:sldMk cId="3429400232" sldId="299"/>
        </pc:sldMkLst>
        <pc:spChg chg="mod">
          <ac:chgData name="E Po Low (GTS/PT&amp;HSSE)" userId="e509fef0-59b2-4be8-af33-58845cc6d5da" providerId="ADAL" clId="{A2AA247E-3A4A-44F8-B6A5-E0C04DBE95B9}" dt="2026-07-06T01:46:56.305" v="47" actId="14100"/>
          <ac:spMkLst>
            <pc:docMk/>
            <pc:sldMk cId="3429400232" sldId="299"/>
            <ac:spMk id="2" creationId="{D801F2CB-26C5-354A-BDBA-DDBBC8A77839}"/>
          </ac:spMkLst>
        </pc:spChg>
      </pc:sldChg>
      <pc:sldChg chg="ord">
        <pc:chgData name="E Po Low (GTS/PT&amp;HSSE)" userId="e509fef0-59b2-4be8-af33-58845cc6d5da" providerId="ADAL" clId="{A2AA247E-3A4A-44F8-B6A5-E0C04DBE95B9}" dt="2026-07-07T06:09:50.255" v="3882"/>
        <pc:sldMkLst>
          <pc:docMk/>
          <pc:sldMk cId="1445498464" sldId="302"/>
        </pc:sldMkLst>
      </pc:sldChg>
      <pc:sldChg chg="addSp delSp modSp add mod">
        <pc:chgData name="E Po Low (GTS/PT&amp;HSSE)" userId="e509fef0-59b2-4be8-af33-58845cc6d5da" providerId="ADAL" clId="{A2AA247E-3A4A-44F8-B6A5-E0C04DBE95B9}" dt="2026-07-06T02:05:52.946" v="378" actId="1036"/>
        <pc:sldMkLst>
          <pc:docMk/>
          <pc:sldMk cId="3164451226" sldId="303"/>
        </pc:sldMkLst>
        <pc:spChg chg="mod">
          <ac:chgData name="E Po Low (GTS/PT&amp;HSSE)" userId="e509fef0-59b2-4be8-af33-58845cc6d5da" providerId="ADAL" clId="{A2AA247E-3A4A-44F8-B6A5-E0C04DBE95B9}" dt="2026-07-06T01:59:06.531" v="250" actId="20577"/>
          <ac:spMkLst>
            <pc:docMk/>
            <pc:sldMk cId="3164451226" sldId="303"/>
            <ac:spMk id="5" creationId="{48B1ED89-2E23-590C-DE4F-37CA819FB580}"/>
          </ac:spMkLst>
        </pc:spChg>
        <pc:spChg chg="add mod">
          <ac:chgData name="E Po Low (GTS/PT&amp;HSSE)" userId="e509fef0-59b2-4be8-af33-58845cc6d5da" providerId="ADAL" clId="{A2AA247E-3A4A-44F8-B6A5-E0C04DBE95B9}" dt="2026-07-06T02:05:52.946" v="378" actId="1036"/>
          <ac:spMkLst>
            <pc:docMk/>
            <pc:sldMk cId="3164451226" sldId="303"/>
            <ac:spMk id="12" creationId="{5D5AE0ED-3CD3-8F42-9AF4-EB1DC91733B0}"/>
          </ac:spMkLst>
        </pc:spChg>
        <pc:spChg chg="add mod">
          <ac:chgData name="E Po Low (GTS/PT&amp;HSSE)" userId="e509fef0-59b2-4be8-af33-58845cc6d5da" providerId="ADAL" clId="{A2AA247E-3A4A-44F8-B6A5-E0C04DBE95B9}" dt="2026-07-06T02:05:52.946" v="378" actId="1036"/>
          <ac:spMkLst>
            <pc:docMk/>
            <pc:sldMk cId="3164451226" sldId="303"/>
            <ac:spMk id="15" creationId="{E78655AE-B816-5212-5CDC-D4265F9D500F}"/>
          </ac:spMkLst>
        </pc:spChg>
        <pc:spChg chg="add mod">
          <ac:chgData name="E Po Low (GTS/PT&amp;HSSE)" userId="e509fef0-59b2-4be8-af33-58845cc6d5da" providerId="ADAL" clId="{A2AA247E-3A4A-44F8-B6A5-E0C04DBE95B9}" dt="2026-07-06T02:05:52.946" v="378" actId="1036"/>
          <ac:spMkLst>
            <pc:docMk/>
            <pc:sldMk cId="3164451226" sldId="303"/>
            <ac:spMk id="16" creationId="{E26B1827-3A09-0220-E5F8-A9B274A0F249}"/>
          </ac:spMkLst>
        </pc:spChg>
        <pc:spChg chg="add mod">
          <ac:chgData name="E Po Low (GTS/PT&amp;HSSE)" userId="e509fef0-59b2-4be8-af33-58845cc6d5da" providerId="ADAL" clId="{A2AA247E-3A4A-44F8-B6A5-E0C04DBE95B9}" dt="2026-07-06T02:05:52.946" v="378" actId="1036"/>
          <ac:spMkLst>
            <pc:docMk/>
            <pc:sldMk cId="3164451226" sldId="303"/>
            <ac:spMk id="17" creationId="{E493FAA8-B703-BB63-2467-85687B342292}"/>
          </ac:spMkLst>
        </pc:spChg>
        <pc:spChg chg="add mod">
          <ac:chgData name="E Po Low (GTS/PT&amp;HSSE)" userId="e509fef0-59b2-4be8-af33-58845cc6d5da" providerId="ADAL" clId="{A2AA247E-3A4A-44F8-B6A5-E0C04DBE95B9}" dt="2026-07-06T02:05:52.946" v="378" actId="1036"/>
          <ac:spMkLst>
            <pc:docMk/>
            <pc:sldMk cId="3164451226" sldId="303"/>
            <ac:spMk id="18" creationId="{58D85912-1A24-FE01-6640-6840BEAAE7E8}"/>
          </ac:spMkLst>
        </pc:spChg>
        <pc:spChg chg="add mod">
          <ac:chgData name="E Po Low (GTS/PT&amp;HSSE)" userId="e509fef0-59b2-4be8-af33-58845cc6d5da" providerId="ADAL" clId="{A2AA247E-3A4A-44F8-B6A5-E0C04DBE95B9}" dt="2026-07-06T02:05:52.946" v="378" actId="1036"/>
          <ac:spMkLst>
            <pc:docMk/>
            <pc:sldMk cId="3164451226" sldId="303"/>
            <ac:spMk id="19" creationId="{2446B98B-66EF-6964-5F06-A1D70B26A0DD}"/>
          </ac:spMkLst>
        </pc:spChg>
        <pc:spChg chg="add mod">
          <ac:chgData name="E Po Low (GTS/PT&amp;HSSE)" userId="e509fef0-59b2-4be8-af33-58845cc6d5da" providerId="ADAL" clId="{A2AA247E-3A4A-44F8-B6A5-E0C04DBE95B9}" dt="2026-07-06T02:05:52.946" v="378" actId="1036"/>
          <ac:spMkLst>
            <pc:docMk/>
            <pc:sldMk cId="3164451226" sldId="303"/>
            <ac:spMk id="20" creationId="{EAB50754-65AE-9F05-E4B6-EB4EF1C7F9E3}"/>
          </ac:spMkLst>
        </pc:spChg>
      </pc:sldChg>
      <pc:sldChg chg="addSp delSp modSp add mod">
        <pc:chgData name="E Po Low (GTS/PT&amp;HSSE)" userId="e509fef0-59b2-4be8-af33-58845cc6d5da" providerId="ADAL" clId="{A2AA247E-3A4A-44F8-B6A5-E0C04DBE95B9}" dt="2026-07-06T06:37:02.424" v="2328" actId="1582"/>
        <pc:sldMkLst>
          <pc:docMk/>
          <pc:sldMk cId="2245917989" sldId="305"/>
        </pc:sldMkLst>
        <pc:spChg chg="mod">
          <ac:chgData name="E Po Low (GTS/PT&amp;HSSE)" userId="e509fef0-59b2-4be8-af33-58845cc6d5da" providerId="ADAL" clId="{A2AA247E-3A4A-44F8-B6A5-E0C04DBE95B9}" dt="2026-07-06T02:20:41.808" v="576" actId="20577"/>
          <ac:spMkLst>
            <pc:docMk/>
            <pc:sldMk cId="2245917989" sldId="305"/>
            <ac:spMk id="5" creationId="{C5EB3CE0-B022-DF83-C8F8-C6E7B3502675}"/>
          </ac:spMkLst>
        </pc:spChg>
      </pc:sldChg>
      <pc:sldChg chg="addSp delSp modSp add mod">
        <pc:chgData name="E Po Low (GTS/PT&amp;HSSE)" userId="e509fef0-59b2-4be8-af33-58845cc6d5da" providerId="ADAL" clId="{A2AA247E-3A4A-44F8-B6A5-E0C04DBE95B9}" dt="2026-07-06T06:29:00.707" v="2267" actId="20577"/>
        <pc:sldMkLst>
          <pc:docMk/>
          <pc:sldMk cId="758481273" sldId="307"/>
        </pc:sldMkLst>
        <pc:spChg chg="add mod">
          <ac:chgData name="E Po Low (GTS/PT&amp;HSSE)" userId="e509fef0-59b2-4be8-af33-58845cc6d5da" providerId="ADAL" clId="{A2AA247E-3A4A-44F8-B6A5-E0C04DBE95B9}" dt="2026-07-06T06:28:38.684" v="2261" actId="255"/>
          <ac:spMkLst>
            <pc:docMk/>
            <pc:sldMk cId="758481273" sldId="307"/>
            <ac:spMk id="2" creationId="{C5042142-939F-BA3F-3D1F-BDA8E17E133F}"/>
          </ac:spMkLst>
        </pc:spChg>
        <pc:spChg chg="add mod">
          <ac:chgData name="E Po Low (GTS/PT&amp;HSSE)" userId="e509fef0-59b2-4be8-af33-58845cc6d5da" providerId="ADAL" clId="{A2AA247E-3A4A-44F8-B6A5-E0C04DBE95B9}" dt="2026-07-06T03:36:03.567" v="2242" actId="1036"/>
          <ac:spMkLst>
            <pc:docMk/>
            <pc:sldMk cId="758481273" sldId="307"/>
            <ac:spMk id="4" creationId="{A558AECC-2C24-3F3D-252A-C741715B76E8}"/>
          </ac:spMkLst>
        </pc:spChg>
        <pc:spChg chg="add mod">
          <ac:chgData name="E Po Low (GTS/PT&amp;HSSE)" userId="e509fef0-59b2-4be8-af33-58845cc6d5da" providerId="ADAL" clId="{A2AA247E-3A4A-44F8-B6A5-E0C04DBE95B9}" dt="2026-07-06T06:29:00.707" v="2267" actId="20577"/>
          <ac:spMkLst>
            <pc:docMk/>
            <pc:sldMk cId="758481273" sldId="307"/>
            <ac:spMk id="7" creationId="{C6E2C03F-4C19-2D48-D9C9-FDA7C19E12A3}"/>
          </ac:spMkLst>
        </pc:spChg>
        <pc:grpChg chg="add mod">
          <ac:chgData name="E Po Low (GTS/PT&amp;HSSE)" userId="e509fef0-59b2-4be8-af33-58845cc6d5da" providerId="ADAL" clId="{A2AA247E-3A4A-44F8-B6A5-E0C04DBE95B9}" dt="2026-07-06T03:35:43.543" v="2204" actId="14100"/>
          <ac:grpSpMkLst>
            <pc:docMk/>
            <pc:sldMk cId="758481273" sldId="307"/>
            <ac:grpSpMk id="6" creationId="{3AE9C37C-112F-7DE5-DA1B-AA182853D355}"/>
          </ac:grpSpMkLst>
        </pc:grpChg>
      </pc:sldChg>
      <pc:sldChg chg="modSp add mod">
        <pc:chgData name="E Po Low (GTS/PT&amp;HSSE)" userId="e509fef0-59b2-4be8-af33-58845cc6d5da" providerId="ADAL" clId="{A2AA247E-3A4A-44F8-B6A5-E0C04DBE95B9}" dt="2026-07-06T06:33:54.303" v="2320" actId="20577"/>
        <pc:sldMkLst>
          <pc:docMk/>
          <pc:sldMk cId="1624283373" sldId="308"/>
        </pc:sldMkLst>
        <pc:spChg chg="mod">
          <ac:chgData name="E Po Low (GTS/PT&amp;HSSE)" userId="e509fef0-59b2-4be8-af33-58845cc6d5da" providerId="ADAL" clId="{A2AA247E-3A4A-44F8-B6A5-E0C04DBE95B9}" dt="2026-07-06T06:29:20.224" v="2292" actId="20577"/>
          <ac:spMkLst>
            <pc:docMk/>
            <pc:sldMk cId="1624283373" sldId="308"/>
            <ac:spMk id="2" creationId="{FAEAEDE6-8B26-D990-42E1-E12E4C3A16D5}"/>
          </ac:spMkLst>
        </pc:spChg>
        <pc:spChg chg="mod">
          <ac:chgData name="E Po Low (GTS/PT&amp;HSSE)" userId="e509fef0-59b2-4be8-af33-58845cc6d5da" providerId="ADAL" clId="{A2AA247E-3A4A-44F8-B6A5-E0C04DBE95B9}" dt="2026-07-06T06:29:10.437" v="2270" actId="20577"/>
          <ac:spMkLst>
            <pc:docMk/>
            <pc:sldMk cId="1624283373" sldId="308"/>
            <ac:spMk id="4" creationId="{354C1D6F-41AE-C929-9C47-E3621097E7B8}"/>
          </ac:spMkLst>
        </pc:spChg>
        <pc:spChg chg="mod">
          <ac:chgData name="E Po Low (GTS/PT&amp;HSSE)" userId="e509fef0-59b2-4be8-af33-58845cc6d5da" providerId="ADAL" clId="{A2AA247E-3A4A-44F8-B6A5-E0C04DBE95B9}" dt="2026-07-06T06:33:54.303" v="2320" actId="20577"/>
          <ac:spMkLst>
            <pc:docMk/>
            <pc:sldMk cId="1624283373" sldId="308"/>
            <ac:spMk id="7" creationId="{3C58C2AA-87EF-DAF4-E09F-811C348BDE0C}"/>
          </ac:spMkLst>
        </pc:spChg>
      </pc:sldChg>
      <pc:sldChg chg="modSp add mod">
        <pc:chgData name="E Po Low (GTS/PT&amp;HSSE)" userId="e509fef0-59b2-4be8-af33-58845cc6d5da" providerId="ADAL" clId="{A2AA247E-3A4A-44F8-B6A5-E0C04DBE95B9}" dt="2026-07-06T06:46:17.713" v="2532" actId="20577"/>
        <pc:sldMkLst>
          <pc:docMk/>
          <pc:sldMk cId="2181046097" sldId="309"/>
        </pc:sldMkLst>
        <pc:spChg chg="mod">
          <ac:chgData name="E Po Low (GTS/PT&amp;HSSE)" userId="e509fef0-59b2-4be8-af33-58845cc6d5da" providerId="ADAL" clId="{A2AA247E-3A4A-44F8-B6A5-E0C04DBE95B9}" dt="2026-07-06T06:37:40.122" v="2381" actId="20577"/>
          <ac:spMkLst>
            <pc:docMk/>
            <pc:sldMk cId="2181046097" sldId="309"/>
            <ac:spMk id="2" creationId="{E81DFD5E-1D8E-963B-0330-D99809956F83}"/>
          </ac:spMkLst>
        </pc:spChg>
        <pc:spChg chg="mod">
          <ac:chgData name="E Po Low (GTS/PT&amp;HSSE)" userId="e509fef0-59b2-4be8-af33-58845cc6d5da" providerId="ADAL" clId="{A2AA247E-3A4A-44F8-B6A5-E0C04DBE95B9}" dt="2026-07-06T06:46:17.713" v="2532" actId="20577"/>
          <ac:spMkLst>
            <pc:docMk/>
            <pc:sldMk cId="2181046097" sldId="309"/>
            <ac:spMk id="4" creationId="{64CBC3B1-8245-1FC1-7F63-B31A5E100A5C}"/>
          </ac:spMkLst>
        </pc:spChg>
        <pc:spChg chg="mod">
          <ac:chgData name="E Po Low (GTS/PT&amp;HSSE)" userId="e509fef0-59b2-4be8-af33-58845cc6d5da" providerId="ADAL" clId="{A2AA247E-3A4A-44F8-B6A5-E0C04DBE95B9}" dt="2026-07-06T06:45:05.154" v="2500" actId="20577"/>
          <ac:spMkLst>
            <pc:docMk/>
            <pc:sldMk cId="2181046097" sldId="309"/>
            <ac:spMk id="7" creationId="{56EDE547-B9B4-8257-1934-9CC8A54F5919}"/>
          </ac:spMkLst>
        </pc:spChg>
        <pc:grpChg chg="mod">
          <ac:chgData name="E Po Low (GTS/PT&amp;HSSE)" userId="e509fef0-59b2-4be8-af33-58845cc6d5da" providerId="ADAL" clId="{A2AA247E-3A4A-44F8-B6A5-E0C04DBE95B9}" dt="2026-07-06T06:44:58.666" v="2498" actId="1076"/>
          <ac:grpSpMkLst>
            <pc:docMk/>
            <pc:sldMk cId="2181046097" sldId="309"/>
            <ac:grpSpMk id="6" creationId="{62F6328F-868E-9E2C-607B-B59A048D0D0F}"/>
          </ac:grpSpMkLst>
        </pc:grpChg>
      </pc:sldChg>
      <pc:sldChg chg="addSp delSp modSp add mod ord">
        <pc:chgData name="E Po Low (GTS/PT&amp;HSSE)" userId="e509fef0-59b2-4be8-af33-58845cc6d5da" providerId="ADAL" clId="{A2AA247E-3A4A-44F8-B6A5-E0C04DBE95B9}" dt="2026-07-07T00:50:19.788" v="2996" actId="1038"/>
        <pc:sldMkLst>
          <pc:docMk/>
          <pc:sldMk cId="3890968208" sldId="310"/>
        </pc:sldMkLst>
        <pc:spChg chg="mod">
          <ac:chgData name="E Po Low (GTS/PT&amp;HSSE)" userId="e509fef0-59b2-4be8-af33-58845cc6d5da" providerId="ADAL" clId="{A2AA247E-3A4A-44F8-B6A5-E0C04DBE95B9}" dt="2026-07-07T00:46:38.541" v="2905" actId="20577"/>
          <ac:spMkLst>
            <pc:docMk/>
            <pc:sldMk cId="3890968208" sldId="310"/>
            <ac:spMk id="5" creationId="{E3FD1D91-EC46-B2A0-F8DF-4A6EB12D9056}"/>
          </ac:spMkLst>
        </pc:spChg>
        <pc:graphicFrameChg chg="add mod modGraphic">
          <ac:chgData name="E Po Low (GTS/PT&amp;HSSE)" userId="e509fef0-59b2-4be8-af33-58845cc6d5da" providerId="ADAL" clId="{A2AA247E-3A4A-44F8-B6A5-E0C04DBE95B9}" dt="2026-07-07T00:50:05.085" v="2988" actId="20577"/>
          <ac:graphicFrameMkLst>
            <pc:docMk/>
            <pc:sldMk cId="3890968208" sldId="310"/>
            <ac:graphicFrameMk id="10" creationId="{23F9A73E-001E-58F7-BA1F-A4805DD58623}"/>
          </ac:graphicFrameMkLst>
        </pc:graphicFrameChg>
        <pc:cxnChg chg="add mod">
          <ac:chgData name="E Po Low (GTS/PT&amp;HSSE)" userId="e509fef0-59b2-4be8-af33-58845cc6d5da" providerId="ADAL" clId="{A2AA247E-3A4A-44F8-B6A5-E0C04DBE95B9}" dt="2026-07-07T00:46:47.041" v="2907" actId="1076"/>
          <ac:cxnSpMkLst>
            <pc:docMk/>
            <pc:sldMk cId="3890968208" sldId="310"/>
            <ac:cxnSpMk id="8" creationId="{052CB5EA-DFFC-10BC-3AC8-76006CC5E086}"/>
          </ac:cxnSpMkLst>
        </pc:cxnChg>
        <pc:cxnChg chg="add mod">
          <ac:chgData name="E Po Low (GTS/PT&amp;HSSE)" userId="e509fef0-59b2-4be8-af33-58845cc6d5da" providerId="ADAL" clId="{A2AA247E-3A4A-44F8-B6A5-E0C04DBE95B9}" dt="2026-07-07T00:48:45.140" v="2914" actId="1076"/>
          <ac:cxnSpMkLst>
            <pc:docMk/>
            <pc:sldMk cId="3890968208" sldId="310"/>
            <ac:cxnSpMk id="9" creationId="{CE8722E6-ECDF-96CD-1FD3-9B621C396CBD}"/>
          </ac:cxnSpMkLst>
        </pc:cxnChg>
        <pc:cxnChg chg="add mod">
          <ac:chgData name="E Po Low (GTS/PT&amp;HSSE)" userId="e509fef0-59b2-4be8-af33-58845cc6d5da" providerId="ADAL" clId="{A2AA247E-3A4A-44F8-B6A5-E0C04DBE95B9}" dt="2026-07-07T00:49:19.824" v="2927" actId="1036"/>
          <ac:cxnSpMkLst>
            <pc:docMk/>
            <pc:sldMk cId="3890968208" sldId="310"/>
            <ac:cxnSpMk id="11" creationId="{FBD566F4-7530-FF00-8D45-F7E02C46F26D}"/>
          </ac:cxnSpMkLst>
        </pc:cxnChg>
        <pc:cxnChg chg="add mod">
          <ac:chgData name="E Po Low (GTS/PT&amp;HSSE)" userId="e509fef0-59b2-4be8-af33-58845cc6d5da" providerId="ADAL" clId="{A2AA247E-3A4A-44F8-B6A5-E0C04DBE95B9}" dt="2026-07-07T00:49:31.333" v="2940" actId="1038"/>
          <ac:cxnSpMkLst>
            <pc:docMk/>
            <pc:sldMk cId="3890968208" sldId="310"/>
            <ac:cxnSpMk id="12" creationId="{1980939C-02A7-4A39-15F0-F39A8174DA17}"/>
          </ac:cxnSpMkLst>
        </pc:cxnChg>
        <pc:cxnChg chg="add mod">
          <ac:chgData name="E Po Low (GTS/PT&amp;HSSE)" userId="e509fef0-59b2-4be8-af33-58845cc6d5da" providerId="ADAL" clId="{A2AA247E-3A4A-44F8-B6A5-E0C04DBE95B9}" dt="2026-07-07T00:49:39.062" v="2946" actId="1038"/>
          <ac:cxnSpMkLst>
            <pc:docMk/>
            <pc:sldMk cId="3890968208" sldId="310"/>
            <ac:cxnSpMk id="13" creationId="{F62E9329-AD70-0A8D-847E-C8E30234E424}"/>
          </ac:cxnSpMkLst>
        </pc:cxnChg>
        <pc:cxnChg chg="add mod">
          <ac:chgData name="E Po Low (GTS/PT&amp;HSSE)" userId="e509fef0-59b2-4be8-af33-58845cc6d5da" providerId="ADAL" clId="{A2AA247E-3A4A-44F8-B6A5-E0C04DBE95B9}" dt="2026-07-07T00:49:58.392" v="2982" actId="1037"/>
          <ac:cxnSpMkLst>
            <pc:docMk/>
            <pc:sldMk cId="3890968208" sldId="310"/>
            <ac:cxnSpMk id="14" creationId="{ACDFE7D0-8094-E9BD-C1A4-EB9797A951EC}"/>
          </ac:cxnSpMkLst>
        </pc:cxnChg>
        <pc:cxnChg chg="add mod">
          <ac:chgData name="E Po Low (GTS/PT&amp;HSSE)" userId="e509fef0-59b2-4be8-af33-58845cc6d5da" providerId="ADAL" clId="{A2AA247E-3A4A-44F8-B6A5-E0C04DBE95B9}" dt="2026-07-07T00:50:19.788" v="2996" actId="1038"/>
          <ac:cxnSpMkLst>
            <pc:docMk/>
            <pc:sldMk cId="3890968208" sldId="310"/>
            <ac:cxnSpMk id="17" creationId="{6948FEF1-5F09-1CAF-9431-4BA4CCAA66B1}"/>
          </ac:cxnSpMkLst>
        </pc:cxnChg>
      </pc:sldChg>
      <pc:sldChg chg="addSp modSp add mod ord">
        <pc:chgData name="E Po Low (GTS/PT&amp;HSSE)" userId="e509fef0-59b2-4be8-af33-58845cc6d5da" providerId="ADAL" clId="{A2AA247E-3A4A-44F8-B6A5-E0C04DBE95B9}" dt="2026-07-06T06:48:54.264" v="2609" actId="20577"/>
        <pc:sldMkLst>
          <pc:docMk/>
          <pc:sldMk cId="44236028" sldId="311"/>
        </pc:sldMkLst>
        <pc:spChg chg="mod">
          <ac:chgData name="E Po Low (GTS/PT&amp;HSSE)" userId="e509fef0-59b2-4be8-af33-58845cc6d5da" providerId="ADAL" clId="{A2AA247E-3A4A-44F8-B6A5-E0C04DBE95B9}" dt="2026-07-06T06:48:54.264" v="2609" actId="20577"/>
          <ac:spMkLst>
            <pc:docMk/>
            <pc:sldMk cId="44236028" sldId="311"/>
            <ac:spMk id="4" creationId="{9B75B5C8-1738-9BAB-6C11-981DDAEC1139}"/>
          </ac:spMkLst>
        </pc:spChg>
        <pc:spChg chg="mod">
          <ac:chgData name="E Po Low (GTS/PT&amp;HSSE)" userId="e509fef0-59b2-4be8-af33-58845cc6d5da" providerId="ADAL" clId="{A2AA247E-3A4A-44F8-B6A5-E0C04DBE95B9}" dt="2026-07-06T06:46:29.777" v="2535"/>
          <ac:spMkLst>
            <pc:docMk/>
            <pc:sldMk cId="44236028" sldId="311"/>
            <ac:spMk id="7" creationId="{725C59A7-4C82-BA59-5850-40EF1CD6589C}"/>
          </ac:spMkLst>
        </pc:spChg>
        <pc:spChg chg="add mod">
          <ac:chgData name="E Po Low (GTS/PT&amp;HSSE)" userId="e509fef0-59b2-4be8-af33-58845cc6d5da" providerId="ADAL" clId="{A2AA247E-3A4A-44F8-B6A5-E0C04DBE95B9}" dt="2026-07-06T06:48:00.635" v="2557"/>
          <ac:spMkLst>
            <pc:docMk/>
            <pc:sldMk cId="44236028" sldId="311"/>
            <ac:spMk id="9" creationId="{34D10989-BB05-7679-CD00-8250BA1C3E95}"/>
          </ac:spMkLst>
        </pc:spChg>
      </pc:sldChg>
      <pc:sldChg chg="modSp add mod ord">
        <pc:chgData name="E Po Low (GTS/PT&amp;HSSE)" userId="e509fef0-59b2-4be8-af33-58845cc6d5da" providerId="ADAL" clId="{A2AA247E-3A4A-44F8-B6A5-E0C04DBE95B9}" dt="2026-07-06T06:45:56.047" v="2523" actId="20577"/>
        <pc:sldMkLst>
          <pc:docMk/>
          <pc:sldMk cId="1513032589" sldId="312"/>
        </pc:sldMkLst>
        <pc:spChg chg="mod">
          <ac:chgData name="E Po Low (GTS/PT&amp;HSSE)" userId="e509fef0-59b2-4be8-af33-58845cc6d5da" providerId="ADAL" clId="{A2AA247E-3A4A-44F8-B6A5-E0C04DBE95B9}" dt="2026-07-06T06:45:32.562" v="2504"/>
          <ac:spMkLst>
            <pc:docMk/>
            <pc:sldMk cId="1513032589" sldId="312"/>
            <ac:spMk id="2" creationId="{EFC461A6-2B51-86F4-C535-6996C32BB96E}"/>
          </ac:spMkLst>
        </pc:spChg>
        <pc:spChg chg="mod">
          <ac:chgData name="E Po Low (GTS/PT&amp;HSSE)" userId="e509fef0-59b2-4be8-af33-58845cc6d5da" providerId="ADAL" clId="{A2AA247E-3A4A-44F8-B6A5-E0C04DBE95B9}" dt="2026-07-06T06:45:56.047" v="2523" actId="20577"/>
          <ac:spMkLst>
            <pc:docMk/>
            <pc:sldMk cId="1513032589" sldId="312"/>
            <ac:spMk id="7" creationId="{DB472C93-2DEF-A65F-89AA-AD705BD8929E}"/>
          </ac:spMkLst>
        </pc:spChg>
      </pc:sldChg>
      <pc:sldChg chg="modSp add mod">
        <pc:chgData name="E Po Low (GTS/PT&amp;HSSE)" userId="e509fef0-59b2-4be8-af33-58845cc6d5da" providerId="ADAL" clId="{A2AA247E-3A4A-44F8-B6A5-E0C04DBE95B9}" dt="2026-07-06T06:50:04.697" v="2639" actId="15"/>
        <pc:sldMkLst>
          <pc:docMk/>
          <pc:sldMk cId="4098900927" sldId="313"/>
        </pc:sldMkLst>
        <pc:spChg chg="mod">
          <ac:chgData name="E Po Low (GTS/PT&amp;HSSE)" userId="e509fef0-59b2-4be8-af33-58845cc6d5da" providerId="ADAL" clId="{A2AA247E-3A4A-44F8-B6A5-E0C04DBE95B9}" dt="2026-07-06T06:49:09.853" v="2612"/>
          <ac:spMkLst>
            <pc:docMk/>
            <pc:sldMk cId="4098900927" sldId="313"/>
            <ac:spMk id="2" creationId="{3BD2CD8B-272B-6834-3E1F-BD22B3DCF99C}"/>
          </ac:spMkLst>
        </pc:spChg>
        <pc:spChg chg="mod">
          <ac:chgData name="E Po Low (GTS/PT&amp;HSSE)" userId="e509fef0-59b2-4be8-af33-58845cc6d5da" providerId="ADAL" clId="{A2AA247E-3A4A-44F8-B6A5-E0C04DBE95B9}" dt="2026-07-06T06:48:59.878" v="2611" actId="20577"/>
          <ac:spMkLst>
            <pc:docMk/>
            <pc:sldMk cId="4098900927" sldId="313"/>
            <ac:spMk id="4" creationId="{7C3331F7-9DA7-3C91-35AF-D7F26C86ED77}"/>
          </ac:spMkLst>
        </pc:spChg>
        <pc:spChg chg="mod">
          <ac:chgData name="E Po Low (GTS/PT&amp;HSSE)" userId="e509fef0-59b2-4be8-af33-58845cc6d5da" providerId="ADAL" clId="{A2AA247E-3A4A-44F8-B6A5-E0C04DBE95B9}" dt="2026-07-06T06:49:46.392" v="2634" actId="20577"/>
          <ac:spMkLst>
            <pc:docMk/>
            <pc:sldMk cId="4098900927" sldId="313"/>
            <ac:spMk id="7" creationId="{5CEE7DDA-F466-5AEC-F156-D5F21438AA6C}"/>
          </ac:spMkLst>
        </pc:spChg>
        <pc:spChg chg="mod">
          <ac:chgData name="E Po Low (GTS/PT&amp;HSSE)" userId="e509fef0-59b2-4be8-af33-58845cc6d5da" providerId="ADAL" clId="{A2AA247E-3A4A-44F8-B6A5-E0C04DBE95B9}" dt="2026-07-06T06:50:04.697" v="2639" actId="15"/>
          <ac:spMkLst>
            <pc:docMk/>
            <pc:sldMk cId="4098900927" sldId="313"/>
            <ac:spMk id="9" creationId="{3D743541-CE94-6CAA-CD3A-7919D53DF37A}"/>
          </ac:spMkLst>
        </pc:spChg>
      </pc:sldChg>
      <pc:sldChg chg="modSp add mod">
        <pc:chgData name="E Po Low (GTS/PT&amp;HSSE)" userId="e509fef0-59b2-4be8-af33-58845cc6d5da" providerId="ADAL" clId="{A2AA247E-3A4A-44F8-B6A5-E0C04DBE95B9}" dt="2026-07-06T06:50:44.156" v="2657" actId="20577"/>
        <pc:sldMkLst>
          <pc:docMk/>
          <pc:sldMk cId="341667460" sldId="314"/>
        </pc:sldMkLst>
        <pc:spChg chg="mod">
          <ac:chgData name="E Po Low (GTS/PT&amp;HSSE)" userId="e509fef0-59b2-4be8-af33-58845cc6d5da" providerId="ADAL" clId="{A2AA247E-3A4A-44F8-B6A5-E0C04DBE95B9}" dt="2026-07-06T06:50:17.402" v="2642" actId="20577"/>
          <ac:spMkLst>
            <pc:docMk/>
            <pc:sldMk cId="341667460" sldId="314"/>
            <ac:spMk id="4" creationId="{BA8D18FE-C653-6560-BDEE-2461F0C49BFA}"/>
          </ac:spMkLst>
        </pc:spChg>
        <pc:spChg chg="mod">
          <ac:chgData name="E Po Low (GTS/PT&amp;HSSE)" userId="e509fef0-59b2-4be8-af33-58845cc6d5da" providerId="ADAL" clId="{A2AA247E-3A4A-44F8-B6A5-E0C04DBE95B9}" dt="2026-07-06T06:50:34.115" v="2655" actId="20577"/>
          <ac:spMkLst>
            <pc:docMk/>
            <pc:sldMk cId="341667460" sldId="314"/>
            <ac:spMk id="7" creationId="{6819E148-F922-6242-1614-7C82A6627B39}"/>
          </ac:spMkLst>
        </pc:spChg>
        <pc:spChg chg="mod">
          <ac:chgData name="E Po Low (GTS/PT&amp;HSSE)" userId="e509fef0-59b2-4be8-af33-58845cc6d5da" providerId="ADAL" clId="{A2AA247E-3A4A-44F8-B6A5-E0C04DBE95B9}" dt="2026-07-06T06:50:44.156" v="2657" actId="20577"/>
          <ac:spMkLst>
            <pc:docMk/>
            <pc:sldMk cId="341667460" sldId="314"/>
            <ac:spMk id="9" creationId="{B08075A2-3780-E75A-457D-0BBBF9B3ACB8}"/>
          </ac:spMkLst>
        </pc:spChg>
      </pc:sldChg>
      <pc:sldChg chg="modSp add mod">
        <pc:chgData name="E Po Low (GTS/PT&amp;HSSE)" userId="e509fef0-59b2-4be8-af33-58845cc6d5da" providerId="ADAL" clId="{A2AA247E-3A4A-44F8-B6A5-E0C04DBE95B9}" dt="2026-07-07T02:31:33.949" v="3263" actId="1076"/>
        <pc:sldMkLst>
          <pc:docMk/>
          <pc:sldMk cId="3146721586" sldId="315"/>
        </pc:sldMkLst>
        <pc:spChg chg="mod">
          <ac:chgData name="E Po Low (GTS/PT&amp;HSSE)" userId="e509fef0-59b2-4be8-af33-58845cc6d5da" providerId="ADAL" clId="{A2AA247E-3A4A-44F8-B6A5-E0C04DBE95B9}" dt="2026-07-06T06:51:27.037" v="2660" actId="20577"/>
          <ac:spMkLst>
            <pc:docMk/>
            <pc:sldMk cId="3146721586" sldId="315"/>
            <ac:spMk id="4" creationId="{71BD8671-ECF4-A4E5-D1DC-396B86C51ABE}"/>
          </ac:spMkLst>
        </pc:spChg>
        <pc:spChg chg="mod">
          <ac:chgData name="E Po Low (GTS/PT&amp;HSSE)" userId="e509fef0-59b2-4be8-af33-58845cc6d5da" providerId="ADAL" clId="{A2AA247E-3A4A-44F8-B6A5-E0C04DBE95B9}" dt="2026-07-06T06:52:01.522" v="2683" actId="20577"/>
          <ac:spMkLst>
            <pc:docMk/>
            <pc:sldMk cId="3146721586" sldId="315"/>
            <ac:spMk id="7" creationId="{7B105DCD-163A-9AC5-E46D-D138FAD51F06}"/>
          </ac:spMkLst>
        </pc:spChg>
        <pc:spChg chg="mod">
          <ac:chgData name="E Po Low (GTS/PT&amp;HSSE)" userId="e509fef0-59b2-4be8-af33-58845cc6d5da" providerId="ADAL" clId="{A2AA247E-3A4A-44F8-B6A5-E0C04DBE95B9}" dt="2026-07-07T02:31:33.949" v="3263" actId="1076"/>
          <ac:spMkLst>
            <pc:docMk/>
            <pc:sldMk cId="3146721586" sldId="315"/>
            <ac:spMk id="9" creationId="{847A82C1-E21B-06AF-20FB-ECA0A358E08B}"/>
          </ac:spMkLst>
        </pc:spChg>
      </pc:sldChg>
      <pc:sldChg chg="delSp modSp add mod">
        <pc:chgData name="E Po Low (GTS/PT&amp;HSSE)" userId="e509fef0-59b2-4be8-af33-58845cc6d5da" providerId="ADAL" clId="{A2AA247E-3A4A-44F8-B6A5-E0C04DBE95B9}" dt="2026-07-07T01:25:41.670" v="3050" actId="1076"/>
        <pc:sldMkLst>
          <pc:docMk/>
          <pc:sldMk cId="3178799714" sldId="316"/>
        </pc:sldMkLst>
        <pc:spChg chg="mod">
          <ac:chgData name="E Po Low (GTS/PT&amp;HSSE)" userId="e509fef0-59b2-4be8-af33-58845cc6d5da" providerId="ADAL" clId="{A2AA247E-3A4A-44F8-B6A5-E0C04DBE95B9}" dt="2026-07-07T01:02:54.611" v="3018" actId="20577"/>
          <ac:spMkLst>
            <pc:docMk/>
            <pc:sldMk cId="3178799714" sldId="316"/>
            <ac:spMk id="5" creationId="{51CBF67B-AAF7-827A-474A-C459390D1BEB}"/>
          </ac:spMkLst>
        </pc:spChg>
        <pc:spChg chg="mod">
          <ac:chgData name="E Po Low (GTS/PT&amp;HSSE)" userId="e509fef0-59b2-4be8-af33-58845cc6d5da" providerId="ADAL" clId="{A2AA247E-3A4A-44F8-B6A5-E0C04DBE95B9}" dt="2026-07-07T01:25:41.670" v="3050" actId="1076"/>
          <ac:spMkLst>
            <pc:docMk/>
            <pc:sldMk cId="3178799714" sldId="316"/>
            <ac:spMk id="7" creationId="{8B2E3682-5721-AEE1-E737-ADD77689E2EC}"/>
          </ac:spMkLst>
        </pc:spChg>
      </pc:sldChg>
      <pc:sldChg chg="addSp modSp add mod">
        <pc:chgData name="E Po Low (GTS/PT&amp;HSSE)" userId="e509fef0-59b2-4be8-af33-58845cc6d5da" providerId="ADAL" clId="{A2AA247E-3A4A-44F8-B6A5-E0C04DBE95B9}" dt="2026-07-07T01:44:39.509" v="3201" actId="12"/>
        <pc:sldMkLst>
          <pc:docMk/>
          <pc:sldMk cId="2259734234" sldId="317"/>
        </pc:sldMkLst>
        <pc:spChg chg="mod">
          <ac:chgData name="E Po Low (GTS/PT&amp;HSSE)" userId="e509fef0-59b2-4be8-af33-58845cc6d5da" providerId="ADAL" clId="{A2AA247E-3A4A-44F8-B6A5-E0C04DBE95B9}" dt="2026-07-07T01:44:39.509" v="3201" actId="12"/>
          <ac:spMkLst>
            <pc:docMk/>
            <pc:sldMk cId="2259734234" sldId="317"/>
            <ac:spMk id="7" creationId="{D8CEC4A3-4EF6-E495-503C-4576B865854C}"/>
          </ac:spMkLst>
        </pc:spChg>
      </pc:sldChg>
      <pc:sldChg chg="addSp delSp modSp add mod">
        <pc:chgData name="E Po Low (GTS/PT&amp;HSSE)" userId="e509fef0-59b2-4be8-af33-58845cc6d5da" providerId="ADAL" clId="{A2AA247E-3A4A-44F8-B6A5-E0C04DBE95B9}" dt="2026-07-07T02:39:09.734" v="3344" actId="21"/>
        <pc:sldMkLst>
          <pc:docMk/>
          <pc:sldMk cId="331738951" sldId="318"/>
        </pc:sldMkLst>
        <pc:spChg chg="add mod">
          <ac:chgData name="E Po Low (GTS/PT&amp;HSSE)" userId="e509fef0-59b2-4be8-af33-58845cc6d5da" providerId="ADAL" clId="{A2AA247E-3A4A-44F8-B6A5-E0C04DBE95B9}" dt="2026-07-07T02:31:54.377" v="3272" actId="20577"/>
          <ac:spMkLst>
            <pc:docMk/>
            <pc:sldMk cId="331738951" sldId="318"/>
            <ac:spMk id="2" creationId="{445CFEF3-E883-FC96-7606-084E25B6BF51}"/>
          </ac:spMkLst>
        </pc:spChg>
        <pc:spChg chg="mod">
          <ac:chgData name="E Po Low (GTS/PT&amp;HSSE)" userId="e509fef0-59b2-4be8-af33-58845cc6d5da" providerId="ADAL" clId="{A2AA247E-3A4A-44F8-B6A5-E0C04DBE95B9}" dt="2026-07-07T02:39:09.734" v="3344" actId="21"/>
          <ac:spMkLst>
            <pc:docMk/>
            <pc:sldMk cId="331738951" sldId="318"/>
            <ac:spMk id="7" creationId="{06359583-2762-B78F-C80F-193318340CA5}"/>
          </ac:spMkLst>
        </pc:spChg>
      </pc:sldChg>
      <pc:sldChg chg="addSp delSp modSp add mod">
        <pc:chgData name="E Po Low (GTS/PT&amp;HSSE)" userId="e509fef0-59b2-4be8-af33-58845cc6d5da" providerId="ADAL" clId="{A2AA247E-3A4A-44F8-B6A5-E0C04DBE95B9}" dt="2026-07-07T02:42:10.679" v="3396" actId="1076"/>
        <pc:sldMkLst>
          <pc:docMk/>
          <pc:sldMk cId="3397115280" sldId="319"/>
        </pc:sldMkLst>
        <pc:spChg chg="mod">
          <ac:chgData name="E Po Low (GTS/PT&amp;HSSE)" userId="e509fef0-59b2-4be8-af33-58845cc6d5da" providerId="ADAL" clId="{A2AA247E-3A4A-44F8-B6A5-E0C04DBE95B9}" dt="2026-07-07T02:39:13.629" v="3346"/>
          <ac:spMkLst>
            <pc:docMk/>
            <pc:sldMk cId="3397115280" sldId="319"/>
            <ac:spMk id="7" creationId="{B35E9316-A3CD-8DD7-95A5-BB10BBB7B761}"/>
          </ac:spMkLst>
        </pc:spChg>
        <pc:spChg chg="add mod">
          <ac:chgData name="E Po Low (GTS/PT&amp;HSSE)" userId="e509fef0-59b2-4be8-af33-58845cc6d5da" providerId="ADAL" clId="{A2AA247E-3A4A-44F8-B6A5-E0C04DBE95B9}" dt="2026-07-07T02:41:21.222" v="3362" actId="1076"/>
          <ac:spMkLst>
            <pc:docMk/>
            <pc:sldMk cId="3397115280" sldId="319"/>
            <ac:spMk id="12" creationId="{40FC0F2E-0704-8763-3B08-6F0D6E1C8092}"/>
          </ac:spMkLst>
        </pc:spChg>
        <pc:spChg chg="add mod">
          <ac:chgData name="E Po Low (GTS/PT&amp;HSSE)" userId="e509fef0-59b2-4be8-af33-58845cc6d5da" providerId="ADAL" clId="{A2AA247E-3A4A-44F8-B6A5-E0C04DBE95B9}" dt="2026-07-07T02:41:43.659" v="3387" actId="1076"/>
          <ac:spMkLst>
            <pc:docMk/>
            <pc:sldMk cId="3397115280" sldId="319"/>
            <ac:spMk id="18" creationId="{4220F547-174D-B299-9371-FA83FE7767BC}"/>
          </ac:spMkLst>
        </pc:spChg>
        <pc:spChg chg="add mod">
          <ac:chgData name="E Po Low (GTS/PT&amp;HSSE)" userId="e509fef0-59b2-4be8-af33-58845cc6d5da" providerId="ADAL" clId="{A2AA247E-3A4A-44F8-B6A5-E0C04DBE95B9}" dt="2026-07-07T02:42:10.679" v="3396" actId="1076"/>
          <ac:spMkLst>
            <pc:docMk/>
            <pc:sldMk cId="3397115280" sldId="319"/>
            <ac:spMk id="19" creationId="{9DB91E8D-3A7E-0CFF-B136-127F34D4D658}"/>
          </ac:spMkLst>
        </pc:spChg>
        <pc:cxnChg chg="add mod">
          <ac:chgData name="E Po Low (GTS/PT&amp;HSSE)" userId="e509fef0-59b2-4be8-af33-58845cc6d5da" providerId="ADAL" clId="{A2AA247E-3A4A-44F8-B6A5-E0C04DBE95B9}" dt="2026-07-07T02:39:27.705" v="3350" actId="13822"/>
          <ac:cxnSpMkLst>
            <pc:docMk/>
            <pc:sldMk cId="3397115280" sldId="319"/>
            <ac:cxnSpMk id="6" creationId="{1665DD73-139B-CAD3-6F73-DE3522F0F252}"/>
          </ac:cxnSpMkLst>
        </pc:cxnChg>
        <pc:cxnChg chg="add mod">
          <ac:chgData name="E Po Low (GTS/PT&amp;HSSE)" userId="e509fef0-59b2-4be8-af33-58845cc6d5da" providerId="ADAL" clId="{A2AA247E-3A4A-44F8-B6A5-E0C04DBE95B9}" dt="2026-07-07T02:39:37.454" v="3352" actId="13822"/>
          <ac:cxnSpMkLst>
            <pc:docMk/>
            <pc:sldMk cId="3397115280" sldId="319"/>
            <ac:cxnSpMk id="9" creationId="{84279BA6-6DDE-1BAA-9501-E3671DF9BEB8}"/>
          </ac:cxnSpMkLst>
        </pc:cxnChg>
        <pc:cxnChg chg="add mod">
          <ac:chgData name="E Po Low (GTS/PT&amp;HSSE)" userId="e509fef0-59b2-4be8-af33-58845cc6d5da" providerId="ADAL" clId="{A2AA247E-3A4A-44F8-B6A5-E0C04DBE95B9}" dt="2026-07-07T02:41:46.053" v="3388" actId="13822"/>
          <ac:cxnSpMkLst>
            <pc:docMk/>
            <pc:sldMk cId="3397115280" sldId="319"/>
            <ac:cxnSpMk id="14" creationId="{D8454444-B3DE-706D-1325-71343F86D433}"/>
          </ac:cxnSpMkLst>
        </pc:cxnChg>
        <pc:cxnChg chg="add mod">
          <ac:chgData name="E Po Low (GTS/PT&amp;HSSE)" userId="e509fef0-59b2-4be8-af33-58845cc6d5da" providerId="ADAL" clId="{A2AA247E-3A4A-44F8-B6A5-E0C04DBE95B9}" dt="2026-07-07T02:42:02.818" v="3393" actId="14100"/>
          <ac:cxnSpMkLst>
            <pc:docMk/>
            <pc:sldMk cId="3397115280" sldId="319"/>
            <ac:cxnSpMk id="20" creationId="{A0E1E482-1C81-C297-630C-B28532321E12}"/>
          </ac:cxnSpMkLst>
        </pc:cxnChg>
      </pc:sldChg>
      <pc:sldChg chg="delSp modSp add mod ord">
        <pc:chgData name="E Po Low (GTS/PT&amp;HSSE)" userId="e509fef0-59b2-4be8-af33-58845cc6d5da" providerId="ADAL" clId="{A2AA247E-3A4A-44F8-B6A5-E0C04DBE95B9}" dt="2026-07-07T02:48:37.679" v="3471" actId="20577"/>
        <pc:sldMkLst>
          <pc:docMk/>
          <pc:sldMk cId="2127930925" sldId="320"/>
        </pc:sldMkLst>
        <pc:spChg chg="mod">
          <ac:chgData name="E Po Low (GTS/PT&amp;HSSE)" userId="e509fef0-59b2-4be8-af33-58845cc6d5da" providerId="ADAL" clId="{A2AA247E-3A4A-44F8-B6A5-E0C04DBE95B9}" dt="2026-07-07T02:48:37.679" v="3471" actId="20577"/>
          <ac:spMkLst>
            <pc:docMk/>
            <pc:sldMk cId="2127930925" sldId="320"/>
            <ac:spMk id="7" creationId="{BA353A38-9F2E-19A5-9F95-45441D56E4A2}"/>
          </ac:spMkLst>
        </pc:spChg>
      </pc:sldChg>
      <pc:sldChg chg="modSp add mod">
        <pc:chgData name="E Po Low (GTS/PT&amp;HSSE)" userId="e509fef0-59b2-4be8-af33-58845cc6d5da" providerId="ADAL" clId="{A2AA247E-3A4A-44F8-B6A5-E0C04DBE95B9}" dt="2026-07-07T05:57:44.554" v="3566" actId="20577"/>
        <pc:sldMkLst>
          <pc:docMk/>
          <pc:sldMk cId="2895977249" sldId="321"/>
        </pc:sldMkLst>
        <pc:spChg chg="mod">
          <ac:chgData name="E Po Low (GTS/PT&amp;HSSE)" userId="e509fef0-59b2-4be8-af33-58845cc6d5da" providerId="ADAL" clId="{A2AA247E-3A4A-44F8-B6A5-E0C04DBE95B9}" dt="2026-07-07T05:57:44.554" v="3566" actId="20577"/>
          <ac:spMkLst>
            <pc:docMk/>
            <pc:sldMk cId="2895977249" sldId="321"/>
            <ac:spMk id="5" creationId="{B0924285-BCC2-9B42-1EA6-275F495BE43D}"/>
          </ac:spMkLst>
        </pc:spChg>
        <pc:spChg chg="mod">
          <ac:chgData name="E Po Low (GTS/PT&amp;HSSE)" userId="e509fef0-59b2-4be8-af33-58845cc6d5da" providerId="ADAL" clId="{A2AA247E-3A4A-44F8-B6A5-E0C04DBE95B9}" dt="2026-07-07T05:57:21.005" v="3509" actId="113"/>
          <ac:spMkLst>
            <pc:docMk/>
            <pc:sldMk cId="2895977249" sldId="321"/>
            <ac:spMk id="7" creationId="{4B97804A-08B9-5C00-DA1F-38F2446B0D89}"/>
          </ac:spMkLst>
        </pc:spChg>
      </pc:sldChg>
      <pc:sldChg chg="modSp add mod">
        <pc:chgData name="E Po Low (GTS/PT&amp;HSSE)" userId="e509fef0-59b2-4be8-af33-58845cc6d5da" providerId="ADAL" clId="{A2AA247E-3A4A-44F8-B6A5-E0C04DBE95B9}" dt="2026-07-07T05:59:03.443" v="3620" actId="20577"/>
        <pc:sldMkLst>
          <pc:docMk/>
          <pc:sldMk cId="1536517733" sldId="322"/>
        </pc:sldMkLst>
        <pc:spChg chg="mod">
          <ac:chgData name="E Po Low (GTS/PT&amp;HSSE)" userId="e509fef0-59b2-4be8-af33-58845cc6d5da" providerId="ADAL" clId="{A2AA247E-3A4A-44F8-B6A5-E0C04DBE95B9}" dt="2026-07-07T05:58:04.836" v="3584" actId="20577"/>
          <ac:spMkLst>
            <pc:docMk/>
            <pc:sldMk cId="1536517733" sldId="322"/>
            <ac:spMk id="5" creationId="{D96A6350-68E2-8872-26AA-2D9748AC9DC2}"/>
          </ac:spMkLst>
        </pc:spChg>
        <pc:spChg chg="mod">
          <ac:chgData name="E Po Low (GTS/PT&amp;HSSE)" userId="e509fef0-59b2-4be8-af33-58845cc6d5da" providerId="ADAL" clId="{A2AA247E-3A4A-44F8-B6A5-E0C04DBE95B9}" dt="2026-07-07T05:59:03.443" v="3620" actId="20577"/>
          <ac:spMkLst>
            <pc:docMk/>
            <pc:sldMk cId="1536517733" sldId="322"/>
            <ac:spMk id="7" creationId="{56396444-DE7C-5F8C-D8C9-00A4883E3D80}"/>
          </ac:spMkLst>
        </pc:spChg>
      </pc:sldChg>
      <pc:sldChg chg="modSp add mod">
        <pc:chgData name="E Po Low (GTS/PT&amp;HSSE)" userId="e509fef0-59b2-4be8-af33-58845cc6d5da" providerId="ADAL" clId="{A2AA247E-3A4A-44F8-B6A5-E0C04DBE95B9}" dt="2026-07-07T06:01:03.037" v="3698" actId="20577"/>
        <pc:sldMkLst>
          <pc:docMk/>
          <pc:sldMk cId="2072878213" sldId="323"/>
        </pc:sldMkLst>
        <pc:spChg chg="mod">
          <ac:chgData name="E Po Low (GTS/PT&amp;HSSE)" userId="e509fef0-59b2-4be8-af33-58845cc6d5da" providerId="ADAL" clId="{A2AA247E-3A4A-44F8-B6A5-E0C04DBE95B9}" dt="2026-07-07T05:59:20.801" v="3637" actId="20577"/>
          <ac:spMkLst>
            <pc:docMk/>
            <pc:sldMk cId="2072878213" sldId="323"/>
            <ac:spMk id="5" creationId="{A17EDB3D-ECD5-ACFE-730B-647424F62035}"/>
          </ac:spMkLst>
        </pc:spChg>
        <pc:spChg chg="mod">
          <ac:chgData name="E Po Low (GTS/PT&amp;HSSE)" userId="e509fef0-59b2-4be8-af33-58845cc6d5da" providerId="ADAL" clId="{A2AA247E-3A4A-44F8-B6A5-E0C04DBE95B9}" dt="2026-07-07T06:01:03.037" v="3698" actId="20577"/>
          <ac:spMkLst>
            <pc:docMk/>
            <pc:sldMk cId="2072878213" sldId="323"/>
            <ac:spMk id="7" creationId="{CC7F8DFF-AF35-B777-4C17-25ADB94D0877}"/>
          </ac:spMkLst>
        </pc:spChg>
      </pc:sldChg>
      <pc:sldChg chg="modSp add mod">
        <pc:chgData name="E Po Low (GTS/PT&amp;HSSE)" userId="e509fef0-59b2-4be8-af33-58845cc6d5da" providerId="ADAL" clId="{A2AA247E-3A4A-44F8-B6A5-E0C04DBE95B9}" dt="2026-07-07T06:04:31.177" v="3756" actId="21"/>
        <pc:sldMkLst>
          <pc:docMk/>
          <pc:sldMk cId="1843625555" sldId="324"/>
        </pc:sldMkLst>
        <pc:spChg chg="mod">
          <ac:chgData name="E Po Low (GTS/PT&amp;HSSE)" userId="e509fef0-59b2-4be8-af33-58845cc6d5da" providerId="ADAL" clId="{A2AA247E-3A4A-44F8-B6A5-E0C04DBE95B9}" dt="2026-07-07T06:01:22.044" v="3717" actId="20577"/>
          <ac:spMkLst>
            <pc:docMk/>
            <pc:sldMk cId="1843625555" sldId="324"/>
            <ac:spMk id="5" creationId="{FC5F016A-AB1C-9F1F-F2B1-DE424E48439A}"/>
          </ac:spMkLst>
        </pc:spChg>
        <pc:spChg chg="mod">
          <ac:chgData name="E Po Low (GTS/PT&amp;HSSE)" userId="e509fef0-59b2-4be8-af33-58845cc6d5da" providerId="ADAL" clId="{A2AA247E-3A4A-44F8-B6A5-E0C04DBE95B9}" dt="2026-07-07T06:04:31.177" v="3756" actId="21"/>
          <ac:spMkLst>
            <pc:docMk/>
            <pc:sldMk cId="1843625555" sldId="324"/>
            <ac:spMk id="7" creationId="{5548288B-9E83-9FD3-A6AB-1D287F6FB7BC}"/>
          </ac:spMkLst>
        </pc:spChg>
      </pc:sldChg>
      <pc:sldChg chg="modSp add mod">
        <pc:chgData name="E Po Low (GTS/PT&amp;HSSE)" userId="e509fef0-59b2-4be8-af33-58845cc6d5da" providerId="ADAL" clId="{A2AA247E-3A4A-44F8-B6A5-E0C04DBE95B9}" dt="2026-07-07T06:05:39.596" v="3795" actId="11"/>
        <pc:sldMkLst>
          <pc:docMk/>
          <pc:sldMk cId="2988626526" sldId="325"/>
        </pc:sldMkLst>
        <pc:spChg chg="mod">
          <ac:chgData name="E Po Low (GTS/PT&amp;HSSE)" userId="e509fef0-59b2-4be8-af33-58845cc6d5da" providerId="ADAL" clId="{A2AA247E-3A4A-44F8-B6A5-E0C04DBE95B9}" dt="2026-07-07T06:05:39.596" v="3795" actId="11"/>
          <ac:spMkLst>
            <pc:docMk/>
            <pc:sldMk cId="2988626526" sldId="325"/>
            <ac:spMk id="7" creationId="{CE96D7D3-1F98-A181-695A-B2BAFBDA9E2A}"/>
          </ac:spMkLst>
        </pc:spChg>
      </pc:sldChg>
      <pc:sldChg chg="modSp add mod">
        <pc:chgData name="E Po Low (GTS/PT&amp;HSSE)" userId="e509fef0-59b2-4be8-af33-58845cc6d5da" providerId="ADAL" clId="{A2AA247E-3A4A-44F8-B6A5-E0C04DBE95B9}" dt="2026-07-07T06:08:13.501" v="3836" actId="20577"/>
        <pc:sldMkLst>
          <pc:docMk/>
          <pc:sldMk cId="94614008" sldId="326"/>
        </pc:sldMkLst>
        <pc:spChg chg="mod">
          <ac:chgData name="E Po Low (GTS/PT&amp;HSSE)" userId="e509fef0-59b2-4be8-af33-58845cc6d5da" providerId="ADAL" clId="{A2AA247E-3A4A-44F8-B6A5-E0C04DBE95B9}" dt="2026-07-07T06:08:13.501" v="3836" actId="20577"/>
          <ac:spMkLst>
            <pc:docMk/>
            <pc:sldMk cId="94614008" sldId="326"/>
            <ac:spMk id="7" creationId="{C7317908-FE71-E0CF-6541-C58603AC2F36}"/>
          </ac:spMkLst>
        </pc:spChg>
      </pc:sldChg>
      <pc:sldChg chg="modSp add mod">
        <pc:chgData name="E Po Low (GTS/PT&amp;HSSE)" userId="e509fef0-59b2-4be8-af33-58845cc6d5da" providerId="ADAL" clId="{A2AA247E-3A4A-44F8-B6A5-E0C04DBE95B9}" dt="2026-07-07T06:09:17.918" v="3879" actId="12"/>
        <pc:sldMkLst>
          <pc:docMk/>
          <pc:sldMk cId="578135737" sldId="327"/>
        </pc:sldMkLst>
        <pc:spChg chg="mod">
          <ac:chgData name="E Po Low (GTS/PT&amp;HSSE)" userId="e509fef0-59b2-4be8-af33-58845cc6d5da" providerId="ADAL" clId="{A2AA247E-3A4A-44F8-B6A5-E0C04DBE95B9}" dt="2026-07-07T06:08:31.336" v="3850" actId="20577"/>
          <ac:spMkLst>
            <pc:docMk/>
            <pc:sldMk cId="578135737" sldId="327"/>
            <ac:spMk id="5" creationId="{0C26BE11-5B73-4794-CB1A-742069732DCB}"/>
          </ac:spMkLst>
        </pc:spChg>
        <pc:spChg chg="mod">
          <ac:chgData name="E Po Low (GTS/PT&amp;HSSE)" userId="e509fef0-59b2-4be8-af33-58845cc6d5da" providerId="ADAL" clId="{A2AA247E-3A4A-44F8-B6A5-E0C04DBE95B9}" dt="2026-07-07T06:09:17.918" v="3879" actId="12"/>
          <ac:spMkLst>
            <pc:docMk/>
            <pc:sldMk cId="578135737" sldId="327"/>
            <ac:spMk id="7" creationId="{7FC6C494-3AF1-9149-B106-BED17462DF40}"/>
          </ac:spMkLst>
        </pc:spChg>
      </pc:sldChg>
      <pc:sldChg chg="addSp delSp modSp mod">
        <pc:chgData name="E Po Low (GTS/PT&amp;HSSE)" userId="e509fef0-59b2-4be8-af33-58845cc6d5da" providerId="ADAL" clId="{A2AA247E-3A4A-44F8-B6A5-E0C04DBE95B9}" dt="2026-07-20T06:20:52.717" v="4014" actId="20577"/>
        <pc:sldMkLst>
          <pc:docMk/>
          <pc:sldMk cId="2561282430" sldId="331"/>
        </pc:sldMkLst>
        <pc:spChg chg="add mod">
          <ac:chgData name="E Po Low (GTS/PT&amp;HSSE)" userId="e509fef0-59b2-4be8-af33-58845cc6d5da" providerId="ADAL" clId="{A2AA247E-3A4A-44F8-B6A5-E0C04DBE95B9}" dt="2026-07-20T06:20:52.717" v="4014" actId="20577"/>
          <ac:spMkLst>
            <pc:docMk/>
            <pc:sldMk cId="2561282430" sldId="331"/>
            <ac:spMk id="6" creationId="{7097A7CE-DCBA-35CC-5F1C-93998C352E97}"/>
          </ac:spMkLst>
        </pc:spChg>
        <pc:spChg chg="add mod">
          <ac:chgData name="E Po Low (GTS/PT&amp;HSSE)" userId="e509fef0-59b2-4be8-af33-58845cc6d5da" providerId="ADAL" clId="{A2AA247E-3A4A-44F8-B6A5-E0C04DBE95B9}" dt="2026-07-20T06:19:50.349" v="3971" actId="20577"/>
          <ac:spMkLst>
            <pc:docMk/>
            <pc:sldMk cId="2561282430" sldId="331"/>
            <ac:spMk id="10" creationId="{D7261EFC-0C7B-C0EB-BA10-08A605E83856}"/>
          </ac:spMkLst>
        </pc:spChg>
        <pc:picChg chg="add mod">
          <ac:chgData name="E Po Low (GTS/PT&amp;HSSE)" userId="e509fef0-59b2-4be8-af33-58845cc6d5da" providerId="ADAL" clId="{A2AA247E-3A4A-44F8-B6A5-E0C04DBE95B9}" dt="2026-07-20T06:20:12.559" v="3972" actId="1076"/>
          <ac:picMkLst>
            <pc:docMk/>
            <pc:sldMk cId="2561282430" sldId="331"/>
            <ac:picMk id="8" creationId="{B9FDE068-EB7E-A736-8D6F-8F1409D169E7}"/>
          </ac:picMkLst>
        </pc:picChg>
      </pc:sldChg>
      <pc:sldChg chg="modSp mod">
        <pc:chgData name="E Po Low (GTS/PT&amp;HSSE)" userId="e509fef0-59b2-4be8-af33-58845cc6d5da" providerId="ADAL" clId="{A2AA247E-3A4A-44F8-B6A5-E0C04DBE95B9}" dt="2026-07-16T01:26:40.300" v="3908" actId="20577"/>
        <pc:sldMkLst>
          <pc:docMk/>
          <pc:sldMk cId="368248750" sldId="341"/>
        </pc:sldMkLst>
      </pc:sldChg>
      <pc:sldChg chg="addSp delSp modSp add mod">
        <pc:chgData name="E Po Low (GTS/PT&amp;HSSE)" userId="e509fef0-59b2-4be8-af33-58845cc6d5da" providerId="ADAL" clId="{A2AA247E-3A4A-44F8-B6A5-E0C04DBE95B9}" dt="2026-07-20T06:24:07.407" v="4068" actId="20577"/>
        <pc:sldMkLst>
          <pc:docMk/>
          <pc:sldMk cId="407758606" sldId="358"/>
        </pc:sldMkLst>
        <pc:spChg chg="mod">
          <ac:chgData name="E Po Low (GTS/PT&amp;HSSE)" userId="e509fef0-59b2-4be8-af33-58845cc6d5da" providerId="ADAL" clId="{A2AA247E-3A4A-44F8-B6A5-E0C04DBE95B9}" dt="2026-07-20T06:24:07.407" v="4068" actId="20577"/>
          <ac:spMkLst>
            <pc:docMk/>
            <pc:sldMk cId="407758606" sldId="358"/>
            <ac:spMk id="6" creationId="{EF47BB56-0B99-7686-A76D-D1756BD6174A}"/>
          </ac:spMkLst>
        </pc:spChg>
        <pc:spChg chg="mod">
          <ac:chgData name="E Po Low (GTS/PT&amp;HSSE)" userId="e509fef0-59b2-4be8-af33-58845cc6d5da" providerId="ADAL" clId="{A2AA247E-3A4A-44F8-B6A5-E0C04DBE95B9}" dt="2026-07-20T06:22:37.285" v="4018"/>
          <ac:spMkLst>
            <pc:docMk/>
            <pc:sldMk cId="407758606" sldId="358"/>
            <ac:spMk id="10" creationId="{B6522842-A349-E9C0-8738-366E52D2CFCE}"/>
          </ac:spMkLst>
        </pc:spChg>
        <pc:picChg chg="add mod">
          <ac:chgData name="E Po Low (GTS/PT&amp;HSSE)" userId="e509fef0-59b2-4be8-af33-58845cc6d5da" providerId="ADAL" clId="{A2AA247E-3A4A-44F8-B6A5-E0C04DBE95B9}" dt="2026-07-20T06:22:23.855" v="4017" actId="1076"/>
          <ac:picMkLst>
            <pc:docMk/>
            <pc:sldMk cId="407758606" sldId="358"/>
            <ac:picMk id="4" creationId="{EC9F875F-7A49-FB65-3F14-53CE6287B691}"/>
          </ac:picMkLst>
        </pc:picChg>
      </pc:sldChg>
      <pc:sldChg chg="addSp delSp modSp add mod">
        <pc:chgData name="E Po Low (GTS/PT&amp;HSSE)" userId="e509fef0-59b2-4be8-af33-58845cc6d5da" providerId="ADAL" clId="{A2AA247E-3A4A-44F8-B6A5-E0C04DBE95B9}" dt="2026-07-20T06:25:04.851" v="4097" actId="20577"/>
        <pc:sldMkLst>
          <pc:docMk/>
          <pc:sldMk cId="2707390010" sldId="359"/>
        </pc:sldMkLst>
        <pc:spChg chg="mod">
          <ac:chgData name="E Po Low (GTS/PT&amp;HSSE)" userId="e509fef0-59b2-4be8-af33-58845cc6d5da" providerId="ADAL" clId="{A2AA247E-3A4A-44F8-B6A5-E0C04DBE95B9}" dt="2026-07-20T06:25:04.851" v="4097" actId="20577"/>
          <ac:spMkLst>
            <pc:docMk/>
            <pc:sldMk cId="2707390010" sldId="359"/>
            <ac:spMk id="6" creationId="{C6EF3961-4C5C-F939-DBC5-980472BC9867}"/>
          </ac:spMkLst>
        </pc:spChg>
        <pc:spChg chg="mod">
          <ac:chgData name="E Po Low (GTS/PT&amp;HSSE)" userId="e509fef0-59b2-4be8-af33-58845cc6d5da" providerId="ADAL" clId="{A2AA247E-3A4A-44F8-B6A5-E0C04DBE95B9}" dt="2026-07-20T06:23:11.114" v="4027"/>
          <ac:spMkLst>
            <pc:docMk/>
            <pc:sldMk cId="2707390010" sldId="359"/>
            <ac:spMk id="10" creationId="{3ADB720D-88F4-7C44-E3F6-657730777C2B}"/>
          </ac:spMkLst>
        </pc:spChg>
        <pc:picChg chg="add mod">
          <ac:chgData name="E Po Low (GTS/PT&amp;HSSE)" userId="e509fef0-59b2-4be8-af33-58845cc6d5da" providerId="ADAL" clId="{A2AA247E-3A4A-44F8-B6A5-E0C04DBE95B9}" dt="2026-07-20T06:22:54.781" v="4022" actId="1076"/>
          <ac:picMkLst>
            <pc:docMk/>
            <pc:sldMk cId="2707390010" sldId="359"/>
            <ac:picMk id="5" creationId="{8AC74470-955F-FE1F-0657-147038B3980E}"/>
          </ac:picMkLst>
        </pc:picChg>
        <pc:picChg chg="add mod">
          <ac:chgData name="E Po Low (GTS/PT&amp;HSSE)" userId="e509fef0-59b2-4be8-af33-58845cc6d5da" providerId="ADAL" clId="{A2AA247E-3A4A-44F8-B6A5-E0C04DBE95B9}" dt="2026-07-20T06:23:05.484" v="4024" actId="1076"/>
          <ac:picMkLst>
            <pc:docMk/>
            <pc:sldMk cId="2707390010" sldId="359"/>
            <ac:picMk id="8" creationId="{74BD4E0F-2C2B-8046-8122-B4BC43A237F8}"/>
          </ac:picMkLst>
        </pc:picChg>
      </pc:sldChg>
      <pc:sldChg chg="add">
        <pc:chgData name="E Po Low (GTS/PT&amp;HSSE)" userId="e509fef0-59b2-4be8-af33-58845cc6d5da" providerId="ADAL" clId="{A2AA247E-3A4A-44F8-B6A5-E0C04DBE95B9}" dt="2026-07-20T06:25:13.907" v="4098" actId="2890"/>
        <pc:sldMkLst>
          <pc:docMk/>
          <pc:sldMk cId="2480092265" sldId="360"/>
        </pc:sldMkLst>
      </pc:sldChg>
      <pc:sldChg chg="addSp delSp modSp add mod">
        <pc:chgData name="E Po Low (GTS/PT&amp;HSSE)" userId="e509fef0-59b2-4be8-af33-58845cc6d5da" providerId="ADAL" clId="{A2AA247E-3A4A-44F8-B6A5-E0C04DBE95B9}" dt="2026-07-20T06:26:13.381" v="4182"/>
        <pc:sldMkLst>
          <pc:docMk/>
          <pc:sldMk cId="3756626793" sldId="361"/>
        </pc:sldMkLst>
        <pc:spChg chg="mod">
          <ac:chgData name="E Po Low (GTS/PT&amp;HSSE)" userId="e509fef0-59b2-4be8-af33-58845cc6d5da" providerId="ADAL" clId="{A2AA247E-3A4A-44F8-B6A5-E0C04DBE95B9}" dt="2026-07-20T06:25:51.832" v="4177" actId="20577"/>
          <ac:spMkLst>
            <pc:docMk/>
            <pc:sldMk cId="3756626793" sldId="361"/>
            <ac:spMk id="6" creationId="{8BF586FE-E752-66B2-224E-51CA552D0ED3}"/>
          </ac:spMkLst>
        </pc:spChg>
        <pc:spChg chg="mod">
          <ac:chgData name="E Po Low (GTS/PT&amp;HSSE)" userId="e509fef0-59b2-4be8-af33-58845cc6d5da" providerId="ADAL" clId="{A2AA247E-3A4A-44F8-B6A5-E0C04DBE95B9}" dt="2026-07-20T06:26:13.381" v="4182"/>
          <ac:spMkLst>
            <pc:docMk/>
            <pc:sldMk cId="3756626793" sldId="361"/>
            <ac:spMk id="10" creationId="{F1205031-1EB0-C366-0C9A-0B34895CB94D}"/>
          </ac:spMkLst>
        </pc:spChg>
        <pc:picChg chg="add mod">
          <ac:chgData name="E Po Low (GTS/PT&amp;HSSE)" userId="e509fef0-59b2-4be8-af33-58845cc6d5da" providerId="ADAL" clId="{A2AA247E-3A4A-44F8-B6A5-E0C04DBE95B9}" dt="2026-07-20T06:26:06.905" v="4181" actId="1076"/>
          <ac:picMkLst>
            <pc:docMk/>
            <pc:sldMk cId="3756626793" sldId="361"/>
            <ac:picMk id="4" creationId="{4447F254-DE7F-9AD6-B4FA-93CC889FB957}"/>
          </ac:picMkLst>
        </pc:picChg>
      </pc:sldChg>
      <pc:sldChg chg="addSp delSp modSp add mod">
        <pc:chgData name="E Po Low (GTS/PT&amp;HSSE)" userId="e509fef0-59b2-4be8-af33-58845cc6d5da" providerId="ADAL" clId="{A2AA247E-3A4A-44F8-B6A5-E0C04DBE95B9}" dt="2026-07-20T06:26:39.062" v="4187"/>
        <pc:sldMkLst>
          <pc:docMk/>
          <pc:sldMk cId="2719362488" sldId="362"/>
        </pc:sldMkLst>
        <pc:spChg chg="mod">
          <ac:chgData name="E Po Low (GTS/PT&amp;HSSE)" userId="e509fef0-59b2-4be8-af33-58845cc6d5da" providerId="ADAL" clId="{A2AA247E-3A4A-44F8-B6A5-E0C04DBE95B9}" dt="2026-07-20T06:26:39.062" v="4187"/>
          <ac:spMkLst>
            <pc:docMk/>
            <pc:sldMk cId="2719362488" sldId="362"/>
            <ac:spMk id="10" creationId="{7C494D72-6923-8ECE-E1FA-55F71BC28772}"/>
          </ac:spMkLst>
        </pc:spChg>
        <pc:picChg chg="add mod">
          <ac:chgData name="E Po Low (GTS/PT&amp;HSSE)" userId="e509fef0-59b2-4be8-af33-58845cc6d5da" providerId="ADAL" clId="{A2AA247E-3A4A-44F8-B6A5-E0C04DBE95B9}" dt="2026-07-20T06:26:34.135" v="4186" actId="1076"/>
          <ac:picMkLst>
            <pc:docMk/>
            <pc:sldMk cId="2719362488" sldId="362"/>
            <ac:picMk id="5" creationId="{08C84B47-4CC9-9FAF-0E76-574396116C55}"/>
          </ac:picMkLst>
        </pc:picChg>
      </pc:sldChg>
      <pc:sldChg chg="add">
        <pc:chgData name="E Po Low (GTS/PT&amp;HSSE)" userId="e509fef0-59b2-4be8-af33-58845cc6d5da" providerId="ADAL" clId="{A2AA247E-3A4A-44F8-B6A5-E0C04DBE95B9}" dt="2026-07-20T06:59:34.196" v="4229"/>
        <pc:sldMkLst>
          <pc:docMk/>
          <pc:sldMk cId="3732933565" sldId="1115"/>
        </pc:sldMkLst>
      </pc:sldChg>
      <pc:sldChg chg="add">
        <pc:chgData name="E Po Low (GTS/PT&amp;HSSE)" userId="e509fef0-59b2-4be8-af33-58845cc6d5da" providerId="ADAL" clId="{A2AA247E-3A4A-44F8-B6A5-E0C04DBE95B9}" dt="2026-07-20T06:59:20.175" v="4227"/>
        <pc:sldMkLst>
          <pc:docMk/>
          <pc:sldMk cId="1996968308" sldId="1124"/>
        </pc:sldMkLst>
      </pc:sldChg>
      <pc:sldChg chg="addSp delSp modSp add mod">
        <pc:chgData name="E Po Low (GTS/PT&amp;HSSE)" userId="e509fef0-59b2-4be8-af33-58845cc6d5da" providerId="ADAL" clId="{A2AA247E-3A4A-44F8-B6A5-E0C04DBE95B9}" dt="2026-07-28T02:38:22.580" v="4583" actId="20577"/>
        <pc:sldMkLst>
          <pc:docMk/>
          <pc:sldMk cId="2010201304" sldId="1126"/>
        </pc:sldMkLst>
        <pc:spChg chg="mod">
          <ac:chgData name="E Po Low (GTS/PT&amp;HSSE)" userId="e509fef0-59b2-4be8-af33-58845cc6d5da" providerId="ADAL" clId="{A2AA247E-3A4A-44F8-B6A5-E0C04DBE95B9}" dt="2026-07-28T02:38:22.580" v="4583" actId="20577"/>
          <ac:spMkLst>
            <pc:docMk/>
            <pc:sldMk cId="2010201304" sldId="1126"/>
            <ac:spMk id="2" creationId="{8866CB86-A0F8-751D-C337-E6226D28413A}"/>
          </ac:spMkLst>
        </pc:spChg>
        <pc:spChg chg="add mod">
          <ac:chgData name="E Po Low (GTS/PT&amp;HSSE)" userId="e509fef0-59b2-4be8-af33-58845cc6d5da" providerId="ADAL" clId="{A2AA247E-3A4A-44F8-B6A5-E0C04DBE95B9}" dt="2026-07-28T02:37:28.438" v="4471" actId="14100"/>
          <ac:spMkLst>
            <pc:docMk/>
            <pc:sldMk cId="2010201304" sldId="1126"/>
            <ac:spMk id="9" creationId="{F40595BC-0B80-81DA-1DE2-59B74DDC7060}"/>
          </ac:spMkLst>
        </pc:spChg>
        <pc:picChg chg="add mod">
          <ac:chgData name="E Po Low (GTS/PT&amp;HSSE)" userId="e509fef0-59b2-4be8-af33-58845cc6d5da" providerId="ADAL" clId="{A2AA247E-3A4A-44F8-B6A5-E0C04DBE95B9}" dt="2026-07-28T02:37:31.244" v="4478" actId="1037"/>
          <ac:picMkLst>
            <pc:docMk/>
            <pc:sldMk cId="2010201304" sldId="1126"/>
            <ac:picMk id="8" creationId="{3FAFF98B-BE7F-3F0C-8BC5-5FD59F186454}"/>
          </ac:picMkLst>
        </pc:picChg>
        <pc:cxnChg chg="add mod">
          <ac:chgData name="E Po Low (GTS/PT&amp;HSSE)" userId="e509fef0-59b2-4be8-af33-58845cc6d5da" providerId="ADAL" clId="{A2AA247E-3A4A-44F8-B6A5-E0C04DBE95B9}" dt="2026-07-28T02:37:47.881" v="4485" actId="1076"/>
          <ac:cxnSpMkLst>
            <pc:docMk/>
            <pc:sldMk cId="2010201304" sldId="1126"/>
            <ac:cxnSpMk id="11" creationId="{33E9777A-0237-040C-044D-9527B88A883F}"/>
          </ac:cxnSpMkLst>
        </pc:cxnChg>
      </pc:sldChg>
    </pc:docChg>
  </pc:docChgLst>
  <pc:docChgLst>
    <pc:chgData name="Poo Hwei Ching - Ir. (GTS/PT&amp;HSSE)" userId="27510f78-3f4d-47b8-95f7-59e0b91c6334" providerId="ADAL" clId="{F4E641C0-5CD7-4085-8AC3-D1FCC11B1DB7}"/>
    <pc:docChg chg="custSel addSld delSld modSld sldOrd">
      <pc:chgData name="Poo Hwei Ching - Ir. (GTS/PT&amp;HSSE)" userId="27510f78-3f4d-47b8-95f7-59e0b91c6334" providerId="ADAL" clId="{F4E641C0-5CD7-4085-8AC3-D1FCC11B1DB7}" dt="2026-07-16T00:41:59.265" v="2148" actId="6549"/>
      <pc:docMkLst>
        <pc:docMk/>
      </pc:docMkLst>
      <pc:sldChg chg="modSp mod">
        <pc:chgData name="Poo Hwei Ching - Ir. (GTS/PT&amp;HSSE)" userId="27510f78-3f4d-47b8-95f7-59e0b91c6334" providerId="ADAL" clId="{F4E641C0-5CD7-4085-8AC3-D1FCC11B1DB7}" dt="2026-07-15T23:49:26.257" v="0" actId="20577"/>
        <pc:sldMkLst>
          <pc:docMk/>
          <pc:sldMk cId="3164451226" sldId="303"/>
        </pc:sldMkLst>
        <pc:spChg chg="mod">
          <ac:chgData name="Poo Hwei Ching - Ir. (GTS/PT&amp;HSSE)" userId="27510f78-3f4d-47b8-95f7-59e0b91c6334" providerId="ADAL" clId="{F4E641C0-5CD7-4085-8AC3-D1FCC11B1DB7}" dt="2026-07-15T23:49:26.257" v="0" actId="20577"/>
          <ac:spMkLst>
            <pc:docMk/>
            <pc:sldMk cId="3164451226" sldId="303"/>
            <ac:spMk id="19" creationId="{2446B98B-66EF-6964-5F06-A1D70B26A0DD}"/>
          </ac:spMkLst>
        </pc:spChg>
      </pc:sldChg>
      <pc:sldChg chg="modSp mod">
        <pc:chgData name="Poo Hwei Ching - Ir. (GTS/PT&amp;HSSE)" userId="27510f78-3f4d-47b8-95f7-59e0b91c6334" providerId="ADAL" clId="{F4E641C0-5CD7-4085-8AC3-D1FCC11B1DB7}" dt="2026-07-16T00:41:59.265" v="2148" actId="6549"/>
        <pc:sldMkLst>
          <pc:docMk/>
          <pc:sldMk cId="2245917989" sldId="305"/>
        </pc:sldMkLst>
        <pc:spChg chg="mod">
          <ac:chgData name="Poo Hwei Ching - Ir. (GTS/PT&amp;HSSE)" userId="27510f78-3f4d-47b8-95f7-59e0b91c6334" providerId="ADAL" clId="{F4E641C0-5CD7-4085-8AC3-D1FCC11B1DB7}" dt="2026-07-16T00:41:59.265" v="2148" actId="6549"/>
          <ac:spMkLst>
            <pc:docMk/>
            <pc:sldMk cId="2245917989" sldId="305"/>
            <ac:spMk id="5" creationId="{C5EB3CE0-B022-DF83-C8F8-C6E7B3502675}"/>
          </ac:spMkLst>
        </pc:spChg>
      </pc:sldChg>
      <pc:sldChg chg="modSp mod">
        <pc:chgData name="Poo Hwei Ching - Ir. (GTS/PT&amp;HSSE)" userId="27510f78-3f4d-47b8-95f7-59e0b91c6334" providerId="ADAL" clId="{F4E641C0-5CD7-4085-8AC3-D1FCC11B1DB7}" dt="2026-07-16T00:02:23.498" v="415" actId="5793"/>
        <pc:sldMkLst>
          <pc:docMk/>
          <pc:sldMk cId="2181046097" sldId="309"/>
        </pc:sldMkLst>
        <pc:spChg chg="mod">
          <ac:chgData name="Poo Hwei Ching - Ir. (GTS/PT&amp;HSSE)" userId="27510f78-3f4d-47b8-95f7-59e0b91c6334" providerId="ADAL" clId="{F4E641C0-5CD7-4085-8AC3-D1FCC11B1DB7}" dt="2026-07-16T00:02:23.498" v="415" actId="5793"/>
          <ac:spMkLst>
            <pc:docMk/>
            <pc:sldMk cId="2181046097" sldId="309"/>
            <ac:spMk id="7" creationId="{56EDE547-B9B4-8257-1934-9CC8A54F5919}"/>
          </ac:spMkLst>
        </pc:spChg>
      </pc:sldChg>
      <pc:sldChg chg="modSp mod">
        <pc:chgData name="Poo Hwei Ching - Ir. (GTS/PT&amp;HSSE)" userId="27510f78-3f4d-47b8-95f7-59e0b91c6334" providerId="ADAL" clId="{F4E641C0-5CD7-4085-8AC3-D1FCC11B1DB7}" dt="2026-07-15T23:57:49.424" v="413" actId="20577"/>
        <pc:sldMkLst>
          <pc:docMk/>
          <pc:sldMk cId="3890968208" sldId="310"/>
        </pc:sldMkLst>
        <pc:graphicFrameChg chg="modGraphic">
          <ac:chgData name="Poo Hwei Ching - Ir. (GTS/PT&amp;HSSE)" userId="27510f78-3f4d-47b8-95f7-59e0b91c6334" providerId="ADAL" clId="{F4E641C0-5CD7-4085-8AC3-D1FCC11B1DB7}" dt="2026-07-15T23:57:49.424" v="413" actId="20577"/>
          <ac:graphicFrameMkLst>
            <pc:docMk/>
            <pc:sldMk cId="3890968208" sldId="310"/>
            <ac:graphicFrameMk id="10" creationId="{23F9A73E-001E-58F7-BA1F-A4805DD58623}"/>
          </ac:graphicFrameMkLst>
        </pc:graphicFrameChg>
        <pc:cxnChg chg="mod">
          <ac:chgData name="Poo Hwei Ching - Ir. (GTS/PT&amp;HSSE)" userId="27510f78-3f4d-47b8-95f7-59e0b91c6334" providerId="ADAL" clId="{F4E641C0-5CD7-4085-8AC3-D1FCC11B1DB7}" dt="2026-07-15T23:57:16.417" v="385" actId="1076"/>
          <ac:cxnSpMkLst>
            <pc:docMk/>
            <pc:sldMk cId="3890968208" sldId="310"/>
            <ac:cxnSpMk id="9" creationId="{CE8722E6-ECDF-96CD-1FD3-9B621C396CBD}"/>
          </ac:cxnSpMkLst>
        </pc:cxnChg>
        <pc:cxnChg chg="mod">
          <ac:chgData name="Poo Hwei Ching - Ir. (GTS/PT&amp;HSSE)" userId="27510f78-3f4d-47b8-95f7-59e0b91c6334" providerId="ADAL" clId="{F4E641C0-5CD7-4085-8AC3-D1FCC11B1DB7}" dt="2026-07-15T23:57:19.601" v="386" actId="1076"/>
          <ac:cxnSpMkLst>
            <pc:docMk/>
            <pc:sldMk cId="3890968208" sldId="310"/>
            <ac:cxnSpMk id="11" creationId="{FBD566F4-7530-FF00-8D45-F7E02C46F26D}"/>
          </ac:cxnSpMkLst>
        </pc:cxnChg>
        <pc:cxnChg chg="mod">
          <ac:chgData name="Poo Hwei Ching - Ir. (GTS/PT&amp;HSSE)" userId="27510f78-3f4d-47b8-95f7-59e0b91c6334" providerId="ADAL" clId="{F4E641C0-5CD7-4085-8AC3-D1FCC11B1DB7}" dt="2026-07-15T23:57:23.353" v="387" actId="1076"/>
          <ac:cxnSpMkLst>
            <pc:docMk/>
            <pc:sldMk cId="3890968208" sldId="310"/>
            <ac:cxnSpMk id="12" creationId="{1980939C-02A7-4A39-15F0-F39A8174DA17}"/>
          </ac:cxnSpMkLst>
        </pc:cxnChg>
        <pc:cxnChg chg="mod">
          <ac:chgData name="Poo Hwei Ching - Ir. (GTS/PT&amp;HSSE)" userId="27510f78-3f4d-47b8-95f7-59e0b91c6334" providerId="ADAL" clId="{F4E641C0-5CD7-4085-8AC3-D1FCC11B1DB7}" dt="2026-07-15T23:57:27.958" v="388" actId="1076"/>
          <ac:cxnSpMkLst>
            <pc:docMk/>
            <pc:sldMk cId="3890968208" sldId="310"/>
            <ac:cxnSpMk id="13" creationId="{F62E9329-AD70-0A8D-847E-C8E30234E424}"/>
          </ac:cxnSpMkLst>
        </pc:cxnChg>
        <pc:cxnChg chg="mod">
          <ac:chgData name="Poo Hwei Ching - Ir. (GTS/PT&amp;HSSE)" userId="27510f78-3f4d-47b8-95f7-59e0b91c6334" providerId="ADAL" clId="{F4E641C0-5CD7-4085-8AC3-D1FCC11B1DB7}" dt="2026-07-15T23:57:31.020" v="389" actId="1076"/>
          <ac:cxnSpMkLst>
            <pc:docMk/>
            <pc:sldMk cId="3890968208" sldId="310"/>
            <ac:cxnSpMk id="14" creationId="{ACDFE7D0-8094-E9BD-C1A4-EB9797A951EC}"/>
          </ac:cxnSpMkLst>
        </pc:cxnChg>
      </pc:sldChg>
      <pc:sldChg chg="modSp mod">
        <pc:chgData name="Poo Hwei Ching - Ir. (GTS/PT&amp;HSSE)" userId="27510f78-3f4d-47b8-95f7-59e0b91c6334" providerId="ADAL" clId="{F4E641C0-5CD7-4085-8AC3-D1FCC11B1DB7}" dt="2026-07-15T23:55:01.405" v="359" actId="20577"/>
        <pc:sldMkLst>
          <pc:docMk/>
          <pc:sldMk cId="1513032589" sldId="312"/>
        </pc:sldMkLst>
        <pc:spChg chg="mod">
          <ac:chgData name="Poo Hwei Ching - Ir. (GTS/PT&amp;HSSE)" userId="27510f78-3f4d-47b8-95f7-59e0b91c6334" providerId="ADAL" clId="{F4E641C0-5CD7-4085-8AC3-D1FCC11B1DB7}" dt="2026-07-15T23:55:01.405" v="359" actId="20577"/>
          <ac:spMkLst>
            <pc:docMk/>
            <pc:sldMk cId="1513032589" sldId="312"/>
            <ac:spMk id="7" creationId="{DB472C93-2DEF-A65F-89AA-AD705BD8929E}"/>
          </ac:spMkLst>
        </pc:spChg>
      </pc:sldChg>
      <pc:sldChg chg="modSp new mod">
        <pc:chgData name="Poo Hwei Ching - Ir. (GTS/PT&amp;HSSE)" userId="27510f78-3f4d-47b8-95f7-59e0b91c6334" providerId="ADAL" clId="{F4E641C0-5CD7-4085-8AC3-D1FCC11B1DB7}" dt="2026-07-16T00:03:44.248" v="438" actId="20577"/>
        <pc:sldMkLst>
          <pc:docMk/>
          <pc:sldMk cId="1418897159" sldId="328"/>
        </pc:sldMkLst>
        <pc:spChg chg="mod">
          <ac:chgData name="Poo Hwei Ching - Ir. (GTS/PT&amp;HSSE)" userId="27510f78-3f4d-47b8-95f7-59e0b91c6334" providerId="ADAL" clId="{F4E641C0-5CD7-4085-8AC3-D1FCC11B1DB7}" dt="2026-07-16T00:03:44.248" v="438" actId="20577"/>
          <ac:spMkLst>
            <pc:docMk/>
            <pc:sldMk cId="1418897159" sldId="328"/>
            <ac:spMk id="2" creationId="{5E4ADD63-0C8A-3745-23BB-75303D33AC20}"/>
          </ac:spMkLst>
        </pc:spChg>
      </pc:sldChg>
      <pc:sldChg chg="modSp add mod">
        <pc:chgData name="Poo Hwei Ching - Ir. (GTS/PT&amp;HSSE)" userId="27510f78-3f4d-47b8-95f7-59e0b91c6334" providerId="ADAL" clId="{F4E641C0-5CD7-4085-8AC3-D1FCC11B1DB7}" dt="2026-07-16T00:04:45.291" v="484" actId="313"/>
        <pc:sldMkLst>
          <pc:docMk/>
          <pc:sldMk cId="1006337924" sldId="329"/>
        </pc:sldMkLst>
        <pc:spChg chg="mod">
          <ac:chgData name="Poo Hwei Ching - Ir. (GTS/PT&amp;HSSE)" userId="27510f78-3f4d-47b8-95f7-59e0b91c6334" providerId="ADAL" clId="{F4E641C0-5CD7-4085-8AC3-D1FCC11B1DB7}" dt="2026-07-16T00:04:45.291" v="484" actId="313"/>
          <ac:spMkLst>
            <pc:docMk/>
            <pc:sldMk cId="1006337924" sldId="329"/>
            <ac:spMk id="2" creationId="{F183D22D-D104-51ED-A890-73341B2C1C05}"/>
          </ac:spMkLst>
        </pc:spChg>
      </pc:sldChg>
      <pc:sldChg chg="modSp add mod">
        <pc:chgData name="Poo Hwei Ching - Ir. (GTS/PT&amp;HSSE)" userId="27510f78-3f4d-47b8-95f7-59e0b91c6334" providerId="ADAL" clId="{F4E641C0-5CD7-4085-8AC3-D1FCC11B1DB7}" dt="2026-07-16T00:10:20.665" v="674" actId="20577"/>
        <pc:sldMkLst>
          <pc:docMk/>
          <pc:sldMk cId="2141475064" sldId="330"/>
        </pc:sldMkLst>
        <pc:spChg chg="mod">
          <ac:chgData name="Poo Hwei Ching - Ir. (GTS/PT&amp;HSSE)" userId="27510f78-3f4d-47b8-95f7-59e0b91c6334" providerId="ADAL" clId="{F4E641C0-5CD7-4085-8AC3-D1FCC11B1DB7}" dt="2026-07-16T00:10:20.665" v="674" actId="20577"/>
          <ac:spMkLst>
            <pc:docMk/>
            <pc:sldMk cId="2141475064" sldId="330"/>
            <ac:spMk id="2" creationId="{8FB33159-FAFC-808B-1B0E-73F77BB37001}"/>
          </ac:spMkLst>
        </pc:spChg>
      </pc:sldChg>
      <pc:sldChg chg="addSp delSp modSp new mod ord">
        <pc:chgData name="Poo Hwei Ching - Ir. (GTS/PT&amp;HSSE)" userId="27510f78-3f4d-47b8-95f7-59e0b91c6334" providerId="ADAL" clId="{F4E641C0-5CD7-4085-8AC3-D1FCC11B1DB7}" dt="2026-07-16T00:12:26.284" v="966"/>
        <pc:sldMkLst>
          <pc:docMk/>
          <pc:sldMk cId="2561282430" sldId="331"/>
        </pc:sldMkLst>
      </pc:sldChg>
      <pc:sldChg chg="modSp add mod">
        <pc:chgData name="Poo Hwei Ching - Ir. (GTS/PT&amp;HSSE)" userId="27510f78-3f4d-47b8-95f7-59e0b91c6334" providerId="ADAL" clId="{F4E641C0-5CD7-4085-8AC3-D1FCC11B1DB7}" dt="2026-07-16T00:06:51.759" v="669" actId="20577"/>
        <pc:sldMkLst>
          <pc:docMk/>
          <pc:sldMk cId="196812448" sldId="333"/>
        </pc:sldMkLst>
        <pc:spChg chg="mod">
          <ac:chgData name="Poo Hwei Ching - Ir. (GTS/PT&amp;HSSE)" userId="27510f78-3f4d-47b8-95f7-59e0b91c6334" providerId="ADAL" clId="{F4E641C0-5CD7-4085-8AC3-D1FCC11B1DB7}" dt="2026-07-16T00:06:51.759" v="669" actId="20577"/>
          <ac:spMkLst>
            <pc:docMk/>
            <pc:sldMk cId="196812448" sldId="333"/>
            <ac:spMk id="2" creationId="{1D3F6067-E0BF-BF19-336F-77012E85255A}"/>
          </ac:spMkLst>
        </pc:spChg>
      </pc:sldChg>
      <pc:sldChg chg="modSp new mod">
        <pc:chgData name="Poo Hwei Ching - Ir. (GTS/PT&amp;HSSE)" userId="27510f78-3f4d-47b8-95f7-59e0b91c6334" providerId="ADAL" clId="{F4E641C0-5CD7-4085-8AC3-D1FCC11B1DB7}" dt="2026-07-16T00:40:28.579" v="2061" actId="20577"/>
        <pc:sldMkLst>
          <pc:docMk/>
          <pc:sldMk cId="2895328545" sldId="334"/>
        </pc:sldMkLst>
      </pc:sldChg>
      <pc:sldChg chg="modSp add mod">
        <pc:chgData name="Poo Hwei Ching - Ir. (GTS/PT&amp;HSSE)" userId="27510f78-3f4d-47b8-95f7-59e0b91c6334" providerId="ADAL" clId="{F4E641C0-5CD7-4085-8AC3-D1FCC11B1DB7}" dt="2026-07-16T00:15:16.375" v="1399" actId="20577"/>
        <pc:sldMkLst>
          <pc:docMk/>
          <pc:sldMk cId="1329543662" sldId="336"/>
        </pc:sldMkLst>
        <pc:spChg chg="mod">
          <ac:chgData name="Poo Hwei Ching - Ir. (GTS/PT&amp;HSSE)" userId="27510f78-3f4d-47b8-95f7-59e0b91c6334" providerId="ADAL" clId="{F4E641C0-5CD7-4085-8AC3-D1FCC11B1DB7}" dt="2026-07-16T00:15:16.375" v="1399" actId="20577"/>
          <ac:spMkLst>
            <pc:docMk/>
            <pc:sldMk cId="1329543662" sldId="336"/>
            <ac:spMk id="2" creationId="{6CE649C3-FEC3-B32C-D321-F56774E6BC14}"/>
          </ac:spMkLst>
        </pc:spChg>
      </pc:sldChg>
      <pc:sldChg chg="modSp add mod">
        <pc:chgData name="Poo Hwei Ching - Ir. (GTS/PT&amp;HSSE)" userId="27510f78-3f4d-47b8-95f7-59e0b91c6334" providerId="ADAL" clId="{F4E641C0-5CD7-4085-8AC3-D1FCC11B1DB7}" dt="2026-07-16T00:16:06.084" v="1535" actId="20577"/>
        <pc:sldMkLst>
          <pc:docMk/>
          <pc:sldMk cId="2189539597" sldId="338"/>
        </pc:sldMkLst>
      </pc:sldChg>
      <pc:sldChg chg="modSp add mod">
        <pc:chgData name="Poo Hwei Ching - Ir. (GTS/PT&amp;HSSE)" userId="27510f78-3f4d-47b8-95f7-59e0b91c6334" providerId="ADAL" clId="{F4E641C0-5CD7-4085-8AC3-D1FCC11B1DB7}" dt="2026-07-16T00:16:34.919" v="1599" actId="5793"/>
        <pc:sldMkLst>
          <pc:docMk/>
          <pc:sldMk cId="83611441" sldId="339"/>
        </pc:sldMkLst>
      </pc:sldChg>
      <pc:sldChg chg="modSp add mod">
        <pc:chgData name="Poo Hwei Ching - Ir. (GTS/PT&amp;HSSE)" userId="27510f78-3f4d-47b8-95f7-59e0b91c6334" providerId="ADAL" clId="{F4E641C0-5CD7-4085-8AC3-D1FCC11B1DB7}" dt="2026-07-16T00:17:16.740" v="1717" actId="20577"/>
        <pc:sldMkLst>
          <pc:docMk/>
          <pc:sldMk cId="368248750" sldId="341"/>
        </pc:sldMkLst>
      </pc:sldChg>
      <pc:sldChg chg="modSp add mod">
        <pc:chgData name="Poo Hwei Ching - Ir. (GTS/PT&amp;HSSE)" userId="27510f78-3f4d-47b8-95f7-59e0b91c6334" providerId="ADAL" clId="{F4E641C0-5CD7-4085-8AC3-D1FCC11B1DB7}" dt="2026-07-16T00:17:33.094" v="1748" actId="20577"/>
        <pc:sldMkLst>
          <pc:docMk/>
          <pc:sldMk cId="1365055345" sldId="342"/>
        </pc:sldMkLst>
      </pc:sldChg>
      <pc:sldChg chg="modSp add mod">
        <pc:chgData name="Poo Hwei Ching - Ir. (GTS/PT&amp;HSSE)" userId="27510f78-3f4d-47b8-95f7-59e0b91c6334" providerId="ADAL" clId="{F4E641C0-5CD7-4085-8AC3-D1FCC11B1DB7}" dt="2026-07-16T00:17:47.511" v="1779" actId="20577"/>
        <pc:sldMkLst>
          <pc:docMk/>
          <pc:sldMk cId="3779694455" sldId="343"/>
        </pc:sldMkLst>
      </pc:sldChg>
      <pc:sldChg chg="modSp add mod">
        <pc:chgData name="Poo Hwei Ching - Ir. (GTS/PT&amp;HSSE)" userId="27510f78-3f4d-47b8-95f7-59e0b91c6334" providerId="ADAL" clId="{F4E641C0-5CD7-4085-8AC3-D1FCC11B1DB7}" dt="2026-07-16T00:18:52.553" v="1944" actId="20577"/>
        <pc:sldMkLst>
          <pc:docMk/>
          <pc:sldMk cId="673156757" sldId="344"/>
        </pc:sldMkLst>
      </pc:sldChg>
      <pc:sldChg chg="modSp new mod">
        <pc:chgData name="Poo Hwei Ching - Ir. (GTS/PT&amp;HSSE)" userId="27510f78-3f4d-47b8-95f7-59e0b91c6334" providerId="ADAL" clId="{F4E641C0-5CD7-4085-8AC3-D1FCC11B1DB7}" dt="2026-07-16T00:41:12.385" v="2103" actId="20577"/>
        <pc:sldMkLst>
          <pc:docMk/>
          <pc:sldMk cId="3385926228" sldId="346"/>
        </pc:sldMkLst>
        <pc:spChg chg="mod">
          <ac:chgData name="Poo Hwei Ching - Ir. (GTS/PT&amp;HSSE)" userId="27510f78-3f4d-47b8-95f7-59e0b91c6334" providerId="ADAL" clId="{F4E641C0-5CD7-4085-8AC3-D1FCC11B1DB7}" dt="2026-07-16T00:41:12.385" v="2103" actId="20577"/>
          <ac:spMkLst>
            <pc:docMk/>
            <pc:sldMk cId="3385926228" sldId="346"/>
            <ac:spMk id="4" creationId="{FBC3D926-7E3C-4090-2107-B0CB10CC491F}"/>
          </ac:spMkLst>
        </pc:spChg>
      </pc:sldChg>
      <pc:sldChg chg="delSp modSp add mod">
        <pc:chgData name="Poo Hwei Ching - Ir. (GTS/PT&amp;HSSE)" userId="27510f78-3f4d-47b8-95f7-59e0b91c6334" providerId="ADAL" clId="{F4E641C0-5CD7-4085-8AC3-D1FCC11B1DB7}" dt="2026-07-16T00:41:40.986" v="2121" actId="478"/>
        <pc:sldMkLst>
          <pc:docMk/>
          <pc:sldMk cId="2938028382" sldId="347"/>
        </pc:sldMkLst>
        <pc:spChg chg="mod">
          <ac:chgData name="Poo Hwei Ching - Ir. (GTS/PT&amp;HSSE)" userId="27510f78-3f4d-47b8-95f7-59e0b91c6334" providerId="ADAL" clId="{F4E641C0-5CD7-4085-8AC3-D1FCC11B1DB7}" dt="2026-07-16T00:41:37.037" v="2120" actId="20577"/>
          <ac:spMkLst>
            <pc:docMk/>
            <pc:sldMk cId="2938028382" sldId="347"/>
            <ac:spMk id="5" creationId="{D4BEB54F-3353-6F89-E6E6-47AF1FD85932}"/>
          </ac:spMkLst>
        </pc:spChg>
      </pc:sldChg>
    </pc:docChg>
  </pc:docChgLst>
  <pc:docChgLst>
    <pc:chgData name="E Po Low (GTS/PT&amp;HSSE)" userId="e509fef0-59b2-4be8-af33-58845cc6d5da" providerId="ADAL" clId="{87CF4BE3-9C60-4FEF-96D0-DEEFF1E3670C}"/>
    <pc:docChg chg="undo custSel addSld delSld modSld sldOrd modSection">
      <pc:chgData name="E Po Low (GTS/PT&amp;HSSE)" userId="e509fef0-59b2-4be8-af33-58845cc6d5da" providerId="ADAL" clId="{87CF4BE3-9C60-4FEF-96D0-DEEFF1E3670C}" dt="2026-08-04T03:09:23.437" v="5515" actId="47"/>
      <pc:docMkLst>
        <pc:docMk/>
      </pc:docMkLst>
      <pc:sldChg chg="del">
        <pc:chgData name="E Po Low (GTS/PT&amp;HSSE)" userId="e509fef0-59b2-4be8-af33-58845cc6d5da" providerId="ADAL" clId="{87CF4BE3-9C60-4FEF-96D0-DEEFF1E3670C}" dt="2026-08-03T08:07:09.173" v="161" actId="47"/>
        <pc:sldMkLst>
          <pc:docMk/>
          <pc:sldMk cId="1882200975" sldId="337"/>
        </pc:sldMkLst>
      </pc:sldChg>
      <pc:sldChg chg="addSp delSp modSp mod">
        <pc:chgData name="E Po Low (GTS/PT&amp;HSSE)" userId="e509fef0-59b2-4be8-af33-58845cc6d5da" providerId="ADAL" clId="{87CF4BE3-9C60-4FEF-96D0-DEEFF1E3670C}" dt="2026-08-03T08:37:31.372" v="1626" actId="14100"/>
        <pc:sldMkLst>
          <pc:docMk/>
          <pc:sldMk cId="2189539597" sldId="338"/>
        </pc:sldMkLst>
        <pc:spChg chg="del">
          <ac:chgData name="E Po Low (GTS/PT&amp;HSSE)" userId="e509fef0-59b2-4be8-af33-58845cc6d5da" providerId="ADAL" clId="{87CF4BE3-9C60-4FEF-96D0-DEEFF1E3670C}" dt="2026-08-03T08:32:27.917" v="1279" actId="478"/>
          <ac:spMkLst>
            <pc:docMk/>
            <pc:sldMk cId="2189539597" sldId="338"/>
            <ac:spMk id="2" creationId="{5A67A025-5291-625D-2E0D-CD1AD4860DCB}"/>
          </ac:spMkLst>
        </pc:spChg>
        <pc:spChg chg="mod">
          <ac:chgData name="E Po Low (GTS/PT&amp;HSSE)" userId="e509fef0-59b2-4be8-af33-58845cc6d5da" providerId="ADAL" clId="{87CF4BE3-9C60-4FEF-96D0-DEEFF1E3670C}" dt="2026-08-03T08:26:39.705" v="1257" actId="20577"/>
          <ac:spMkLst>
            <pc:docMk/>
            <pc:sldMk cId="2189539597" sldId="338"/>
            <ac:spMk id="4" creationId="{33209016-32DA-5D1C-8EF9-AD6D643E9DB4}"/>
          </ac:spMkLst>
        </pc:spChg>
        <pc:spChg chg="add del mod">
          <ac:chgData name="E Po Low (GTS/PT&amp;HSSE)" userId="e509fef0-59b2-4be8-af33-58845cc6d5da" providerId="ADAL" clId="{87CF4BE3-9C60-4FEF-96D0-DEEFF1E3670C}" dt="2026-08-03T08:32:31.727" v="1280" actId="478"/>
          <ac:spMkLst>
            <pc:docMk/>
            <pc:sldMk cId="2189539597" sldId="338"/>
            <ac:spMk id="26" creationId="{CBE93C24-2DD9-902E-FA9F-CC739387740B}"/>
          </ac:spMkLst>
        </pc:spChg>
        <pc:spChg chg="mod">
          <ac:chgData name="E Po Low (GTS/PT&amp;HSSE)" userId="e509fef0-59b2-4be8-af33-58845cc6d5da" providerId="ADAL" clId="{87CF4BE3-9C60-4FEF-96D0-DEEFF1E3670C}" dt="2026-08-03T08:32:47.007" v="1289" actId="20577"/>
          <ac:spMkLst>
            <pc:docMk/>
            <pc:sldMk cId="2189539597" sldId="338"/>
            <ac:spMk id="31" creationId="{5333C2AB-2EB0-F2F1-2DC4-0C16C006F8CD}"/>
          </ac:spMkLst>
        </pc:spChg>
        <pc:spChg chg="mod">
          <ac:chgData name="E Po Low (GTS/PT&amp;HSSE)" userId="e509fef0-59b2-4be8-af33-58845cc6d5da" providerId="ADAL" clId="{87CF4BE3-9C60-4FEF-96D0-DEEFF1E3670C}" dt="2026-08-03T08:36:18.697" v="1581" actId="20577"/>
          <ac:spMkLst>
            <pc:docMk/>
            <pc:sldMk cId="2189539597" sldId="338"/>
            <ac:spMk id="32" creationId="{60C5793A-4F9A-51C2-9C73-FB9E28263EB9}"/>
          </ac:spMkLst>
        </pc:spChg>
        <pc:spChg chg="mod">
          <ac:chgData name="E Po Low (GTS/PT&amp;HSSE)" userId="e509fef0-59b2-4be8-af33-58845cc6d5da" providerId="ADAL" clId="{87CF4BE3-9C60-4FEF-96D0-DEEFF1E3670C}" dt="2026-08-03T08:32:38.261" v="1283"/>
          <ac:spMkLst>
            <pc:docMk/>
            <pc:sldMk cId="2189539597" sldId="338"/>
            <ac:spMk id="33" creationId="{13B3D2C7-8CD0-0E82-A64F-CC0025D248AC}"/>
          </ac:spMkLst>
        </pc:spChg>
        <pc:spChg chg="add mod">
          <ac:chgData name="E Po Low (GTS/PT&amp;HSSE)" userId="e509fef0-59b2-4be8-af33-58845cc6d5da" providerId="ADAL" clId="{87CF4BE3-9C60-4FEF-96D0-DEEFF1E3670C}" dt="2026-08-03T08:37:10.777" v="1620" actId="1036"/>
          <ac:spMkLst>
            <pc:docMk/>
            <pc:sldMk cId="2189539597" sldId="338"/>
            <ac:spMk id="36" creationId="{7A1FBBA0-B562-B602-EF92-EEDF4F9926AA}"/>
          </ac:spMkLst>
        </pc:spChg>
        <pc:spChg chg="add mod">
          <ac:chgData name="E Po Low (GTS/PT&amp;HSSE)" userId="e509fef0-59b2-4be8-af33-58845cc6d5da" providerId="ADAL" clId="{87CF4BE3-9C60-4FEF-96D0-DEEFF1E3670C}" dt="2026-08-03T08:37:10.777" v="1620" actId="1036"/>
          <ac:spMkLst>
            <pc:docMk/>
            <pc:sldMk cId="2189539597" sldId="338"/>
            <ac:spMk id="38" creationId="{79AFA857-8C5B-7DC6-33D3-1B7FEAAB9D0D}"/>
          </ac:spMkLst>
        </pc:spChg>
        <pc:spChg chg="add mod">
          <ac:chgData name="E Po Low (GTS/PT&amp;HSSE)" userId="e509fef0-59b2-4be8-af33-58845cc6d5da" providerId="ADAL" clId="{87CF4BE3-9C60-4FEF-96D0-DEEFF1E3670C}" dt="2026-08-03T08:37:10.777" v="1620" actId="1036"/>
          <ac:spMkLst>
            <pc:docMk/>
            <pc:sldMk cId="2189539597" sldId="338"/>
            <ac:spMk id="40" creationId="{3F0CBD09-4714-77AD-9A2C-D7567A3A4442}"/>
          </ac:spMkLst>
        </pc:spChg>
        <pc:spChg chg="mod">
          <ac:chgData name="E Po Low (GTS/PT&amp;HSSE)" userId="e509fef0-59b2-4be8-af33-58845cc6d5da" providerId="ADAL" clId="{87CF4BE3-9C60-4FEF-96D0-DEEFF1E3670C}" dt="2026-08-03T08:36:51.056" v="1590" actId="20577"/>
          <ac:spMkLst>
            <pc:docMk/>
            <pc:sldMk cId="2189539597" sldId="338"/>
            <ac:spMk id="47" creationId="{A479713C-C463-5534-57E3-C9B52793EE16}"/>
          </ac:spMkLst>
        </pc:spChg>
        <pc:spChg chg="mod">
          <ac:chgData name="E Po Low (GTS/PT&amp;HSSE)" userId="e509fef0-59b2-4be8-af33-58845cc6d5da" providerId="ADAL" clId="{87CF4BE3-9C60-4FEF-96D0-DEEFF1E3670C}" dt="2026-08-03T08:35:53.855" v="1565" actId="14100"/>
          <ac:spMkLst>
            <pc:docMk/>
            <pc:sldMk cId="2189539597" sldId="338"/>
            <ac:spMk id="48" creationId="{701E4DCD-50B9-2453-60C3-D534FB7026C1}"/>
          </ac:spMkLst>
        </pc:spChg>
        <pc:spChg chg="mod">
          <ac:chgData name="E Po Low (GTS/PT&amp;HSSE)" userId="e509fef0-59b2-4be8-af33-58845cc6d5da" providerId="ADAL" clId="{87CF4BE3-9C60-4FEF-96D0-DEEFF1E3670C}" dt="2026-08-03T08:35:11.085" v="1460"/>
          <ac:spMkLst>
            <pc:docMk/>
            <pc:sldMk cId="2189539597" sldId="338"/>
            <ac:spMk id="49" creationId="{F2F5BD3A-12A0-9D19-8037-09BB11281AAC}"/>
          </ac:spMkLst>
        </pc:spChg>
        <pc:spChg chg="add mod">
          <ac:chgData name="E Po Low (GTS/PT&amp;HSSE)" userId="e509fef0-59b2-4be8-af33-58845cc6d5da" providerId="ADAL" clId="{87CF4BE3-9C60-4FEF-96D0-DEEFF1E3670C}" dt="2026-08-03T08:37:31.372" v="1626" actId="14100"/>
          <ac:spMkLst>
            <pc:docMk/>
            <pc:sldMk cId="2189539597" sldId="338"/>
            <ac:spMk id="58" creationId="{66859506-8D65-F473-0650-7364C020AD1F}"/>
          </ac:spMkLst>
        </pc:spChg>
        <pc:grpChg chg="add del mod">
          <ac:chgData name="E Po Low (GTS/PT&amp;HSSE)" userId="e509fef0-59b2-4be8-af33-58845cc6d5da" providerId="ADAL" clId="{87CF4BE3-9C60-4FEF-96D0-DEEFF1E3670C}" dt="2026-08-03T08:32:41.354" v="1285" actId="478"/>
          <ac:grpSpMkLst>
            <pc:docMk/>
            <pc:sldMk cId="2189539597" sldId="338"/>
            <ac:grpSpMk id="27" creationId="{E9BC5343-37D2-5EBF-C175-32BC6E91E2D9}"/>
          </ac:grpSpMkLst>
        </pc:grpChg>
        <pc:grpChg chg="mod topLvl">
          <ac:chgData name="E Po Low (GTS/PT&amp;HSSE)" userId="e509fef0-59b2-4be8-af33-58845cc6d5da" providerId="ADAL" clId="{87CF4BE3-9C60-4FEF-96D0-DEEFF1E3670C}" dt="2026-08-03T08:33:56.470" v="1424" actId="164"/>
          <ac:grpSpMkLst>
            <pc:docMk/>
            <pc:sldMk cId="2189539597" sldId="338"/>
            <ac:grpSpMk id="29" creationId="{FCAEDD5E-A0BE-3D99-C68E-724C8E41B8B3}"/>
          </ac:grpSpMkLst>
        </pc:grpChg>
        <pc:grpChg chg="mod">
          <ac:chgData name="E Po Low (GTS/PT&amp;HSSE)" userId="e509fef0-59b2-4be8-af33-58845cc6d5da" providerId="ADAL" clId="{87CF4BE3-9C60-4FEF-96D0-DEEFF1E3670C}" dt="2026-08-03T08:32:38.261" v="1283"/>
          <ac:grpSpMkLst>
            <pc:docMk/>
            <pc:sldMk cId="2189539597" sldId="338"/>
            <ac:grpSpMk id="30" creationId="{75DE4D3D-B89F-BDB7-E148-9C714B932D12}"/>
          </ac:grpSpMkLst>
        </pc:grpChg>
        <pc:grpChg chg="add mod">
          <ac:chgData name="E Po Low (GTS/PT&amp;HSSE)" userId="e509fef0-59b2-4be8-af33-58845cc6d5da" providerId="ADAL" clId="{87CF4BE3-9C60-4FEF-96D0-DEEFF1E3670C}" dt="2026-08-03T08:37:20.019" v="1623" actId="1076"/>
          <ac:grpSpMkLst>
            <pc:docMk/>
            <pc:sldMk cId="2189539597" sldId="338"/>
            <ac:grpSpMk id="34" creationId="{432DA13C-CBC1-2322-9DBF-1014AA256337}"/>
          </ac:grpSpMkLst>
        </pc:grpChg>
        <pc:grpChg chg="add del mod">
          <ac:chgData name="E Po Low (GTS/PT&amp;HSSE)" userId="e509fef0-59b2-4be8-af33-58845cc6d5da" providerId="ADAL" clId="{87CF4BE3-9C60-4FEF-96D0-DEEFF1E3670C}" dt="2026-08-03T08:35:42.659" v="1561" actId="478"/>
          <ac:grpSpMkLst>
            <pc:docMk/>
            <pc:sldMk cId="2189539597" sldId="338"/>
            <ac:grpSpMk id="43" creationId="{1AB76394-B416-C3B6-8B99-53FE004E27FC}"/>
          </ac:grpSpMkLst>
        </pc:grpChg>
        <pc:grpChg chg="mod topLvl">
          <ac:chgData name="E Po Low (GTS/PT&amp;HSSE)" userId="e509fef0-59b2-4be8-af33-58845cc6d5da" providerId="ADAL" clId="{87CF4BE3-9C60-4FEF-96D0-DEEFF1E3670C}" dt="2026-08-03T08:36:54.885" v="1591" actId="164"/>
          <ac:grpSpMkLst>
            <pc:docMk/>
            <pc:sldMk cId="2189539597" sldId="338"/>
            <ac:grpSpMk id="45" creationId="{05D816BD-F51F-19F5-3728-D52C04A88345}"/>
          </ac:grpSpMkLst>
        </pc:grpChg>
        <pc:grpChg chg="mod">
          <ac:chgData name="E Po Low (GTS/PT&amp;HSSE)" userId="e509fef0-59b2-4be8-af33-58845cc6d5da" providerId="ADAL" clId="{87CF4BE3-9C60-4FEF-96D0-DEEFF1E3670C}" dt="2026-08-03T08:35:11.085" v="1460"/>
          <ac:grpSpMkLst>
            <pc:docMk/>
            <pc:sldMk cId="2189539597" sldId="338"/>
            <ac:grpSpMk id="46" creationId="{0F99AE3E-53DE-5A5B-00CF-F49C8154B89A}"/>
          </ac:grpSpMkLst>
        </pc:grpChg>
        <pc:grpChg chg="add mod">
          <ac:chgData name="E Po Low (GTS/PT&amp;HSSE)" userId="e509fef0-59b2-4be8-af33-58845cc6d5da" providerId="ADAL" clId="{87CF4BE3-9C60-4FEF-96D0-DEEFF1E3670C}" dt="2026-08-03T08:37:10.777" v="1620" actId="1036"/>
          <ac:grpSpMkLst>
            <pc:docMk/>
            <pc:sldMk cId="2189539597" sldId="338"/>
            <ac:grpSpMk id="56" creationId="{10E65050-B3AD-9C0B-EAAC-E539DBE53F87}"/>
          </ac:grpSpMkLst>
        </pc:grpChg>
        <pc:picChg chg="add del mod">
          <ac:chgData name="E Po Low (GTS/PT&amp;HSSE)" userId="e509fef0-59b2-4be8-af33-58845cc6d5da" providerId="ADAL" clId="{87CF4BE3-9C60-4FEF-96D0-DEEFF1E3670C}" dt="2026-08-03T08:30:13.647" v="1262" actId="478"/>
          <ac:picMkLst>
            <pc:docMk/>
            <pc:sldMk cId="2189539597" sldId="338"/>
            <ac:picMk id="6" creationId="{FB965CFC-B5C6-4791-5246-DC8B71BD946F}"/>
          </ac:picMkLst>
        </pc:picChg>
        <pc:picChg chg="add del mod">
          <ac:chgData name="E Po Low (GTS/PT&amp;HSSE)" userId="e509fef0-59b2-4be8-af33-58845cc6d5da" providerId="ADAL" clId="{87CF4BE3-9C60-4FEF-96D0-DEEFF1E3670C}" dt="2026-08-03T08:30:15.113" v="1265" actId="478"/>
          <ac:picMkLst>
            <pc:docMk/>
            <pc:sldMk cId="2189539597" sldId="338"/>
            <ac:picMk id="8" creationId="{04502B00-ACCB-DE36-CAAB-78C033688028}"/>
          </ac:picMkLst>
        </pc:picChg>
        <pc:picChg chg="add del mod">
          <ac:chgData name="E Po Low (GTS/PT&amp;HSSE)" userId="e509fef0-59b2-4be8-af33-58845cc6d5da" providerId="ADAL" clId="{87CF4BE3-9C60-4FEF-96D0-DEEFF1E3670C}" dt="2026-08-03T08:30:13.131" v="1261" actId="478"/>
          <ac:picMkLst>
            <pc:docMk/>
            <pc:sldMk cId="2189539597" sldId="338"/>
            <ac:picMk id="10" creationId="{97B912E3-2E18-4B96-678F-5320D72F48C0}"/>
          </ac:picMkLst>
        </pc:picChg>
        <pc:picChg chg="add del mod">
          <ac:chgData name="E Po Low (GTS/PT&amp;HSSE)" userId="e509fef0-59b2-4be8-af33-58845cc6d5da" providerId="ADAL" clId="{87CF4BE3-9C60-4FEF-96D0-DEEFF1E3670C}" dt="2026-08-03T08:09:08.925" v="257" actId="478"/>
          <ac:picMkLst>
            <pc:docMk/>
            <pc:sldMk cId="2189539597" sldId="338"/>
            <ac:picMk id="12" creationId="{39681A84-5150-4ECD-ED77-30368741F6D6}"/>
          </ac:picMkLst>
        </pc:picChg>
        <pc:picChg chg="add del mod">
          <ac:chgData name="E Po Low (GTS/PT&amp;HSSE)" userId="e509fef0-59b2-4be8-af33-58845cc6d5da" providerId="ADAL" clId="{87CF4BE3-9C60-4FEF-96D0-DEEFF1E3670C}" dt="2026-08-03T08:30:14.719" v="1264" actId="478"/>
          <ac:picMkLst>
            <pc:docMk/>
            <pc:sldMk cId="2189539597" sldId="338"/>
            <ac:picMk id="14" creationId="{D5225E6F-F4AB-806E-91C3-BF6295410EE2}"/>
          </ac:picMkLst>
        </pc:picChg>
        <pc:picChg chg="add del mod">
          <ac:chgData name="E Po Low (GTS/PT&amp;HSSE)" userId="e509fef0-59b2-4be8-af33-58845cc6d5da" providerId="ADAL" clId="{87CF4BE3-9C60-4FEF-96D0-DEEFF1E3670C}" dt="2026-08-03T07:49:24.258" v="75" actId="478"/>
          <ac:picMkLst>
            <pc:docMk/>
            <pc:sldMk cId="2189539597" sldId="338"/>
            <ac:picMk id="16" creationId="{47DC703D-1F08-BDE1-705A-65CD1F9572E2}"/>
          </ac:picMkLst>
        </pc:picChg>
        <pc:picChg chg="add del mod">
          <ac:chgData name="E Po Low (GTS/PT&amp;HSSE)" userId="e509fef0-59b2-4be8-af33-58845cc6d5da" providerId="ADAL" clId="{87CF4BE3-9C60-4FEF-96D0-DEEFF1E3670C}" dt="2026-08-03T08:30:14.279" v="1263" actId="478"/>
          <ac:picMkLst>
            <pc:docMk/>
            <pc:sldMk cId="2189539597" sldId="338"/>
            <ac:picMk id="18" creationId="{55349BB8-CF19-9FC8-ADEB-498DBB4E6DCD}"/>
          </ac:picMkLst>
        </pc:picChg>
        <pc:picChg chg="add del mod">
          <ac:chgData name="E Po Low (GTS/PT&amp;HSSE)" userId="e509fef0-59b2-4be8-af33-58845cc6d5da" providerId="ADAL" clId="{87CF4BE3-9C60-4FEF-96D0-DEEFF1E3670C}" dt="2026-08-03T08:30:15.943" v="1267" actId="478"/>
          <ac:picMkLst>
            <pc:docMk/>
            <pc:sldMk cId="2189539597" sldId="338"/>
            <ac:picMk id="20" creationId="{A1745BF8-9A00-ECA4-01C7-1C3E5AFE6A4C}"/>
          </ac:picMkLst>
        </pc:picChg>
        <pc:picChg chg="add del mod">
          <ac:chgData name="E Po Low (GTS/PT&amp;HSSE)" userId="e509fef0-59b2-4be8-af33-58845cc6d5da" providerId="ADAL" clId="{87CF4BE3-9C60-4FEF-96D0-DEEFF1E3670C}" dt="2026-08-03T08:30:15.508" v="1266" actId="478"/>
          <ac:picMkLst>
            <pc:docMk/>
            <pc:sldMk cId="2189539597" sldId="338"/>
            <ac:picMk id="22" creationId="{0BD7ACD9-0C03-2367-FA99-2F0118F48206}"/>
          </ac:picMkLst>
        </pc:picChg>
        <pc:picChg chg="add mod">
          <ac:chgData name="E Po Low (GTS/PT&amp;HSSE)" userId="e509fef0-59b2-4be8-af33-58845cc6d5da" providerId="ADAL" clId="{87CF4BE3-9C60-4FEF-96D0-DEEFF1E3670C}" dt="2026-08-03T08:34:00.166" v="1426" actId="1076"/>
          <ac:picMkLst>
            <pc:docMk/>
            <pc:sldMk cId="2189539597" sldId="338"/>
            <ac:picMk id="24" creationId="{D08ADDE6-1D6B-E3D5-447C-D017C601A5C2}"/>
          </ac:picMkLst>
        </pc:picChg>
        <pc:picChg chg="del mod topLvl">
          <ac:chgData name="E Po Low (GTS/PT&amp;HSSE)" userId="e509fef0-59b2-4be8-af33-58845cc6d5da" providerId="ADAL" clId="{87CF4BE3-9C60-4FEF-96D0-DEEFF1E3670C}" dt="2026-08-03T08:32:41.354" v="1285" actId="478"/>
          <ac:picMkLst>
            <pc:docMk/>
            <pc:sldMk cId="2189539597" sldId="338"/>
            <ac:picMk id="28" creationId="{0663DB42-BF5A-A3A4-1F3B-50B94A841D30}"/>
          </ac:picMkLst>
        </pc:picChg>
        <pc:picChg chg="add mod">
          <ac:chgData name="E Po Low (GTS/PT&amp;HSSE)" userId="e509fef0-59b2-4be8-af33-58845cc6d5da" providerId="ADAL" clId="{87CF4BE3-9C60-4FEF-96D0-DEEFF1E3670C}" dt="2026-08-03T08:36:54.885" v="1591" actId="164"/>
          <ac:picMkLst>
            <pc:docMk/>
            <pc:sldMk cId="2189539597" sldId="338"/>
            <ac:picMk id="42" creationId="{7969EC20-66ED-3EF7-0A90-E3E185AF64E3}"/>
          </ac:picMkLst>
        </pc:picChg>
        <pc:picChg chg="del mod topLvl">
          <ac:chgData name="E Po Low (GTS/PT&amp;HSSE)" userId="e509fef0-59b2-4be8-af33-58845cc6d5da" providerId="ADAL" clId="{87CF4BE3-9C60-4FEF-96D0-DEEFF1E3670C}" dt="2026-08-03T08:35:42.659" v="1561" actId="478"/>
          <ac:picMkLst>
            <pc:docMk/>
            <pc:sldMk cId="2189539597" sldId="338"/>
            <ac:picMk id="44" creationId="{6FD6041A-E6D2-FBCB-3855-21B61644EE81}"/>
          </ac:picMkLst>
        </pc:picChg>
        <pc:cxnChg chg="add mod">
          <ac:chgData name="E Po Low (GTS/PT&amp;HSSE)" userId="e509fef0-59b2-4be8-af33-58845cc6d5da" providerId="ADAL" clId="{87CF4BE3-9C60-4FEF-96D0-DEEFF1E3670C}" dt="2026-08-03T08:37:10.777" v="1620" actId="1036"/>
          <ac:cxnSpMkLst>
            <pc:docMk/>
            <pc:sldMk cId="2189539597" sldId="338"/>
            <ac:cxnSpMk id="50" creationId="{9D19DFE1-4548-EC26-4FA9-9A6E7D370813}"/>
          </ac:cxnSpMkLst>
        </pc:cxnChg>
        <pc:cxnChg chg="add mod">
          <ac:chgData name="E Po Low (GTS/PT&amp;HSSE)" userId="e509fef0-59b2-4be8-af33-58845cc6d5da" providerId="ADAL" clId="{87CF4BE3-9C60-4FEF-96D0-DEEFF1E3670C}" dt="2026-08-03T08:37:10.777" v="1620" actId="1036"/>
          <ac:cxnSpMkLst>
            <pc:docMk/>
            <pc:sldMk cId="2189539597" sldId="338"/>
            <ac:cxnSpMk id="53" creationId="{CC275597-E540-27BA-20B0-18C97518E3E5}"/>
          </ac:cxnSpMkLst>
        </pc:cxnChg>
      </pc:sldChg>
      <pc:sldChg chg="addSp delSp modSp mod ord">
        <pc:chgData name="E Po Low (GTS/PT&amp;HSSE)" userId="e509fef0-59b2-4be8-af33-58845cc6d5da" providerId="ADAL" clId="{87CF4BE3-9C60-4FEF-96D0-DEEFF1E3670C}" dt="2026-08-04T01:57:49.613" v="4180" actId="1076"/>
        <pc:sldMkLst>
          <pc:docMk/>
          <pc:sldMk cId="83611441" sldId="339"/>
        </pc:sldMkLst>
        <pc:spChg chg="del">
          <ac:chgData name="E Po Low (GTS/PT&amp;HSSE)" userId="e509fef0-59b2-4be8-af33-58845cc6d5da" providerId="ADAL" clId="{87CF4BE3-9C60-4FEF-96D0-DEEFF1E3670C}" dt="2026-08-04T01:45:36.106" v="3813" actId="478"/>
          <ac:spMkLst>
            <pc:docMk/>
            <pc:sldMk cId="83611441" sldId="339"/>
            <ac:spMk id="2" creationId="{E382B6F1-E938-EE0F-D228-2D50D2F1AFF4}"/>
          </ac:spMkLst>
        </pc:spChg>
        <pc:spChg chg="mod">
          <ac:chgData name="E Po Low (GTS/PT&amp;HSSE)" userId="e509fef0-59b2-4be8-af33-58845cc6d5da" providerId="ADAL" clId="{87CF4BE3-9C60-4FEF-96D0-DEEFF1E3670C}" dt="2026-08-04T01:25:14.895" v="3806" actId="20577"/>
          <ac:spMkLst>
            <pc:docMk/>
            <pc:sldMk cId="83611441" sldId="339"/>
            <ac:spMk id="4" creationId="{1408180E-4673-EBF1-0038-7BF3382B279B}"/>
          </ac:spMkLst>
        </pc:spChg>
        <pc:spChg chg="add del mod">
          <ac:chgData name="E Po Low (GTS/PT&amp;HSSE)" userId="e509fef0-59b2-4be8-af33-58845cc6d5da" providerId="ADAL" clId="{87CF4BE3-9C60-4FEF-96D0-DEEFF1E3670C}" dt="2026-08-04T01:45:37.268" v="3814" actId="478"/>
          <ac:spMkLst>
            <pc:docMk/>
            <pc:sldMk cId="83611441" sldId="339"/>
            <ac:spMk id="7" creationId="{8C6CD2F4-0837-B664-BD64-ECDDE9883ED8}"/>
          </ac:spMkLst>
        </pc:spChg>
        <pc:spChg chg="mod">
          <ac:chgData name="E Po Low (GTS/PT&amp;HSSE)" userId="e509fef0-59b2-4be8-af33-58845cc6d5da" providerId="ADAL" clId="{87CF4BE3-9C60-4FEF-96D0-DEEFF1E3670C}" dt="2026-08-04T01:53:49.237" v="3966" actId="20577"/>
          <ac:spMkLst>
            <pc:docMk/>
            <pc:sldMk cId="83611441" sldId="339"/>
            <ac:spMk id="13" creationId="{EC521732-0A34-439B-1124-AD0E6E57F8CB}"/>
          </ac:spMkLst>
        </pc:spChg>
        <pc:spChg chg="mod">
          <ac:chgData name="E Po Low (GTS/PT&amp;HSSE)" userId="e509fef0-59b2-4be8-af33-58845cc6d5da" providerId="ADAL" clId="{87CF4BE3-9C60-4FEF-96D0-DEEFF1E3670C}" dt="2026-08-04T01:55:40.679" v="4091" actId="1076"/>
          <ac:spMkLst>
            <pc:docMk/>
            <pc:sldMk cId="83611441" sldId="339"/>
            <ac:spMk id="15" creationId="{1C460809-355D-CF8D-1618-F8D4AB67ADBA}"/>
          </ac:spMkLst>
        </pc:spChg>
        <pc:spChg chg="mod">
          <ac:chgData name="E Po Low (GTS/PT&amp;HSSE)" userId="e509fef0-59b2-4be8-af33-58845cc6d5da" providerId="ADAL" clId="{87CF4BE3-9C60-4FEF-96D0-DEEFF1E3670C}" dt="2026-08-04T01:51:25.587" v="3837"/>
          <ac:spMkLst>
            <pc:docMk/>
            <pc:sldMk cId="83611441" sldId="339"/>
            <ac:spMk id="17" creationId="{5CC5279C-8D9F-F5D9-3FA5-33D1A0D2D6F8}"/>
          </ac:spMkLst>
        </pc:spChg>
        <pc:spChg chg="add mod">
          <ac:chgData name="E Po Low (GTS/PT&amp;HSSE)" userId="e509fef0-59b2-4be8-af33-58845cc6d5da" providerId="ADAL" clId="{87CF4BE3-9C60-4FEF-96D0-DEEFF1E3670C}" dt="2026-08-04T01:56:00.676" v="4097" actId="1076"/>
          <ac:spMkLst>
            <pc:docMk/>
            <pc:sldMk cId="83611441" sldId="339"/>
            <ac:spMk id="19" creationId="{18A9315B-616A-1CFF-7712-11E9921A589E}"/>
          </ac:spMkLst>
        </pc:spChg>
        <pc:spChg chg="add mod">
          <ac:chgData name="E Po Low (GTS/PT&amp;HSSE)" userId="e509fef0-59b2-4be8-af33-58845cc6d5da" providerId="ADAL" clId="{87CF4BE3-9C60-4FEF-96D0-DEEFF1E3670C}" dt="2026-08-04T01:56:08.826" v="4100" actId="14100"/>
          <ac:spMkLst>
            <pc:docMk/>
            <pc:sldMk cId="83611441" sldId="339"/>
            <ac:spMk id="21" creationId="{43E9A7FF-0A2D-B463-FC43-0A9F22D59B6F}"/>
          </ac:spMkLst>
        </pc:spChg>
        <pc:spChg chg="mod">
          <ac:chgData name="E Po Low (GTS/PT&amp;HSSE)" userId="e509fef0-59b2-4be8-af33-58845cc6d5da" providerId="ADAL" clId="{87CF4BE3-9C60-4FEF-96D0-DEEFF1E3670C}" dt="2026-08-04T01:57:12.548" v="4114" actId="20577"/>
          <ac:spMkLst>
            <pc:docMk/>
            <pc:sldMk cId="83611441" sldId="339"/>
            <ac:spMk id="27" creationId="{B9070FB3-5B05-6DBD-A6D0-A2886BB0808D}"/>
          </ac:spMkLst>
        </pc:spChg>
        <pc:spChg chg="mod">
          <ac:chgData name="E Po Low (GTS/PT&amp;HSSE)" userId="e509fef0-59b2-4be8-af33-58845cc6d5da" providerId="ADAL" clId="{87CF4BE3-9C60-4FEF-96D0-DEEFF1E3670C}" dt="2026-08-04T01:57:36.117" v="4176" actId="1076"/>
          <ac:spMkLst>
            <pc:docMk/>
            <pc:sldMk cId="83611441" sldId="339"/>
            <ac:spMk id="28" creationId="{E42AD6E4-F329-15B9-0BC0-D1C3453D9D57}"/>
          </ac:spMkLst>
        </pc:spChg>
        <pc:spChg chg="mod">
          <ac:chgData name="E Po Low (GTS/PT&amp;HSSE)" userId="e509fef0-59b2-4be8-af33-58845cc6d5da" providerId="ADAL" clId="{87CF4BE3-9C60-4FEF-96D0-DEEFF1E3670C}" dt="2026-08-04T01:56:49.566" v="4105"/>
          <ac:spMkLst>
            <pc:docMk/>
            <pc:sldMk cId="83611441" sldId="339"/>
            <ac:spMk id="29" creationId="{7489BBED-197E-47D1-AF30-B83099F657AF}"/>
          </ac:spMkLst>
        </pc:spChg>
        <pc:grpChg chg="add mod">
          <ac:chgData name="E Po Low (GTS/PT&amp;HSSE)" userId="e509fef0-59b2-4be8-af33-58845cc6d5da" providerId="ADAL" clId="{87CF4BE3-9C60-4FEF-96D0-DEEFF1E3670C}" dt="2026-08-04T01:53:46.943" v="3964" actId="1076"/>
          <ac:grpSpMkLst>
            <pc:docMk/>
            <pc:sldMk cId="83611441" sldId="339"/>
            <ac:grpSpMk id="9" creationId="{2ED1AE2B-7AC7-5279-DEA6-6B6C0E521DE3}"/>
          </ac:grpSpMkLst>
        </pc:grpChg>
        <pc:grpChg chg="mod">
          <ac:chgData name="E Po Low (GTS/PT&amp;HSSE)" userId="e509fef0-59b2-4be8-af33-58845cc6d5da" providerId="ADAL" clId="{87CF4BE3-9C60-4FEF-96D0-DEEFF1E3670C}" dt="2026-08-04T01:51:25.587" v="3837"/>
          <ac:grpSpMkLst>
            <pc:docMk/>
            <pc:sldMk cId="83611441" sldId="339"/>
            <ac:grpSpMk id="11" creationId="{CECCB708-C892-2257-6E5E-279F1A12D162}"/>
          </ac:grpSpMkLst>
        </pc:grpChg>
        <pc:grpChg chg="add mod">
          <ac:chgData name="E Po Low (GTS/PT&amp;HSSE)" userId="e509fef0-59b2-4be8-af33-58845cc6d5da" providerId="ADAL" clId="{87CF4BE3-9C60-4FEF-96D0-DEEFF1E3670C}" dt="2026-08-04T01:57:47.652" v="4179" actId="164"/>
          <ac:grpSpMkLst>
            <pc:docMk/>
            <pc:sldMk cId="83611441" sldId="339"/>
            <ac:grpSpMk id="25" creationId="{68241BA9-441C-E7C7-26E5-8F536A96205F}"/>
          </ac:grpSpMkLst>
        </pc:grpChg>
        <pc:grpChg chg="mod">
          <ac:chgData name="E Po Low (GTS/PT&amp;HSSE)" userId="e509fef0-59b2-4be8-af33-58845cc6d5da" providerId="ADAL" clId="{87CF4BE3-9C60-4FEF-96D0-DEEFF1E3670C}" dt="2026-08-04T01:56:49.566" v="4105"/>
          <ac:grpSpMkLst>
            <pc:docMk/>
            <pc:sldMk cId="83611441" sldId="339"/>
            <ac:grpSpMk id="26" creationId="{F0EDD5CC-D295-2557-0EF7-61984A3AF4D4}"/>
          </ac:grpSpMkLst>
        </pc:grpChg>
        <pc:grpChg chg="add mod">
          <ac:chgData name="E Po Low (GTS/PT&amp;HSSE)" userId="e509fef0-59b2-4be8-af33-58845cc6d5da" providerId="ADAL" clId="{87CF4BE3-9C60-4FEF-96D0-DEEFF1E3670C}" dt="2026-08-04T01:57:49.613" v="4180" actId="1076"/>
          <ac:grpSpMkLst>
            <pc:docMk/>
            <pc:sldMk cId="83611441" sldId="339"/>
            <ac:grpSpMk id="30" creationId="{491F1A0D-7C47-6AB3-144D-184C84E1650C}"/>
          </ac:grpSpMkLst>
        </pc:grpChg>
        <pc:picChg chg="add mod">
          <ac:chgData name="E Po Low (GTS/PT&amp;HSSE)" userId="e509fef0-59b2-4be8-af33-58845cc6d5da" providerId="ADAL" clId="{87CF4BE3-9C60-4FEF-96D0-DEEFF1E3670C}" dt="2026-08-04T01:55:42.645" v="4092" actId="1076"/>
          <ac:picMkLst>
            <pc:docMk/>
            <pc:sldMk cId="83611441" sldId="339"/>
            <ac:picMk id="6" creationId="{1A00A381-75D0-D677-B55F-D2208F5FAB9A}"/>
          </ac:picMkLst>
        </pc:picChg>
        <pc:picChg chg="add mod">
          <ac:chgData name="E Po Low (GTS/PT&amp;HSSE)" userId="e509fef0-59b2-4be8-af33-58845cc6d5da" providerId="ADAL" clId="{87CF4BE3-9C60-4FEF-96D0-DEEFF1E3670C}" dt="2026-08-04T01:57:47.652" v="4179" actId="164"/>
          <ac:picMkLst>
            <pc:docMk/>
            <pc:sldMk cId="83611441" sldId="339"/>
            <ac:picMk id="8" creationId="{DDB35C4A-D9E6-933F-9A09-938923056566}"/>
          </ac:picMkLst>
        </pc:picChg>
        <pc:picChg chg="add del mod">
          <ac:chgData name="E Po Low (GTS/PT&amp;HSSE)" userId="e509fef0-59b2-4be8-af33-58845cc6d5da" providerId="ADAL" clId="{87CF4BE3-9C60-4FEF-96D0-DEEFF1E3670C}" dt="2026-08-04T01:49:18.511" v="3832" actId="478"/>
          <ac:picMkLst>
            <pc:docMk/>
            <pc:sldMk cId="83611441" sldId="339"/>
            <ac:picMk id="10" creationId="{22798C30-1D90-55C7-F860-ED25501D7BB0}"/>
          </ac:picMkLst>
        </pc:picChg>
        <pc:picChg chg="add del mod">
          <ac:chgData name="E Po Low (GTS/PT&amp;HSSE)" userId="e509fef0-59b2-4be8-af33-58845cc6d5da" providerId="ADAL" clId="{87CF4BE3-9C60-4FEF-96D0-DEEFF1E3670C}" dt="2026-08-04T01:48:59.280" v="3823" actId="478"/>
          <ac:picMkLst>
            <pc:docMk/>
            <pc:sldMk cId="83611441" sldId="339"/>
            <ac:picMk id="12" creationId="{EB3DE3C6-01B4-B8DE-CD16-8B18DB76BD1D}"/>
          </ac:picMkLst>
        </pc:picChg>
        <pc:picChg chg="add del mod">
          <ac:chgData name="E Po Low (GTS/PT&amp;HSSE)" userId="e509fef0-59b2-4be8-af33-58845cc6d5da" providerId="ADAL" clId="{87CF4BE3-9C60-4FEF-96D0-DEEFF1E3670C}" dt="2026-08-04T01:49:19.391" v="3833" actId="478"/>
          <ac:picMkLst>
            <pc:docMk/>
            <pc:sldMk cId="83611441" sldId="339"/>
            <ac:picMk id="14" creationId="{9EBF8D65-D822-F527-59F1-A682922C3EA7}"/>
          </ac:picMkLst>
        </pc:picChg>
        <pc:picChg chg="add del mod">
          <ac:chgData name="E Po Low (GTS/PT&amp;HSSE)" userId="e509fef0-59b2-4be8-af33-58845cc6d5da" providerId="ADAL" clId="{87CF4BE3-9C60-4FEF-96D0-DEEFF1E3670C}" dt="2026-08-04T01:49:20.396" v="3834" actId="478"/>
          <ac:picMkLst>
            <pc:docMk/>
            <pc:sldMk cId="83611441" sldId="339"/>
            <ac:picMk id="16" creationId="{492738F2-89D0-6D5E-176A-2D080657E9CC}"/>
          </ac:picMkLst>
        </pc:picChg>
        <pc:cxnChg chg="add mod">
          <ac:chgData name="E Po Low (GTS/PT&amp;HSSE)" userId="e509fef0-59b2-4be8-af33-58845cc6d5da" providerId="ADAL" clId="{87CF4BE3-9C60-4FEF-96D0-DEEFF1E3670C}" dt="2026-08-04T01:56:23.624" v="4103" actId="14100"/>
          <ac:cxnSpMkLst>
            <pc:docMk/>
            <pc:sldMk cId="83611441" sldId="339"/>
            <ac:cxnSpMk id="22" creationId="{BC50C0D8-2532-3C33-850A-2698FFD89D16}"/>
          </ac:cxnSpMkLst>
        </pc:cxnChg>
      </pc:sldChg>
      <pc:sldChg chg="del">
        <pc:chgData name="E Po Low (GTS/PT&amp;HSSE)" userId="e509fef0-59b2-4be8-af33-58845cc6d5da" providerId="ADAL" clId="{87CF4BE3-9C60-4FEF-96D0-DEEFF1E3670C}" dt="2026-08-03T08:51:28.099" v="2561" actId="47"/>
        <pc:sldMkLst>
          <pc:docMk/>
          <pc:sldMk cId="1803859661" sldId="340"/>
        </pc:sldMkLst>
      </pc:sldChg>
      <pc:sldChg chg="addSp delSp modSp mod">
        <pc:chgData name="E Po Low (GTS/PT&amp;HSSE)" userId="e509fef0-59b2-4be8-af33-58845cc6d5da" providerId="ADAL" clId="{87CF4BE3-9C60-4FEF-96D0-DEEFF1E3670C}" dt="2026-08-04T00:39:53.803" v="3102" actId="14100"/>
        <pc:sldMkLst>
          <pc:docMk/>
          <pc:sldMk cId="368248750" sldId="341"/>
        </pc:sldMkLst>
        <pc:spChg chg="del">
          <ac:chgData name="E Po Low (GTS/PT&amp;HSSE)" userId="e509fef0-59b2-4be8-af33-58845cc6d5da" providerId="ADAL" clId="{87CF4BE3-9C60-4FEF-96D0-DEEFF1E3670C}" dt="2026-08-04T00:27:30.279" v="2853" actId="478"/>
          <ac:spMkLst>
            <pc:docMk/>
            <pc:sldMk cId="368248750" sldId="341"/>
            <ac:spMk id="2" creationId="{57EA7C16-C266-E76B-7ECA-74183CCEC97D}"/>
          </ac:spMkLst>
        </pc:spChg>
        <pc:spChg chg="mod">
          <ac:chgData name="E Po Low (GTS/PT&amp;HSSE)" userId="e509fef0-59b2-4be8-af33-58845cc6d5da" providerId="ADAL" clId="{87CF4BE3-9C60-4FEF-96D0-DEEFF1E3670C}" dt="2026-08-04T00:27:25.806" v="2852" actId="20577"/>
          <ac:spMkLst>
            <pc:docMk/>
            <pc:sldMk cId="368248750" sldId="341"/>
            <ac:spMk id="4" creationId="{DE9C992E-53C5-0831-0633-83BDD4691E92}"/>
          </ac:spMkLst>
        </pc:spChg>
        <pc:spChg chg="add del mod">
          <ac:chgData name="E Po Low (GTS/PT&amp;HSSE)" userId="e509fef0-59b2-4be8-af33-58845cc6d5da" providerId="ADAL" clId="{87CF4BE3-9C60-4FEF-96D0-DEEFF1E3670C}" dt="2026-08-04T00:27:32.398" v="2854" actId="478"/>
          <ac:spMkLst>
            <pc:docMk/>
            <pc:sldMk cId="368248750" sldId="341"/>
            <ac:spMk id="7" creationId="{D0A69332-90E2-89A5-7B4C-4BEB6923EF28}"/>
          </ac:spMkLst>
        </pc:spChg>
        <pc:spChg chg="mod">
          <ac:chgData name="E Po Low (GTS/PT&amp;HSSE)" userId="e509fef0-59b2-4be8-af33-58845cc6d5da" providerId="ADAL" clId="{87CF4BE3-9C60-4FEF-96D0-DEEFF1E3670C}" dt="2026-08-04T00:27:38.818" v="2855"/>
          <ac:spMkLst>
            <pc:docMk/>
            <pc:sldMk cId="368248750" sldId="341"/>
            <ac:spMk id="13" creationId="{2195754A-9B4A-3CA2-68A9-C08140BB339B}"/>
          </ac:spMkLst>
        </pc:spChg>
        <pc:spChg chg="mod">
          <ac:chgData name="E Po Low (GTS/PT&amp;HSSE)" userId="e509fef0-59b2-4be8-af33-58845cc6d5da" providerId="ADAL" clId="{87CF4BE3-9C60-4FEF-96D0-DEEFF1E3670C}" dt="2026-08-04T00:38:35.652" v="3088" actId="20577"/>
          <ac:spMkLst>
            <pc:docMk/>
            <pc:sldMk cId="368248750" sldId="341"/>
            <ac:spMk id="15" creationId="{1432B33B-7AF8-1C5F-8CFD-6D8A1A3BA678}"/>
          </ac:spMkLst>
        </pc:spChg>
        <pc:spChg chg="mod">
          <ac:chgData name="E Po Low (GTS/PT&amp;HSSE)" userId="e509fef0-59b2-4be8-af33-58845cc6d5da" providerId="ADAL" clId="{87CF4BE3-9C60-4FEF-96D0-DEEFF1E3670C}" dt="2026-08-04T00:27:38.818" v="2855"/>
          <ac:spMkLst>
            <pc:docMk/>
            <pc:sldMk cId="368248750" sldId="341"/>
            <ac:spMk id="16" creationId="{0D85C961-991F-CCAF-9DDC-62859741FE39}"/>
          </ac:spMkLst>
        </pc:spChg>
        <pc:spChg chg="add mod">
          <ac:chgData name="E Po Low (GTS/PT&amp;HSSE)" userId="e509fef0-59b2-4be8-af33-58845cc6d5da" providerId="ADAL" clId="{87CF4BE3-9C60-4FEF-96D0-DEEFF1E3670C}" dt="2026-08-04T00:36:48.855" v="2974" actId="14100"/>
          <ac:spMkLst>
            <pc:docMk/>
            <pc:sldMk cId="368248750" sldId="341"/>
            <ac:spMk id="18" creationId="{A614DB2B-51FF-5A0F-8989-446E9BD9254D}"/>
          </ac:spMkLst>
        </pc:spChg>
        <pc:spChg chg="add mod">
          <ac:chgData name="E Po Low (GTS/PT&amp;HSSE)" userId="e509fef0-59b2-4be8-af33-58845cc6d5da" providerId="ADAL" clId="{87CF4BE3-9C60-4FEF-96D0-DEEFF1E3670C}" dt="2026-08-04T00:37:21.082" v="2990" actId="1036"/>
          <ac:spMkLst>
            <pc:docMk/>
            <pc:sldMk cId="368248750" sldId="341"/>
            <ac:spMk id="20" creationId="{B599C732-3C17-8021-7FE7-8D5107761884}"/>
          </ac:spMkLst>
        </pc:spChg>
        <pc:spChg chg="add mod">
          <ac:chgData name="E Po Low (GTS/PT&amp;HSSE)" userId="e509fef0-59b2-4be8-af33-58845cc6d5da" providerId="ADAL" clId="{87CF4BE3-9C60-4FEF-96D0-DEEFF1E3670C}" dt="2026-08-04T00:39:30.928" v="3093" actId="1076"/>
          <ac:spMkLst>
            <pc:docMk/>
            <pc:sldMk cId="368248750" sldId="341"/>
            <ac:spMk id="25" creationId="{4ACF0DAB-0B78-5690-06D7-727681B24E9B}"/>
          </ac:spMkLst>
        </pc:spChg>
        <pc:grpChg chg="add mod">
          <ac:chgData name="E Po Low (GTS/PT&amp;HSSE)" userId="e509fef0-59b2-4be8-af33-58845cc6d5da" providerId="ADAL" clId="{87CF4BE3-9C60-4FEF-96D0-DEEFF1E3670C}" dt="2026-08-04T00:38:45.299" v="3091" actId="1076"/>
          <ac:grpSpMkLst>
            <pc:docMk/>
            <pc:sldMk cId="368248750" sldId="341"/>
            <ac:grpSpMk id="9" creationId="{3907DF07-0FCF-D6F9-5845-00AFF5EA6298}"/>
          </ac:grpSpMkLst>
        </pc:grpChg>
        <pc:grpChg chg="mod">
          <ac:chgData name="E Po Low (GTS/PT&amp;HSSE)" userId="e509fef0-59b2-4be8-af33-58845cc6d5da" providerId="ADAL" clId="{87CF4BE3-9C60-4FEF-96D0-DEEFF1E3670C}" dt="2026-08-04T00:27:38.818" v="2855"/>
          <ac:grpSpMkLst>
            <pc:docMk/>
            <pc:sldMk cId="368248750" sldId="341"/>
            <ac:grpSpMk id="11" creationId="{520B277F-E2F6-4E48-68D3-344665CC4EFD}"/>
          </ac:grpSpMkLst>
        </pc:grpChg>
        <pc:picChg chg="add del mod">
          <ac:chgData name="E Po Low (GTS/PT&amp;HSSE)" userId="e509fef0-59b2-4be8-af33-58845cc6d5da" providerId="ADAL" clId="{87CF4BE3-9C60-4FEF-96D0-DEEFF1E3670C}" dt="2026-08-04T00:27:12.558" v="2815" actId="478"/>
          <ac:picMkLst>
            <pc:docMk/>
            <pc:sldMk cId="368248750" sldId="341"/>
            <ac:picMk id="6" creationId="{1C083026-B7CD-40E0-E557-7E2FE26C0CBC}"/>
          </ac:picMkLst>
        </pc:picChg>
        <pc:picChg chg="add del mod">
          <ac:chgData name="E Po Low (GTS/PT&amp;HSSE)" userId="e509fef0-59b2-4be8-af33-58845cc6d5da" providerId="ADAL" clId="{87CF4BE3-9C60-4FEF-96D0-DEEFF1E3670C}" dt="2026-08-04T00:27:13.076" v="2816" actId="478"/>
          <ac:picMkLst>
            <pc:docMk/>
            <pc:sldMk cId="368248750" sldId="341"/>
            <ac:picMk id="8" creationId="{268B8CA5-02B5-A868-538B-318AC5AEFDD9}"/>
          </ac:picMkLst>
        </pc:picChg>
        <pc:picChg chg="add del mod">
          <ac:chgData name="E Po Low (GTS/PT&amp;HSSE)" userId="e509fef0-59b2-4be8-af33-58845cc6d5da" providerId="ADAL" clId="{87CF4BE3-9C60-4FEF-96D0-DEEFF1E3670C}" dt="2026-08-04T00:27:15.022" v="2819" actId="478"/>
          <ac:picMkLst>
            <pc:docMk/>
            <pc:sldMk cId="368248750" sldId="341"/>
            <ac:picMk id="10" creationId="{498A7824-F699-748F-F7AC-BFC2B64D469C}"/>
          </ac:picMkLst>
        </pc:picChg>
        <pc:picChg chg="add mod">
          <ac:chgData name="E Po Low (GTS/PT&amp;HSSE)" userId="e509fef0-59b2-4be8-af33-58845cc6d5da" providerId="ADAL" clId="{87CF4BE3-9C60-4FEF-96D0-DEEFF1E3670C}" dt="2026-08-04T00:39:46.409" v="3098" actId="1076"/>
          <ac:picMkLst>
            <pc:docMk/>
            <pc:sldMk cId="368248750" sldId="341"/>
            <ac:picMk id="12" creationId="{DBF885EE-45A7-424E-CF0D-46944434E794}"/>
          </ac:picMkLst>
        </pc:picChg>
        <pc:picChg chg="add del mod">
          <ac:chgData name="E Po Low (GTS/PT&amp;HSSE)" userId="e509fef0-59b2-4be8-af33-58845cc6d5da" providerId="ADAL" clId="{87CF4BE3-9C60-4FEF-96D0-DEEFF1E3670C}" dt="2026-08-04T00:35:43.046" v="2965" actId="478"/>
          <ac:picMkLst>
            <pc:docMk/>
            <pc:sldMk cId="368248750" sldId="341"/>
            <ac:picMk id="14" creationId="{421B73E5-0BA7-2B18-5DC9-51B47E25573B}"/>
          </ac:picMkLst>
        </pc:picChg>
        <pc:cxnChg chg="add mod">
          <ac:chgData name="E Po Low (GTS/PT&amp;HSSE)" userId="e509fef0-59b2-4be8-af33-58845cc6d5da" providerId="ADAL" clId="{87CF4BE3-9C60-4FEF-96D0-DEEFF1E3670C}" dt="2026-08-04T00:37:33.510" v="2993" actId="14100"/>
          <ac:cxnSpMkLst>
            <pc:docMk/>
            <pc:sldMk cId="368248750" sldId="341"/>
            <ac:cxnSpMk id="21" creationId="{8EC15CD9-AA29-7EE6-CEB7-E1A325A97B82}"/>
          </ac:cxnSpMkLst>
        </pc:cxnChg>
        <pc:cxnChg chg="add mod">
          <ac:chgData name="E Po Low (GTS/PT&amp;HSSE)" userId="e509fef0-59b2-4be8-af33-58845cc6d5da" providerId="ADAL" clId="{87CF4BE3-9C60-4FEF-96D0-DEEFF1E3670C}" dt="2026-08-04T00:39:53.803" v="3102" actId="14100"/>
          <ac:cxnSpMkLst>
            <pc:docMk/>
            <pc:sldMk cId="368248750" sldId="341"/>
            <ac:cxnSpMk id="26" creationId="{7C8EEE7D-5C3C-D00C-EDAF-8A72A868DFCC}"/>
          </ac:cxnSpMkLst>
        </pc:cxnChg>
      </pc:sldChg>
      <pc:sldChg chg="addSp delSp modSp mod">
        <pc:chgData name="E Po Low (GTS/PT&amp;HSSE)" userId="e509fef0-59b2-4be8-af33-58845cc6d5da" providerId="ADAL" clId="{87CF4BE3-9C60-4FEF-96D0-DEEFF1E3670C}" dt="2026-08-04T01:11:40.664" v="3744" actId="1038"/>
        <pc:sldMkLst>
          <pc:docMk/>
          <pc:sldMk cId="1365055345" sldId="342"/>
        </pc:sldMkLst>
        <pc:spChg chg="del">
          <ac:chgData name="E Po Low (GTS/PT&amp;HSSE)" userId="e509fef0-59b2-4be8-af33-58845cc6d5da" providerId="ADAL" clId="{87CF4BE3-9C60-4FEF-96D0-DEEFF1E3670C}" dt="2026-08-04T01:09:59.164" v="3603" actId="478"/>
          <ac:spMkLst>
            <pc:docMk/>
            <pc:sldMk cId="1365055345" sldId="342"/>
            <ac:spMk id="2" creationId="{FF42D821-8446-866E-D321-766E1583D85D}"/>
          </ac:spMkLst>
        </pc:spChg>
        <pc:spChg chg="mod">
          <ac:chgData name="E Po Low (GTS/PT&amp;HSSE)" userId="e509fef0-59b2-4be8-af33-58845cc6d5da" providerId="ADAL" clId="{87CF4BE3-9C60-4FEF-96D0-DEEFF1E3670C}" dt="2026-08-04T01:10:20.112" v="3621" actId="20577"/>
          <ac:spMkLst>
            <pc:docMk/>
            <pc:sldMk cId="1365055345" sldId="342"/>
            <ac:spMk id="4" creationId="{A3264EF3-D4C1-330E-DD63-33BC271BD7D6}"/>
          </ac:spMkLst>
        </pc:spChg>
        <pc:spChg chg="add del mod">
          <ac:chgData name="E Po Low (GTS/PT&amp;HSSE)" userId="e509fef0-59b2-4be8-af33-58845cc6d5da" providerId="ADAL" clId="{87CF4BE3-9C60-4FEF-96D0-DEEFF1E3670C}" dt="2026-08-04T01:10:00.561" v="3604" actId="478"/>
          <ac:spMkLst>
            <pc:docMk/>
            <pc:sldMk cId="1365055345" sldId="342"/>
            <ac:spMk id="7" creationId="{5F5D45DF-69C4-0A1F-B24F-7425FA2155B4}"/>
          </ac:spMkLst>
        </pc:spChg>
        <pc:spChg chg="mod">
          <ac:chgData name="E Po Low (GTS/PT&amp;HSSE)" userId="e509fef0-59b2-4be8-af33-58845cc6d5da" providerId="ADAL" clId="{87CF4BE3-9C60-4FEF-96D0-DEEFF1E3670C}" dt="2026-08-04T01:10:30.323" v="3622"/>
          <ac:spMkLst>
            <pc:docMk/>
            <pc:sldMk cId="1365055345" sldId="342"/>
            <ac:spMk id="10" creationId="{C0BC6837-555F-3148-ECBB-564340747EFB}"/>
          </ac:spMkLst>
        </pc:spChg>
        <pc:spChg chg="mod">
          <ac:chgData name="E Po Low (GTS/PT&amp;HSSE)" userId="e509fef0-59b2-4be8-af33-58845cc6d5da" providerId="ADAL" clId="{87CF4BE3-9C60-4FEF-96D0-DEEFF1E3670C}" dt="2026-08-04T01:10:58.853" v="3721" actId="20577"/>
          <ac:spMkLst>
            <pc:docMk/>
            <pc:sldMk cId="1365055345" sldId="342"/>
            <ac:spMk id="11" creationId="{3935F15B-42A4-AF71-12F1-111A3BD7189E}"/>
          </ac:spMkLst>
        </pc:spChg>
        <pc:spChg chg="mod">
          <ac:chgData name="E Po Low (GTS/PT&amp;HSSE)" userId="e509fef0-59b2-4be8-af33-58845cc6d5da" providerId="ADAL" clId="{87CF4BE3-9C60-4FEF-96D0-DEEFF1E3670C}" dt="2026-08-04T01:10:30.323" v="3622"/>
          <ac:spMkLst>
            <pc:docMk/>
            <pc:sldMk cId="1365055345" sldId="342"/>
            <ac:spMk id="12" creationId="{48530949-8222-6CEB-068B-5F69728FD826}"/>
          </ac:spMkLst>
        </pc:spChg>
        <pc:spChg chg="add mod">
          <ac:chgData name="E Po Low (GTS/PT&amp;HSSE)" userId="e509fef0-59b2-4be8-af33-58845cc6d5da" providerId="ADAL" clId="{87CF4BE3-9C60-4FEF-96D0-DEEFF1E3670C}" dt="2026-08-04T01:11:27.652" v="3738" actId="1037"/>
          <ac:spMkLst>
            <pc:docMk/>
            <pc:sldMk cId="1365055345" sldId="342"/>
            <ac:spMk id="14" creationId="{403C13DF-E291-EC8A-EF02-2788F9B5F06A}"/>
          </ac:spMkLst>
        </pc:spChg>
        <pc:spChg chg="add mod">
          <ac:chgData name="E Po Low (GTS/PT&amp;HSSE)" userId="e509fef0-59b2-4be8-af33-58845cc6d5da" providerId="ADAL" clId="{87CF4BE3-9C60-4FEF-96D0-DEEFF1E3670C}" dt="2026-08-04T01:11:40.664" v="3744" actId="1038"/>
          <ac:spMkLst>
            <pc:docMk/>
            <pc:sldMk cId="1365055345" sldId="342"/>
            <ac:spMk id="16" creationId="{D1643053-E00D-9E09-FC57-D85F90A9819E}"/>
          </ac:spMkLst>
        </pc:spChg>
        <pc:grpChg chg="add mod">
          <ac:chgData name="E Po Low (GTS/PT&amp;HSSE)" userId="e509fef0-59b2-4be8-af33-58845cc6d5da" providerId="ADAL" clId="{87CF4BE3-9C60-4FEF-96D0-DEEFF1E3670C}" dt="2026-08-04T01:11:06.177" v="3722" actId="1076"/>
          <ac:grpSpMkLst>
            <pc:docMk/>
            <pc:sldMk cId="1365055345" sldId="342"/>
            <ac:grpSpMk id="8" creationId="{2BB9E42B-75E7-BDBA-345E-A0F5269634CD}"/>
          </ac:grpSpMkLst>
        </pc:grpChg>
        <pc:grpChg chg="mod">
          <ac:chgData name="E Po Low (GTS/PT&amp;HSSE)" userId="e509fef0-59b2-4be8-af33-58845cc6d5da" providerId="ADAL" clId="{87CF4BE3-9C60-4FEF-96D0-DEEFF1E3670C}" dt="2026-08-04T01:10:30.323" v="3622"/>
          <ac:grpSpMkLst>
            <pc:docMk/>
            <pc:sldMk cId="1365055345" sldId="342"/>
            <ac:grpSpMk id="9" creationId="{522DD5E8-2AF8-3212-003C-D3750E0137E5}"/>
          </ac:grpSpMkLst>
        </pc:grpChg>
        <pc:picChg chg="add mod">
          <ac:chgData name="E Po Low (GTS/PT&amp;HSSE)" userId="e509fef0-59b2-4be8-af33-58845cc6d5da" providerId="ADAL" clId="{87CF4BE3-9C60-4FEF-96D0-DEEFF1E3670C}" dt="2026-08-04T01:10:37.106" v="3626" actId="1076"/>
          <ac:picMkLst>
            <pc:docMk/>
            <pc:sldMk cId="1365055345" sldId="342"/>
            <ac:picMk id="6" creationId="{7AED2210-C453-879B-1D14-247CFC873EE8}"/>
          </ac:picMkLst>
        </pc:picChg>
      </pc:sldChg>
      <pc:sldChg chg="addSp delSp modSp mod">
        <pc:chgData name="E Po Low (GTS/PT&amp;HSSE)" userId="e509fef0-59b2-4be8-af33-58845cc6d5da" providerId="ADAL" clId="{87CF4BE3-9C60-4FEF-96D0-DEEFF1E3670C}" dt="2026-08-04T00:24:28.747" v="2712" actId="14100"/>
        <pc:sldMkLst>
          <pc:docMk/>
          <pc:sldMk cId="3779694455" sldId="343"/>
        </pc:sldMkLst>
        <pc:spChg chg="del">
          <ac:chgData name="E Po Low (GTS/PT&amp;HSSE)" userId="e509fef0-59b2-4be8-af33-58845cc6d5da" providerId="ADAL" clId="{87CF4BE3-9C60-4FEF-96D0-DEEFF1E3670C}" dt="2026-08-04T00:17:52.973" v="2590" actId="478"/>
          <ac:spMkLst>
            <pc:docMk/>
            <pc:sldMk cId="3779694455" sldId="343"/>
            <ac:spMk id="2" creationId="{D3016DDF-1620-9360-4038-6C391761AAD8}"/>
          </ac:spMkLst>
        </pc:spChg>
        <pc:spChg chg="mod">
          <ac:chgData name="E Po Low (GTS/PT&amp;HSSE)" userId="e509fef0-59b2-4be8-af33-58845cc6d5da" providerId="ADAL" clId="{87CF4BE3-9C60-4FEF-96D0-DEEFF1E3670C}" dt="2026-08-03T08:51:38.983" v="2581" actId="20577"/>
          <ac:spMkLst>
            <pc:docMk/>
            <pc:sldMk cId="3779694455" sldId="343"/>
            <ac:spMk id="4" creationId="{FB9F47EE-82ED-B86A-F6F3-0B7755A3C1D5}"/>
          </ac:spMkLst>
        </pc:spChg>
        <pc:spChg chg="add del mod">
          <ac:chgData name="E Po Low (GTS/PT&amp;HSSE)" userId="e509fef0-59b2-4be8-af33-58845cc6d5da" providerId="ADAL" clId="{87CF4BE3-9C60-4FEF-96D0-DEEFF1E3670C}" dt="2026-08-04T00:17:54.468" v="2591" actId="478"/>
          <ac:spMkLst>
            <pc:docMk/>
            <pc:sldMk cId="3779694455" sldId="343"/>
            <ac:spMk id="6" creationId="{4CD2CBD1-0BB3-A654-6080-420738363805}"/>
          </ac:spMkLst>
        </pc:spChg>
        <pc:spChg chg="mod">
          <ac:chgData name="E Po Low (GTS/PT&amp;HSSE)" userId="e509fef0-59b2-4be8-af33-58845cc6d5da" providerId="ADAL" clId="{87CF4BE3-9C60-4FEF-96D0-DEEFF1E3670C}" dt="2026-08-04T00:18:38.683" v="2595" actId="20577"/>
          <ac:spMkLst>
            <pc:docMk/>
            <pc:sldMk cId="3779694455" sldId="343"/>
            <ac:spMk id="10" creationId="{7ED09B7E-EDF7-3085-2DE5-57DB712859DF}"/>
          </ac:spMkLst>
        </pc:spChg>
        <pc:spChg chg="mod">
          <ac:chgData name="E Po Low (GTS/PT&amp;HSSE)" userId="e509fef0-59b2-4be8-af33-58845cc6d5da" providerId="ADAL" clId="{87CF4BE3-9C60-4FEF-96D0-DEEFF1E3670C}" dt="2026-08-04T00:23:32.471" v="2692" actId="1076"/>
          <ac:spMkLst>
            <pc:docMk/>
            <pc:sldMk cId="3779694455" sldId="343"/>
            <ac:spMk id="11" creationId="{1F82F7B1-1F85-C8D9-A99F-0F4CF0CCF65C}"/>
          </ac:spMkLst>
        </pc:spChg>
        <pc:spChg chg="mod">
          <ac:chgData name="E Po Low (GTS/PT&amp;HSSE)" userId="e509fef0-59b2-4be8-af33-58845cc6d5da" providerId="ADAL" clId="{87CF4BE3-9C60-4FEF-96D0-DEEFF1E3670C}" dt="2026-08-04T00:18:36.454" v="2593"/>
          <ac:spMkLst>
            <pc:docMk/>
            <pc:sldMk cId="3779694455" sldId="343"/>
            <ac:spMk id="12" creationId="{FD83D3CF-2493-070D-07E1-1BFD0421D25B}"/>
          </ac:spMkLst>
        </pc:spChg>
        <pc:spChg chg="add mod">
          <ac:chgData name="E Po Low (GTS/PT&amp;HSSE)" userId="e509fef0-59b2-4be8-af33-58845cc6d5da" providerId="ADAL" clId="{87CF4BE3-9C60-4FEF-96D0-DEEFF1E3670C}" dt="2026-08-04T00:23:58.545" v="2700" actId="14100"/>
          <ac:spMkLst>
            <pc:docMk/>
            <pc:sldMk cId="3779694455" sldId="343"/>
            <ac:spMk id="14" creationId="{4899C71F-0375-4212-DAD5-388014F26A46}"/>
          </ac:spMkLst>
        </pc:spChg>
        <pc:spChg chg="add mod">
          <ac:chgData name="E Po Low (GTS/PT&amp;HSSE)" userId="e509fef0-59b2-4be8-af33-58845cc6d5da" providerId="ADAL" clId="{87CF4BE3-9C60-4FEF-96D0-DEEFF1E3670C}" dt="2026-08-04T00:24:13.516" v="2707" actId="14100"/>
          <ac:spMkLst>
            <pc:docMk/>
            <pc:sldMk cId="3779694455" sldId="343"/>
            <ac:spMk id="16" creationId="{EE99CA6B-0140-C812-010D-36E75C6900C8}"/>
          </ac:spMkLst>
        </pc:spChg>
        <pc:grpChg chg="add mod">
          <ac:chgData name="E Po Low (GTS/PT&amp;HSSE)" userId="e509fef0-59b2-4be8-af33-58845cc6d5da" providerId="ADAL" clId="{87CF4BE3-9C60-4FEF-96D0-DEEFF1E3670C}" dt="2026-08-04T00:23:36.583" v="2693" actId="1076"/>
          <ac:grpSpMkLst>
            <pc:docMk/>
            <pc:sldMk cId="3779694455" sldId="343"/>
            <ac:grpSpMk id="7" creationId="{E7E97B5A-66F3-F224-C1AB-EEEC4E7D2361}"/>
          </ac:grpSpMkLst>
        </pc:grpChg>
        <pc:grpChg chg="mod">
          <ac:chgData name="E Po Low (GTS/PT&amp;HSSE)" userId="e509fef0-59b2-4be8-af33-58845cc6d5da" providerId="ADAL" clId="{87CF4BE3-9C60-4FEF-96D0-DEEFF1E3670C}" dt="2026-08-04T00:18:36.454" v="2593"/>
          <ac:grpSpMkLst>
            <pc:docMk/>
            <pc:sldMk cId="3779694455" sldId="343"/>
            <ac:grpSpMk id="9" creationId="{802B2D05-67FE-A382-778E-95631C7D9149}"/>
          </ac:grpSpMkLst>
        </pc:grpChg>
        <pc:picChg chg="add del">
          <ac:chgData name="E Po Low (GTS/PT&amp;HSSE)" userId="e509fef0-59b2-4be8-af33-58845cc6d5da" providerId="ADAL" clId="{87CF4BE3-9C60-4FEF-96D0-DEEFF1E3670C}" dt="2026-08-03T08:01:05.223" v="116" actId="478"/>
          <ac:picMkLst>
            <pc:docMk/>
            <pc:sldMk cId="3779694455" sldId="343"/>
            <ac:picMk id="6" creationId="{11D3CC59-5271-291C-47FE-0EBC933B7A95}"/>
          </ac:picMkLst>
        </pc:picChg>
        <pc:picChg chg="add mod">
          <ac:chgData name="E Po Low (GTS/PT&amp;HSSE)" userId="e509fef0-59b2-4be8-af33-58845cc6d5da" providerId="ADAL" clId="{87CF4BE3-9C60-4FEF-96D0-DEEFF1E3670C}" dt="2026-08-04T00:24:24.172" v="2711" actId="1076"/>
          <ac:picMkLst>
            <pc:docMk/>
            <pc:sldMk cId="3779694455" sldId="343"/>
            <ac:picMk id="8" creationId="{EFAAE707-485E-F93A-7468-83BD211F8BA5}"/>
          </ac:picMkLst>
        </pc:picChg>
        <pc:cxnChg chg="add mod">
          <ac:chgData name="E Po Low (GTS/PT&amp;HSSE)" userId="e509fef0-59b2-4be8-af33-58845cc6d5da" providerId="ADAL" clId="{87CF4BE3-9C60-4FEF-96D0-DEEFF1E3670C}" dt="2026-08-04T00:24:28.747" v="2712" actId="14100"/>
          <ac:cxnSpMkLst>
            <pc:docMk/>
            <pc:sldMk cId="3779694455" sldId="343"/>
            <ac:cxnSpMk id="17" creationId="{4BBF676F-C0B0-CAD8-FF1B-370568B04433}"/>
          </ac:cxnSpMkLst>
        </pc:cxnChg>
      </pc:sldChg>
      <pc:sldChg chg="addSp delSp modSp mod">
        <pc:chgData name="E Po Low (GTS/PT&amp;HSSE)" userId="e509fef0-59b2-4be8-af33-58845cc6d5da" providerId="ADAL" clId="{87CF4BE3-9C60-4FEF-96D0-DEEFF1E3670C}" dt="2026-08-04T02:40:36.675" v="5341" actId="13822"/>
        <pc:sldMkLst>
          <pc:docMk/>
          <pc:sldMk cId="673156757" sldId="344"/>
        </pc:sldMkLst>
        <pc:spChg chg="del">
          <ac:chgData name="E Po Low (GTS/PT&amp;HSSE)" userId="e509fef0-59b2-4be8-af33-58845cc6d5da" providerId="ADAL" clId="{87CF4BE3-9C60-4FEF-96D0-DEEFF1E3670C}" dt="2026-08-04T02:33:28.536" v="5037" actId="478"/>
          <ac:spMkLst>
            <pc:docMk/>
            <pc:sldMk cId="673156757" sldId="344"/>
            <ac:spMk id="2" creationId="{796E27E8-D405-7CE3-3BAF-8B3CAF8A8615}"/>
          </ac:spMkLst>
        </pc:spChg>
        <pc:spChg chg="mod">
          <ac:chgData name="E Po Low (GTS/PT&amp;HSSE)" userId="e509fef0-59b2-4be8-af33-58845cc6d5da" providerId="ADAL" clId="{87CF4BE3-9C60-4FEF-96D0-DEEFF1E3670C}" dt="2026-08-04T02:32:39.667" v="4990" actId="20577"/>
          <ac:spMkLst>
            <pc:docMk/>
            <pc:sldMk cId="673156757" sldId="344"/>
            <ac:spMk id="4" creationId="{ABB179E6-EF6D-7EBA-534E-77EBA5DDB827}"/>
          </ac:spMkLst>
        </pc:spChg>
        <pc:spChg chg="add del mod">
          <ac:chgData name="E Po Low (GTS/PT&amp;HSSE)" userId="e509fef0-59b2-4be8-af33-58845cc6d5da" providerId="ADAL" clId="{87CF4BE3-9C60-4FEF-96D0-DEEFF1E3670C}" dt="2026-08-04T02:33:30.042" v="5038" actId="478"/>
          <ac:spMkLst>
            <pc:docMk/>
            <pc:sldMk cId="673156757" sldId="344"/>
            <ac:spMk id="7" creationId="{BF9BFDEF-8012-2A7D-3191-B78D6EE02CFA}"/>
          </ac:spMkLst>
        </pc:spChg>
        <pc:spChg chg="mod">
          <ac:chgData name="E Po Low (GTS/PT&amp;HSSE)" userId="e509fef0-59b2-4be8-af33-58845cc6d5da" providerId="ADAL" clId="{87CF4BE3-9C60-4FEF-96D0-DEEFF1E3670C}" dt="2026-08-04T02:37:10.634" v="5287" actId="20577"/>
          <ac:spMkLst>
            <pc:docMk/>
            <pc:sldMk cId="673156757" sldId="344"/>
            <ac:spMk id="11" creationId="{5C00A5AD-92C3-D511-EAFD-890013AC6D39}"/>
          </ac:spMkLst>
        </pc:spChg>
        <pc:spChg chg="mod">
          <ac:chgData name="E Po Low (GTS/PT&amp;HSSE)" userId="e509fef0-59b2-4be8-af33-58845cc6d5da" providerId="ADAL" clId="{87CF4BE3-9C60-4FEF-96D0-DEEFF1E3670C}" dt="2026-08-04T02:37:15.590" v="5288" actId="1076"/>
          <ac:spMkLst>
            <pc:docMk/>
            <pc:sldMk cId="673156757" sldId="344"/>
            <ac:spMk id="12" creationId="{6209D76F-D5B6-F0EF-2D52-3CE7A07E2AEF}"/>
          </ac:spMkLst>
        </pc:spChg>
        <pc:spChg chg="mod">
          <ac:chgData name="E Po Low (GTS/PT&amp;HSSE)" userId="e509fef0-59b2-4be8-af33-58845cc6d5da" providerId="ADAL" clId="{87CF4BE3-9C60-4FEF-96D0-DEEFF1E3670C}" dt="2026-08-04T02:33:35.696" v="5039"/>
          <ac:spMkLst>
            <pc:docMk/>
            <pc:sldMk cId="673156757" sldId="344"/>
            <ac:spMk id="13" creationId="{AF1C277C-2B70-3C4B-9A06-829C82D4D5A0}"/>
          </ac:spMkLst>
        </pc:spChg>
        <pc:spChg chg="add mod">
          <ac:chgData name="E Po Low (GTS/PT&amp;HSSE)" userId="e509fef0-59b2-4be8-af33-58845cc6d5da" providerId="ADAL" clId="{87CF4BE3-9C60-4FEF-96D0-DEEFF1E3670C}" dt="2026-08-04T02:37:36.660" v="5292" actId="14100"/>
          <ac:spMkLst>
            <pc:docMk/>
            <pc:sldMk cId="673156757" sldId="344"/>
            <ac:spMk id="15" creationId="{FB6885E2-699B-21E1-5C5D-8104B4865FAB}"/>
          </ac:spMkLst>
        </pc:spChg>
        <pc:spChg chg="add mod">
          <ac:chgData name="E Po Low (GTS/PT&amp;HSSE)" userId="e509fef0-59b2-4be8-af33-58845cc6d5da" providerId="ADAL" clId="{87CF4BE3-9C60-4FEF-96D0-DEEFF1E3670C}" dt="2026-08-04T02:39:20.882" v="5328" actId="14100"/>
          <ac:spMkLst>
            <pc:docMk/>
            <pc:sldMk cId="673156757" sldId="344"/>
            <ac:spMk id="17" creationId="{13F2D38D-F3AF-AC6C-531A-8F1560726F13}"/>
          </ac:spMkLst>
        </pc:spChg>
        <pc:spChg chg="add mod">
          <ac:chgData name="E Po Low (GTS/PT&amp;HSSE)" userId="e509fef0-59b2-4be8-af33-58845cc6d5da" providerId="ADAL" clId="{87CF4BE3-9C60-4FEF-96D0-DEEFF1E3670C}" dt="2026-08-04T02:39:33.980" v="5333" actId="1076"/>
          <ac:spMkLst>
            <pc:docMk/>
            <pc:sldMk cId="673156757" sldId="344"/>
            <ac:spMk id="19" creationId="{6E03FD4A-A04B-AB8F-E7E1-845B8867CABB}"/>
          </ac:spMkLst>
        </pc:spChg>
        <pc:grpChg chg="add mod">
          <ac:chgData name="E Po Low (GTS/PT&amp;HSSE)" userId="e509fef0-59b2-4be8-af33-58845cc6d5da" providerId="ADAL" clId="{87CF4BE3-9C60-4FEF-96D0-DEEFF1E3670C}" dt="2026-08-04T02:37:05.801" v="5284" actId="1076"/>
          <ac:grpSpMkLst>
            <pc:docMk/>
            <pc:sldMk cId="673156757" sldId="344"/>
            <ac:grpSpMk id="9" creationId="{D2DAD55F-CDE5-2EA8-F7C8-8621E94D6DF6}"/>
          </ac:grpSpMkLst>
        </pc:grpChg>
        <pc:grpChg chg="mod">
          <ac:chgData name="E Po Low (GTS/PT&amp;HSSE)" userId="e509fef0-59b2-4be8-af33-58845cc6d5da" providerId="ADAL" clId="{87CF4BE3-9C60-4FEF-96D0-DEEFF1E3670C}" dt="2026-08-04T02:33:35.696" v="5039"/>
          <ac:grpSpMkLst>
            <pc:docMk/>
            <pc:sldMk cId="673156757" sldId="344"/>
            <ac:grpSpMk id="10" creationId="{5C15FD40-B5F6-C38C-6C22-4EA9D1EF4F08}"/>
          </ac:grpSpMkLst>
        </pc:grpChg>
        <pc:picChg chg="add del mod">
          <ac:chgData name="E Po Low (GTS/PT&amp;HSSE)" userId="e509fef0-59b2-4be8-af33-58845cc6d5da" providerId="ADAL" clId="{87CF4BE3-9C60-4FEF-96D0-DEEFF1E3670C}" dt="2026-08-04T02:39:03.486" v="5307" actId="478"/>
          <ac:picMkLst>
            <pc:docMk/>
            <pc:sldMk cId="673156757" sldId="344"/>
            <ac:picMk id="6" creationId="{83D1A3CC-3716-D682-39DC-E2B2A3A3ACA3}"/>
          </ac:picMkLst>
        </pc:picChg>
        <pc:picChg chg="add del mod">
          <ac:chgData name="E Po Low (GTS/PT&amp;HSSE)" userId="e509fef0-59b2-4be8-af33-58845cc6d5da" providerId="ADAL" clId="{87CF4BE3-9C60-4FEF-96D0-DEEFF1E3670C}" dt="2026-08-04T02:32:17.680" v="4948" actId="478"/>
          <ac:picMkLst>
            <pc:docMk/>
            <pc:sldMk cId="673156757" sldId="344"/>
            <ac:picMk id="8" creationId="{FF5E0646-2058-6CF9-F702-D0F642C46489}"/>
          </ac:picMkLst>
        </pc:picChg>
        <pc:picChg chg="add mod ord">
          <ac:chgData name="E Po Low (GTS/PT&amp;HSSE)" userId="e509fef0-59b2-4be8-af33-58845cc6d5da" providerId="ADAL" clId="{87CF4BE3-9C60-4FEF-96D0-DEEFF1E3670C}" dt="2026-08-04T02:39:14.542" v="5325" actId="1036"/>
          <ac:picMkLst>
            <pc:docMk/>
            <pc:sldMk cId="673156757" sldId="344"/>
            <ac:picMk id="21" creationId="{8B8807B2-28D8-7C05-30B8-E4D5389F3B7C}"/>
          </ac:picMkLst>
        </pc:picChg>
        <pc:cxnChg chg="add del mod">
          <ac:chgData name="E Po Low (GTS/PT&amp;HSSE)" userId="e509fef0-59b2-4be8-af33-58845cc6d5da" providerId="ADAL" clId="{87CF4BE3-9C60-4FEF-96D0-DEEFF1E3670C}" dt="2026-08-04T02:40:16.038" v="5338" actId="478"/>
          <ac:cxnSpMkLst>
            <pc:docMk/>
            <pc:sldMk cId="673156757" sldId="344"/>
            <ac:cxnSpMk id="23" creationId="{7D400566-B1EF-5E2C-E8C0-F9F614E1C984}"/>
          </ac:cxnSpMkLst>
        </pc:cxnChg>
        <pc:cxnChg chg="add del mod">
          <ac:chgData name="E Po Low (GTS/PT&amp;HSSE)" userId="e509fef0-59b2-4be8-af33-58845cc6d5da" providerId="ADAL" clId="{87CF4BE3-9C60-4FEF-96D0-DEEFF1E3670C}" dt="2026-08-04T02:40:15.567" v="5337" actId="478"/>
          <ac:cxnSpMkLst>
            <pc:docMk/>
            <pc:sldMk cId="673156757" sldId="344"/>
            <ac:cxnSpMk id="25" creationId="{9B15F28F-E39F-D96A-5F8D-1097093E4F04}"/>
          </ac:cxnSpMkLst>
        </pc:cxnChg>
        <pc:cxnChg chg="add mod">
          <ac:chgData name="E Po Low (GTS/PT&amp;HSSE)" userId="e509fef0-59b2-4be8-af33-58845cc6d5da" providerId="ADAL" clId="{87CF4BE3-9C60-4FEF-96D0-DEEFF1E3670C}" dt="2026-08-04T02:40:36.675" v="5341" actId="13822"/>
          <ac:cxnSpMkLst>
            <pc:docMk/>
            <pc:sldMk cId="673156757" sldId="344"/>
            <ac:cxnSpMk id="27" creationId="{C392A097-200A-4552-FEB3-1406D49C828D}"/>
          </ac:cxnSpMkLst>
        </pc:cxnChg>
        <pc:cxnChg chg="add mod">
          <ac:chgData name="E Po Low (GTS/PT&amp;HSSE)" userId="e509fef0-59b2-4be8-af33-58845cc6d5da" providerId="ADAL" clId="{87CF4BE3-9C60-4FEF-96D0-DEEFF1E3670C}" dt="2026-08-04T02:40:36.675" v="5341" actId="13822"/>
          <ac:cxnSpMkLst>
            <pc:docMk/>
            <pc:sldMk cId="673156757" sldId="344"/>
            <ac:cxnSpMk id="29" creationId="{5DAAA4FC-C538-F42A-C90A-57972ADD11E1}"/>
          </ac:cxnSpMkLst>
        </pc:cxnChg>
      </pc:sldChg>
      <pc:sldChg chg="addSp delSp modSp mod ord">
        <pc:chgData name="E Po Low (GTS/PT&amp;HSSE)" userId="e509fef0-59b2-4be8-af33-58845cc6d5da" providerId="ADAL" clId="{87CF4BE3-9C60-4FEF-96D0-DEEFF1E3670C}" dt="2026-08-03T08:48:36.868" v="2536" actId="5793"/>
        <pc:sldMkLst>
          <pc:docMk/>
          <pc:sldMk cId="2010201304" sldId="1126"/>
        </pc:sldMkLst>
        <pc:spChg chg="mod">
          <ac:chgData name="E Po Low (GTS/PT&amp;HSSE)" userId="e509fef0-59b2-4be8-af33-58845cc6d5da" providerId="ADAL" clId="{87CF4BE3-9C60-4FEF-96D0-DEEFF1E3670C}" dt="2026-08-03T08:48:36.868" v="2536" actId="5793"/>
          <ac:spMkLst>
            <pc:docMk/>
            <pc:sldMk cId="2010201304" sldId="1126"/>
            <ac:spMk id="2" creationId="{8866CB86-A0F8-751D-C337-E6226D28413A}"/>
          </ac:spMkLst>
        </pc:spChg>
        <pc:spChg chg="mod">
          <ac:chgData name="E Po Low (GTS/PT&amp;HSSE)" userId="e509fef0-59b2-4be8-af33-58845cc6d5da" providerId="ADAL" clId="{87CF4BE3-9C60-4FEF-96D0-DEEFF1E3670C}" dt="2026-08-03T08:07:48.871" v="191" actId="20577"/>
          <ac:spMkLst>
            <pc:docMk/>
            <pc:sldMk cId="2010201304" sldId="1126"/>
            <ac:spMk id="4" creationId="{3ECC2E87-6415-ED04-D6E0-C1CD90330D63}"/>
          </ac:spMkLst>
        </pc:spChg>
        <pc:spChg chg="mod">
          <ac:chgData name="E Po Low (GTS/PT&amp;HSSE)" userId="e509fef0-59b2-4be8-af33-58845cc6d5da" providerId="ADAL" clId="{87CF4BE3-9C60-4FEF-96D0-DEEFF1E3670C}" dt="2026-08-03T08:09:23.433" v="261" actId="164"/>
          <ac:spMkLst>
            <pc:docMk/>
            <pc:sldMk cId="2010201304" sldId="1126"/>
            <ac:spMk id="9" creationId="{F40595BC-0B80-81DA-1DE2-59B74DDC7060}"/>
          </ac:spMkLst>
        </pc:spChg>
        <pc:grpChg chg="add mod">
          <ac:chgData name="E Po Low (GTS/PT&amp;HSSE)" userId="e509fef0-59b2-4be8-af33-58845cc6d5da" providerId="ADAL" clId="{87CF4BE3-9C60-4FEF-96D0-DEEFF1E3670C}" dt="2026-08-03T08:11:46.951" v="387" actId="1076"/>
          <ac:grpSpMkLst>
            <pc:docMk/>
            <pc:sldMk cId="2010201304" sldId="1126"/>
            <ac:grpSpMk id="5" creationId="{6C0377CB-D2CF-DDCE-2885-062475428C03}"/>
          </ac:grpSpMkLst>
        </pc:grpChg>
        <pc:picChg chg="add del">
          <ac:chgData name="E Po Low (GTS/PT&amp;HSSE)" userId="e509fef0-59b2-4be8-af33-58845cc6d5da" providerId="ADAL" clId="{87CF4BE3-9C60-4FEF-96D0-DEEFF1E3670C}" dt="2026-08-03T08:10:56.552" v="366" actId="22"/>
          <ac:picMkLst>
            <pc:docMk/>
            <pc:sldMk cId="2010201304" sldId="1126"/>
            <ac:picMk id="7" creationId="{59314D3D-221F-9F40-A2A8-8A549E331EBE}"/>
          </ac:picMkLst>
        </pc:picChg>
        <pc:picChg chg="mod">
          <ac:chgData name="E Po Low (GTS/PT&amp;HSSE)" userId="e509fef0-59b2-4be8-af33-58845cc6d5da" providerId="ADAL" clId="{87CF4BE3-9C60-4FEF-96D0-DEEFF1E3670C}" dt="2026-08-03T08:09:23.433" v="261" actId="164"/>
          <ac:picMkLst>
            <pc:docMk/>
            <pc:sldMk cId="2010201304" sldId="1126"/>
            <ac:picMk id="8" creationId="{3FAFF98B-BE7F-3F0C-8BC5-5FD59F186454}"/>
          </ac:picMkLst>
        </pc:picChg>
        <pc:picChg chg="add del mod">
          <ac:chgData name="E Po Low (GTS/PT&amp;HSSE)" userId="e509fef0-59b2-4be8-af33-58845cc6d5da" providerId="ADAL" clId="{87CF4BE3-9C60-4FEF-96D0-DEEFF1E3670C}" dt="2026-08-03T08:12:27.439" v="391" actId="478"/>
          <ac:picMkLst>
            <pc:docMk/>
            <pc:sldMk cId="2010201304" sldId="1126"/>
            <ac:picMk id="12" creationId="{5E3716F1-69C2-FB32-F199-161C93AD3E34}"/>
          </ac:picMkLst>
        </pc:picChg>
        <pc:picChg chg="add mod">
          <ac:chgData name="E Po Low (GTS/PT&amp;HSSE)" userId="e509fef0-59b2-4be8-af33-58845cc6d5da" providerId="ADAL" clId="{87CF4BE3-9C60-4FEF-96D0-DEEFF1E3670C}" dt="2026-08-03T08:12:31.466" v="392" actId="1076"/>
          <ac:picMkLst>
            <pc:docMk/>
            <pc:sldMk cId="2010201304" sldId="1126"/>
            <ac:picMk id="14" creationId="{826C6EC6-8CD8-72CC-0F83-91EC88695D8D}"/>
          </ac:picMkLst>
        </pc:picChg>
        <pc:cxnChg chg="mod">
          <ac:chgData name="E Po Low (GTS/PT&amp;HSSE)" userId="e509fef0-59b2-4be8-af33-58845cc6d5da" providerId="ADAL" clId="{87CF4BE3-9C60-4FEF-96D0-DEEFF1E3670C}" dt="2026-08-03T08:09:23.433" v="261" actId="164"/>
          <ac:cxnSpMkLst>
            <pc:docMk/>
            <pc:sldMk cId="2010201304" sldId="1126"/>
            <ac:cxnSpMk id="11" creationId="{33E9777A-0237-040C-044D-9527B88A883F}"/>
          </ac:cxnSpMkLst>
        </pc:cxnChg>
      </pc:sldChg>
      <pc:sldChg chg="addSp delSp modSp add mod">
        <pc:chgData name="E Po Low (GTS/PT&amp;HSSE)" userId="e509fef0-59b2-4be8-af33-58845cc6d5da" providerId="ADAL" clId="{87CF4BE3-9C60-4FEF-96D0-DEEFF1E3670C}" dt="2026-08-03T08:49:06.319" v="2552" actId="313"/>
        <pc:sldMkLst>
          <pc:docMk/>
          <pc:sldMk cId="740318890" sldId="1127"/>
        </pc:sldMkLst>
        <pc:spChg chg="del mod">
          <ac:chgData name="E Po Low (GTS/PT&amp;HSSE)" userId="e509fef0-59b2-4be8-af33-58845cc6d5da" providerId="ADAL" clId="{87CF4BE3-9C60-4FEF-96D0-DEEFF1E3670C}" dt="2026-08-03T08:13:23.982" v="462" actId="478"/>
          <ac:spMkLst>
            <pc:docMk/>
            <pc:sldMk cId="740318890" sldId="1127"/>
            <ac:spMk id="2" creationId="{E2F4115A-A28F-A933-330B-5A06388CDF31}"/>
          </ac:spMkLst>
        </pc:spChg>
        <pc:spChg chg="mod">
          <ac:chgData name="E Po Low (GTS/PT&amp;HSSE)" userId="e509fef0-59b2-4be8-af33-58845cc6d5da" providerId="ADAL" clId="{87CF4BE3-9C60-4FEF-96D0-DEEFF1E3670C}" dt="2026-08-03T07:42:51.092" v="35" actId="20577"/>
          <ac:spMkLst>
            <pc:docMk/>
            <pc:sldMk cId="740318890" sldId="1127"/>
            <ac:spMk id="4" creationId="{E5441A22-046B-DDDF-A56C-C5FFB44D3885}"/>
          </ac:spMkLst>
        </pc:spChg>
        <pc:spChg chg="add del mod">
          <ac:chgData name="E Po Low (GTS/PT&amp;HSSE)" userId="e509fef0-59b2-4be8-af33-58845cc6d5da" providerId="ADAL" clId="{87CF4BE3-9C60-4FEF-96D0-DEEFF1E3670C}" dt="2026-08-03T08:13:22.220" v="461" actId="478"/>
          <ac:spMkLst>
            <pc:docMk/>
            <pc:sldMk cId="740318890" sldId="1127"/>
            <ac:spMk id="11" creationId="{F3513BCF-7A5D-BCFD-A54B-84C9CA7D9FFC}"/>
          </ac:spMkLst>
        </pc:spChg>
        <pc:spChg chg="mod">
          <ac:chgData name="E Po Low (GTS/PT&amp;HSSE)" userId="e509fef0-59b2-4be8-af33-58845cc6d5da" providerId="ADAL" clId="{87CF4BE3-9C60-4FEF-96D0-DEEFF1E3670C}" dt="2026-08-03T08:21:42.193" v="932" actId="1076"/>
          <ac:spMkLst>
            <pc:docMk/>
            <pc:sldMk cId="740318890" sldId="1127"/>
            <ac:spMk id="18" creationId="{0F01CA2E-C504-3315-3382-E4CFAE8C31C4}"/>
          </ac:spMkLst>
        </pc:spChg>
        <pc:spChg chg="mod">
          <ac:chgData name="E Po Low (GTS/PT&amp;HSSE)" userId="e509fef0-59b2-4be8-af33-58845cc6d5da" providerId="ADAL" clId="{87CF4BE3-9C60-4FEF-96D0-DEEFF1E3670C}" dt="2026-08-03T08:49:06.319" v="2552" actId="313"/>
          <ac:spMkLst>
            <pc:docMk/>
            <pc:sldMk cId="740318890" sldId="1127"/>
            <ac:spMk id="19" creationId="{E6067333-384F-3490-BF66-D6BB91E52BB6}"/>
          </ac:spMkLst>
        </pc:spChg>
        <pc:spChg chg="mod">
          <ac:chgData name="E Po Low (GTS/PT&amp;HSSE)" userId="e509fef0-59b2-4be8-af33-58845cc6d5da" providerId="ADAL" clId="{87CF4BE3-9C60-4FEF-96D0-DEEFF1E3670C}" dt="2026-08-03T08:13:43.904" v="463"/>
          <ac:spMkLst>
            <pc:docMk/>
            <pc:sldMk cId="740318890" sldId="1127"/>
            <ac:spMk id="20" creationId="{116E1595-E9F6-6A82-1371-961FA63314F9}"/>
          </ac:spMkLst>
        </pc:spChg>
        <pc:spChg chg="add mod">
          <ac:chgData name="E Po Low (GTS/PT&amp;HSSE)" userId="e509fef0-59b2-4be8-af33-58845cc6d5da" providerId="ADAL" clId="{87CF4BE3-9C60-4FEF-96D0-DEEFF1E3670C}" dt="2026-08-03T08:20:13.497" v="843" actId="1036"/>
          <ac:spMkLst>
            <pc:docMk/>
            <pc:sldMk cId="740318890" sldId="1127"/>
            <ac:spMk id="23" creationId="{B21579C8-5A29-5713-90D0-9E5684641AEA}"/>
          </ac:spMkLst>
        </pc:spChg>
        <pc:spChg chg="add mod">
          <ac:chgData name="E Po Low (GTS/PT&amp;HSSE)" userId="e509fef0-59b2-4be8-af33-58845cc6d5da" providerId="ADAL" clId="{87CF4BE3-9C60-4FEF-96D0-DEEFF1E3670C}" dt="2026-08-03T08:20:28.519" v="917" actId="1035"/>
          <ac:spMkLst>
            <pc:docMk/>
            <pc:sldMk cId="740318890" sldId="1127"/>
            <ac:spMk id="25" creationId="{C792F340-3E9D-11EB-585F-E9B3EA0B91C4}"/>
          </ac:spMkLst>
        </pc:spChg>
        <pc:spChg chg="add mod">
          <ac:chgData name="E Po Low (GTS/PT&amp;HSSE)" userId="e509fef0-59b2-4be8-af33-58845cc6d5da" providerId="ADAL" clId="{87CF4BE3-9C60-4FEF-96D0-DEEFF1E3670C}" dt="2026-08-03T08:21:07.352" v="924" actId="14100"/>
          <ac:spMkLst>
            <pc:docMk/>
            <pc:sldMk cId="740318890" sldId="1127"/>
            <ac:spMk id="30" creationId="{7A386759-8C40-E171-E56E-82460DFB28BA}"/>
          </ac:spMkLst>
        </pc:spChg>
        <pc:spChg chg="add del">
          <ac:chgData name="E Po Low (GTS/PT&amp;HSSE)" userId="e509fef0-59b2-4be8-af33-58845cc6d5da" providerId="ADAL" clId="{87CF4BE3-9C60-4FEF-96D0-DEEFF1E3670C}" dt="2026-08-03T08:34:08.513" v="1428" actId="21"/>
          <ac:spMkLst>
            <pc:docMk/>
            <pc:sldMk cId="740318890" sldId="1127"/>
            <ac:spMk id="35" creationId="{086B512B-F48E-D10F-70E0-C0D0C5EEB83E}"/>
          </ac:spMkLst>
        </pc:spChg>
        <pc:grpChg chg="add del mod">
          <ac:chgData name="E Po Low (GTS/PT&amp;HSSE)" userId="e509fef0-59b2-4be8-af33-58845cc6d5da" providerId="ADAL" clId="{87CF4BE3-9C60-4FEF-96D0-DEEFF1E3670C}" dt="2026-08-03T08:14:29.323" v="593" actId="478"/>
          <ac:grpSpMkLst>
            <pc:docMk/>
            <pc:sldMk cId="740318890" sldId="1127"/>
            <ac:grpSpMk id="12" creationId="{3DD70F18-8F0C-9C77-AFC9-3955909496B1}"/>
          </ac:grpSpMkLst>
        </pc:grpChg>
        <pc:grpChg chg="mod topLvl">
          <ac:chgData name="E Po Low (GTS/PT&amp;HSSE)" userId="e509fef0-59b2-4be8-af33-58845cc6d5da" providerId="ADAL" clId="{87CF4BE3-9C60-4FEF-96D0-DEEFF1E3670C}" dt="2026-08-03T08:21:51.519" v="935" actId="1076"/>
          <ac:grpSpMkLst>
            <pc:docMk/>
            <pc:sldMk cId="740318890" sldId="1127"/>
            <ac:grpSpMk id="14" creationId="{E3DBC711-648E-5AC8-E892-303CBA84A25E}"/>
          </ac:grpSpMkLst>
        </pc:grpChg>
        <pc:grpChg chg="mod">
          <ac:chgData name="E Po Low (GTS/PT&amp;HSSE)" userId="e509fef0-59b2-4be8-af33-58845cc6d5da" providerId="ADAL" clId="{87CF4BE3-9C60-4FEF-96D0-DEEFF1E3670C}" dt="2026-08-03T08:13:43.904" v="463"/>
          <ac:grpSpMkLst>
            <pc:docMk/>
            <pc:sldMk cId="740318890" sldId="1127"/>
            <ac:grpSpMk id="15" creationId="{FEEA0295-FA84-CE66-5FF7-BF59634D1DC0}"/>
          </ac:grpSpMkLst>
        </pc:grpChg>
        <pc:grpChg chg="mod">
          <ac:chgData name="E Po Low (GTS/PT&amp;HSSE)" userId="e509fef0-59b2-4be8-af33-58845cc6d5da" providerId="ADAL" clId="{87CF4BE3-9C60-4FEF-96D0-DEEFF1E3670C}" dt="2026-08-03T08:13:43.904" v="463"/>
          <ac:grpSpMkLst>
            <pc:docMk/>
            <pc:sldMk cId="740318890" sldId="1127"/>
            <ac:grpSpMk id="17" creationId="{89B2552E-4310-63DE-3FEA-0ECA0573956D}"/>
          </ac:grpSpMkLst>
        </pc:grpChg>
        <pc:picChg chg="add del mod">
          <ac:chgData name="E Po Low (GTS/PT&amp;HSSE)" userId="e509fef0-59b2-4be8-af33-58845cc6d5da" providerId="ADAL" clId="{87CF4BE3-9C60-4FEF-96D0-DEEFF1E3670C}" dt="2026-08-03T08:15:34.529" v="676" actId="478"/>
          <ac:picMkLst>
            <pc:docMk/>
            <pc:sldMk cId="740318890" sldId="1127"/>
            <ac:picMk id="6" creationId="{03A4353E-6B15-00AE-2334-0F4B56A135E1}"/>
          </ac:picMkLst>
        </pc:picChg>
        <pc:picChg chg="add del mod">
          <ac:chgData name="E Po Low (GTS/PT&amp;HSSE)" userId="e509fef0-59b2-4be8-af33-58845cc6d5da" providerId="ADAL" clId="{87CF4BE3-9C60-4FEF-96D0-DEEFF1E3670C}" dt="2026-08-03T08:15:50.429" v="681" actId="478"/>
          <ac:picMkLst>
            <pc:docMk/>
            <pc:sldMk cId="740318890" sldId="1127"/>
            <ac:picMk id="8" creationId="{0820B12A-6F78-8B50-3813-17115DAC61CE}"/>
          </ac:picMkLst>
        </pc:picChg>
        <pc:picChg chg="add del mod">
          <ac:chgData name="E Po Low (GTS/PT&amp;HSSE)" userId="e509fef0-59b2-4be8-af33-58845cc6d5da" providerId="ADAL" clId="{87CF4BE3-9C60-4FEF-96D0-DEEFF1E3670C}" dt="2026-08-03T08:15:50.020" v="680" actId="478"/>
          <ac:picMkLst>
            <pc:docMk/>
            <pc:sldMk cId="740318890" sldId="1127"/>
            <ac:picMk id="10" creationId="{84D8623D-891E-62E2-2727-C4B8F2D6C57A}"/>
          </ac:picMkLst>
        </pc:picChg>
        <pc:picChg chg="del mod topLvl">
          <ac:chgData name="E Po Low (GTS/PT&amp;HSSE)" userId="e509fef0-59b2-4be8-af33-58845cc6d5da" providerId="ADAL" clId="{87CF4BE3-9C60-4FEF-96D0-DEEFF1E3670C}" dt="2026-08-03T08:14:29.323" v="593" actId="478"/>
          <ac:picMkLst>
            <pc:docMk/>
            <pc:sldMk cId="740318890" sldId="1127"/>
            <ac:picMk id="13" creationId="{45EB03CE-1A15-90AE-89DF-822AD7B6F95A}"/>
          </ac:picMkLst>
        </pc:picChg>
        <pc:picChg chg="add mod modCrop">
          <ac:chgData name="E Po Low (GTS/PT&amp;HSSE)" userId="e509fef0-59b2-4be8-af33-58845cc6d5da" providerId="ADAL" clId="{87CF4BE3-9C60-4FEF-96D0-DEEFF1E3670C}" dt="2026-08-03T08:20:18.872" v="859" actId="1037"/>
          <ac:picMkLst>
            <pc:docMk/>
            <pc:sldMk cId="740318890" sldId="1127"/>
            <ac:picMk id="22" creationId="{0765E341-D86C-EF44-562E-449DB01451FF}"/>
          </ac:picMkLst>
        </pc:picChg>
        <pc:cxnChg chg="mod">
          <ac:chgData name="E Po Low (GTS/PT&amp;HSSE)" userId="e509fef0-59b2-4be8-af33-58845cc6d5da" providerId="ADAL" clId="{87CF4BE3-9C60-4FEF-96D0-DEEFF1E3670C}" dt="2026-08-03T08:13:43.904" v="463"/>
          <ac:cxnSpMkLst>
            <pc:docMk/>
            <pc:sldMk cId="740318890" sldId="1127"/>
            <ac:cxnSpMk id="16" creationId="{899A83C1-E348-B130-A3A5-9E16203CB600}"/>
          </ac:cxnSpMkLst>
        </pc:cxnChg>
        <pc:cxnChg chg="add mod">
          <ac:chgData name="E Po Low (GTS/PT&amp;HSSE)" userId="e509fef0-59b2-4be8-af33-58845cc6d5da" providerId="ADAL" clId="{87CF4BE3-9C60-4FEF-96D0-DEEFF1E3670C}" dt="2026-08-03T08:20:51.575" v="921" actId="208"/>
          <ac:cxnSpMkLst>
            <pc:docMk/>
            <pc:sldMk cId="740318890" sldId="1127"/>
            <ac:cxnSpMk id="27" creationId="{BFC18ED4-2456-A81B-1F85-1B53857E1AC2}"/>
          </ac:cxnSpMkLst>
        </pc:cxnChg>
        <pc:cxnChg chg="add mod">
          <ac:chgData name="E Po Low (GTS/PT&amp;HSSE)" userId="e509fef0-59b2-4be8-af33-58845cc6d5da" providerId="ADAL" clId="{87CF4BE3-9C60-4FEF-96D0-DEEFF1E3670C}" dt="2026-08-03T08:21:18.300" v="928" actId="14100"/>
          <ac:cxnSpMkLst>
            <pc:docMk/>
            <pc:sldMk cId="740318890" sldId="1127"/>
            <ac:cxnSpMk id="31" creationId="{490E4087-639F-BEF9-EDFC-B753A491CDC1}"/>
          </ac:cxnSpMkLst>
        </pc:cxnChg>
      </pc:sldChg>
      <pc:sldChg chg="addSp delSp modSp add mod">
        <pc:chgData name="E Po Low (GTS/PT&amp;HSSE)" userId="e509fef0-59b2-4be8-af33-58845cc6d5da" providerId="ADAL" clId="{87CF4BE3-9C60-4FEF-96D0-DEEFF1E3670C}" dt="2026-08-03T08:49:23.165" v="2560" actId="313"/>
        <pc:sldMkLst>
          <pc:docMk/>
          <pc:sldMk cId="2872206536" sldId="1128"/>
        </pc:sldMkLst>
        <pc:spChg chg="mod">
          <ac:chgData name="E Po Low (GTS/PT&amp;HSSE)" userId="e509fef0-59b2-4be8-af33-58845cc6d5da" providerId="ADAL" clId="{87CF4BE3-9C60-4FEF-96D0-DEEFF1E3670C}" dt="2026-08-03T08:25:32.555" v="1217" actId="1076"/>
          <ac:spMkLst>
            <pc:docMk/>
            <pc:sldMk cId="2872206536" sldId="1128"/>
            <ac:spMk id="4" creationId="{9F2ED360-FB2C-4599-3379-89A94C9DB5CB}"/>
          </ac:spMkLst>
        </pc:spChg>
        <pc:spChg chg="mod">
          <ac:chgData name="E Po Low (GTS/PT&amp;HSSE)" userId="e509fef0-59b2-4be8-af33-58845cc6d5da" providerId="ADAL" clId="{87CF4BE3-9C60-4FEF-96D0-DEEFF1E3670C}" dt="2026-08-03T08:24:38.850" v="1096" actId="20577"/>
          <ac:spMkLst>
            <pc:docMk/>
            <pc:sldMk cId="2872206536" sldId="1128"/>
            <ac:spMk id="9" creationId="{F5E7542E-BF8A-3849-3D75-69585208B2FB}"/>
          </ac:spMkLst>
        </pc:spChg>
        <pc:spChg chg="mod">
          <ac:chgData name="E Po Low (GTS/PT&amp;HSSE)" userId="e509fef0-59b2-4be8-af33-58845cc6d5da" providerId="ADAL" clId="{87CF4BE3-9C60-4FEF-96D0-DEEFF1E3670C}" dt="2026-08-03T08:25:27.150" v="1213" actId="14100"/>
          <ac:spMkLst>
            <pc:docMk/>
            <pc:sldMk cId="2872206536" sldId="1128"/>
            <ac:spMk id="11" creationId="{39B67C63-56D1-9DEF-1C25-B98FA1E94AAB}"/>
          </ac:spMkLst>
        </pc:spChg>
        <pc:spChg chg="mod">
          <ac:chgData name="E Po Low (GTS/PT&amp;HSSE)" userId="e509fef0-59b2-4be8-af33-58845cc6d5da" providerId="ADAL" clId="{87CF4BE3-9C60-4FEF-96D0-DEEFF1E3670C}" dt="2026-08-03T08:24:34.654" v="1093"/>
          <ac:spMkLst>
            <pc:docMk/>
            <pc:sldMk cId="2872206536" sldId="1128"/>
            <ac:spMk id="12" creationId="{EA820159-F662-FB18-DC19-0BD13C1915F3}"/>
          </ac:spMkLst>
        </pc:spChg>
        <pc:spChg chg="mod">
          <ac:chgData name="E Po Low (GTS/PT&amp;HSSE)" userId="e509fef0-59b2-4be8-af33-58845cc6d5da" providerId="ADAL" clId="{87CF4BE3-9C60-4FEF-96D0-DEEFF1E3670C}" dt="2026-08-03T08:19:05.752" v="787" actId="20577"/>
          <ac:spMkLst>
            <pc:docMk/>
            <pc:sldMk cId="2872206536" sldId="1128"/>
            <ac:spMk id="18" creationId="{3A9B4DBA-0CFC-05F0-15F9-968F2E5E677B}"/>
          </ac:spMkLst>
        </pc:spChg>
        <pc:spChg chg="mod">
          <ac:chgData name="E Po Low (GTS/PT&amp;HSSE)" userId="e509fef0-59b2-4be8-af33-58845cc6d5da" providerId="ADAL" clId="{87CF4BE3-9C60-4FEF-96D0-DEEFF1E3670C}" dt="2026-08-03T08:49:23.165" v="2560" actId="313"/>
          <ac:spMkLst>
            <pc:docMk/>
            <pc:sldMk cId="2872206536" sldId="1128"/>
            <ac:spMk id="19" creationId="{55123A49-F62E-D85D-8B35-C929E7F26122}"/>
          </ac:spMkLst>
        </pc:spChg>
        <pc:grpChg chg="add mod">
          <ac:chgData name="E Po Low (GTS/PT&amp;HSSE)" userId="e509fef0-59b2-4be8-af33-58845cc6d5da" providerId="ADAL" clId="{87CF4BE3-9C60-4FEF-96D0-DEEFF1E3670C}" dt="2026-08-03T08:25:30.682" v="1215" actId="164"/>
          <ac:grpSpMkLst>
            <pc:docMk/>
            <pc:sldMk cId="2872206536" sldId="1128"/>
            <ac:grpSpMk id="6" creationId="{F67BE1FE-A1D1-EC69-615C-1923D274FE36}"/>
          </ac:grpSpMkLst>
        </pc:grpChg>
        <pc:grpChg chg="mod">
          <ac:chgData name="E Po Low (GTS/PT&amp;HSSE)" userId="e509fef0-59b2-4be8-af33-58845cc6d5da" providerId="ADAL" clId="{87CF4BE3-9C60-4FEF-96D0-DEEFF1E3670C}" dt="2026-08-03T08:24:34.654" v="1093"/>
          <ac:grpSpMkLst>
            <pc:docMk/>
            <pc:sldMk cId="2872206536" sldId="1128"/>
            <ac:grpSpMk id="7" creationId="{4E2C773A-3242-A33D-90B8-BD6DAAC06C94}"/>
          </ac:grpSpMkLst>
        </pc:grpChg>
        <pc:grpChg chg="add mod">
          <ac:chgData name="E Po Low (GTS/PT&amp;HSSE)" userId="e509fef0-59b2-4be8-af33-58845cc6d5da" providerId="ADAL" clId="{87CF4BE3-9C60-4FEF-96D0-DEEFF1E3670C}" dt="2026-08-03T08:25:36.850" v="1218" actId="1076"/>
          <ac:grpSpMkLst>
            <pc:docMk/>
            <pc:sldMk cId="2872206536" sldId="1128"/>
            <ac:grpSpMk id="13" creationId="{A2847CDB-8DBE-72F5-54BF-F5ABEF528884}"/>
          </ac:grpSpMkLst>
        </pc:grpChg>
        <pc:grpChg chg="del">
          <ac:chgData name="E Po Low (GTS/PT&amp;HSSE)" userId="e509fef0-59b2-4be8-af33-58845cc6d5da" providerId="ADAL" clId="{87CF4BE3-9C60-4FEF-96D0-DEEFF1E3670C}" dt="2026-08-03T08:17:14.472" v="699" actId="478"/>
          <ac:grpSpMkLst>
            <pc:docMk/>
            <pc:sldMk cId="2872206536" sldId="1128"/>
            <ac:grpSpMk id="14" creationId="{83F778C8-9295-4BD6-2EF8-0F2D0B55A50E}"/>
          </ac:grpSpMkLst>
        </pc:grpChg>
        <pc:grpChg chg="mod topLvl">
          <ac:chgData name="E Po Low (GTS/PT&amp;HSSE)" userId="e509fef0-59b2-4be8-af33-58845cc6d5da" providerId="ADAL" clId="{87CF4BE3-9C60-4FEF-96D0-DEEFF1E3670C}" dt="2026-08-03T08:25:39.757" v="1219" actId="164"/>
          <ac:grpSpMkLst>
            <pc:docMk/>
            <pc:sldMk cId="2872206536" sldId="1128"/>
            <ac:grpSpMk id="15" creationId="{3E7654DC-B7B8-AA4A-3232-79C984F2203A}"/>
          </ac:grpSpMkLst>
        </pc:grpChg>
        <pc:grpChg chg="add mod">
          <ac:chgData name="E Po Low (GTS/PT&amp;HSSE)" userId="e509fef0-59b2-4be8-af33-58845cc6d5da" providerId="ADAL" clId="{87CF4BE3-9C60-4FEF-96D0-DEEFF1E3670C}" dt="2026-08-03T08:25:46.308" v="1221" actId="1076"/>
          <ac:grpSpMkLst>
            <pc:docMk/>
            <pc:sldMk cId="2872206536" sldId="1128"/>
            <ac:grpSpMk id="21" creationId="{31D69FA1-6AD6-656D-1D84-6C7FE2B758C0}"/>
          </ac:grpSpMkLst>
        </pc:grpChg>
        <pc:picChg chg="add del">
          <ac:chgData name="E Po Low (GTS/PT&amp;HSSE)" userId="e509fef0-59b2-4be8-af33-58845cc6d5da" providerId="ADAL" clId="{87CF4BE3-9C60-4FEF-96D0-DEEFF1E3670C}" dt="2026-08-03T08:19:31.032" v="811" actId="478"/>
          <ac:picMkLst>
            <pc:docMk/>
            <pc:sldMk cId="2872206536" sldId="1128"/>
            <ac:picMk id="5" creationId="{5BB73D04-9E2A-50C5-B7A2-92E2113A7E02}"/>
          </ac:picMkLst>
        </pc:picChg>
        <pc:picChg chg="mod">
          <ac:chgData name="E Po Low (GTS/PT&amp;HSSE)" userId="e509fef0-59b2-4be8-af33-58845cc6d5da" providerId="ADAL" clId="{87CF4BE3-9C60-4FEF-96D0-DEEFF1E3670C}" dt="2026-08-03T08:26:13.582" v="1223" actId="1076"/>
          <ac:picMkLst>
            <pc:docMk/>
            <pc:sldMk cId="2872206536" sldId="1128"/>
            <ac:picMk id="8" creationId="{313137D7-66AC-EE7F-1F69-99D2590D12E8}"/>
          </ac:picMkLst>
        </pc:picChg>
        <pc:picChg chg="mod modCrop">
          <ac:chgData name="E Po Low (GTS/PT&amp;HSSE)" userId="e509fef0-59b2-4be8-af33-58845cc6d5da" providerId="ADAL" clId="{87CF4BE3-9C60-4FEF-96D0-DEEFF1E3670C}" dt="2026-08-03T08:25:30.682" v="1215" actId="164"/>
          <ac:picMkLst>
            <pc:docMk/>
            <pc:sldMk cId="2872206536" sldId="1128"/>
            <ac:picMk id="10" creationId="{A37C76CA-3EB6-35E2-702D-F8DF4C94DFF3}"/>
          </ac:picMkLst>
        </pc:picChg>
        <pc:picChg chg="del">
          <ac:chgData name="E Po Low (GTS/PT&amp;HSSE)" userId="e509fef0-59b2-4be8-af33-58845cc6d5da" providerId="ADAL" clId="{87CF4BE3-9C60-4FEF-96D0-DEEFF1E3670C}" dt="2026-08-03T08:17:09.936" v="697" actId="478"/>
          <ac:picMkLst>
            <pc:docMk/>
            <pc:sldMk cId="2872206536" sldId="1128"/>
            <ac:picMk id="22" creationId="{462C9626-17D4-FD9E-ECB3-0CC0E85E6D68}"/>
          </ac:picMkLst>
        </pc:picChg>
        <pc:cxnChg chg="del topLvl">
          <ac:chgData name="E Po Low (GTS/PT&amp;HSSE)" userId="e509fef0-59b2-4be8-af33-58845cc6d5da" providerId="ADAL" clId="{87CF4BE3-9C60-4FEF-96D0-DEEFF1E3670C}" dt="2026-08-03T08:17:14.472" v="699" actId="478"/>
          <ac:cxnSpMkLst>
            <pc:docMk/>
            <pc:sldMk cId="2872206536" sldId="1128"/>
            <ac:cxnSpMk id="16" creationId="{B92A9623-6E4D-4F15-FB5D-9A29094E64C8}"/>
          </ac:cxnSpMkLst>
        </pc:cxnChg>
      </pc:sldChg>
      <pc:sldChg chg="addSp delSp modSp add mod">
        <pc:chgData name="E Po Low (GTS/PT&amp;HSSE)" userId="e509fef0-59b2-4be8-af33-58845cc6d5da" providerId="ADAL" clId="{87CF4BE3-9C60-4FEF-96D0-DEEFF1E3670C}" dt="2026-08-03T08:44:48.575" v="2158" actId="20577"/>
        <pc:sldMkLst>
          <pc:docMk/>
          <pc:sldMk cId="1330882964" sldId="1129"/>
        </pc:sldMkLst>
        <pc:spChg chg="del">
          <ac:chgData name="E Po Low (GTS/PT&amp;HSSE)" userId="e509fef0-59b2-4be8-af33-58845cc6d5da" providerId="ADAL" clId="{87CF4BE3-9C60-4FEF-96D0-DEEFF1E3670C}" dt="2026-08-03T08:42:11.060" v="1949" actId="478"/>
          <ac:spMkLst>
            <pc:docMk/>
            <pc:sldMk cId="1330882964" sldId="1129"/>
            <ac:spMk id="2" creationId="{5BB436F0-6FF4-B051-C9DA-88B83A30CD76}"/>
          </ac:spMkLst>
        </pc:spChg>
        <pc:spChg chg="add del mod">
          <ac:chgData name="E Po Low (GTS/PT&amp;HSSE)" userId="e509fef0-59b2-4be8-af33-58845cc6d5da" providerId="ADAL" clId="{87CF4BE3-9C60-4FEF-96D0-DEEFF1E3670C}" dt="2026-08-03T08:42:12.023" v="1950" actId="478"/>
          <ac:spMkLst>
            <pc:docMk/>
            <pc:sldMk cId="1330882964" sldId="1129"/>
            <ac:spMk id="7" creationId="{43CCAE62-1A07-F174-CAD3-21F89D33C7AB}"/>
          </ac:spMkLst>
        </pc:spChg>
        <pc:spChg chg="mod">
          <ac:chgData name="E Po Low (GTS/PT&amp;HSSE)" userId="e509fef0-59b2-4be8-af33-58845cc6d5da" providerId="ADAL" clId="{87CF4BE3-9C60-4FEF-96D0-DEEFF1E3670C}" dt="2026-08-03T08:44:48.575" v="2158" actId="20577"/>
          <ac:spMkLst>
            <pc:docMk/>
            <pc:sldMk cId="1330882964" sldId="1129"/>
            <ac:spMk id="15" creationId="{53E0C015-0CB4-1D11-88D7-90DF940995FF}"/>
          </ac:spMkLst>
        </pc:spChg>
        <pc:spChg chg="mod">
          <ac:chgData name="E Po Low (GTS/PT&amp;HSSE)" userId="e509fef0-59b2-4be8-af33-58845cc6d5da" providerId="ADAL" clId="{87CF4BE3-9C60-4FEF-96D0-DEEFF1E3670C}" dt="2026-08-03T08:44:03.132" v="2153" actId="207"/>
          <ac:spMkLst>
            <pc:docMk/>
            <pc:sldMk cId="1330882964" sldId="1129"/>
            <ac:spMk id="16" creationId="{57234CE7-F775-B472-286A-93AEABC29A52}"/>
          </ac:spMkLst>
        </pc:spChg>
        <pc:spChg chg="mod">
          <ac:chgData name="E Po Low (GTS/PT&amp;HSSE)" userId="e509fef0-59b2-4be8-af33-58845cc6d5da" providerId="ADAL" clId="{87CF4BE3-9C60-4FEF-96D0-DEEFF1E3670C}" dt="2026-08-03T08:42:17.253" v="1951"/>
          <ac:spMkLst>
            <pc:docMk/>
            <pc:sldMk cId="1330882964" sldId="1129"/>
            <ac:spMk id="17" creationId="{F1443331-0AE7-567A-4119-987A87F56121}"/>
          </ac:spMkLst>
        </pc:spChg>
        <pc:spChg chg="add mod">
          <ac:chgData name="E Po Low (GTS/PT&amp;HSSE)" userId="e509fef0-59b2-4be8-af33-58845cc6d5da" providerId="ADAL" clId="{87CF4BE3-9C60-4FEF-96D0-DEEFF1E3670C}" dt="2026-08-03T08:44:32.031" v="2156" actId="14100"/>
          <ac:spMkLst>
            <pc:docMk/>
            <pc:sldMk cId="1330882964" sldId="1129"/>
            <ac:spMk id="21" creationId="{69D39E4B-C2E9-2EB0-8BD5-A80AA8BF0B14}"/>
          </ac:spMkLst>
        </pc:spChg>
        <pc:grpChg chg="add del mod">
          <ac:chgData name="E Po Low (GTS/PT&amp;HSSE)" userId="e509fef0-59b2-4be8-af33-58845cc6d5da" providerId="ADAL" clId="{87CF4BE3-9C60-4FEF-96D0-DEEFF1E3670C}" dt="2026-08-03T08:42:20.710" v="1952" actId="478"/>
          <ac:grpSpMkLst>
            <pc:docMk/>
            <pc:sldMk cId="1330882964" sldId="1129"/>
            <ac:grpSpMk id="9" creationId="{6341B93A-BD42-4346-02E7-801BDE9D0D25}"/>
          </ac:grpSpMkLst>
        </pc:grpChg>
        <pc:grpChg chg="mod topLvl">
          <ac:chgData name="E Po Low (GTS/PT&amp;HSSE)" userId="e509fef0-59b2-4be8-af33-58845cc6d5da" providerId="ADAL" clId="{87CF4BE3-9C60-4FEF-96D0-DEEFF1E3670C}" dt="2026-08-03T08:43:59.750" v="2152" actId="1076"/>
          <ac:grpSpMkLst>
            <pc:docMk/>
            <pc:sldMk cId="1330882964" sldId="1129"/>
            <ac:grpSpMk id="11" creationId="{889D310B-B883-6F33-C1A5-CABCFC671251}"/>
          </ac:grpSpMkLst>
        </pc:grpChg>
        <pc:grpChg chg="mod">
          <ac:chgData name="E Po Low (GTS/PT&amp;HSSE)" userId="e509fef0-59b2-4be8-af33-58845cc6d5da" providerId="ADAL" clId="{87CF4BE3-9C60-4FEF-96D0-DEEFF1E3670C}" dt="2026-08-03T08:42:17.253" v="1951"/>
          <ac:grpSpMkLst>
            <pc:docMk/>
            <pc:sldMk cId="1330882964" sldId="1129"/>
            <ac:grpSpMk id="13" creationId="{823E7279-B98B-F5C0-6315-A7B7B168CD12}"/>
          </ac:grpSpMkLst>
        </pc:grpChg>
        <pc:picChg chg="del mod">
          <ac:chgData name="E Po Low (GTS/PT&amp;HSSE)" userId="e509fef0-59b2-4be8-af33-58845cc6d5da" providerId="ADAL" clId="{87CF4BE3-9C60-4FEF-96D0-DEEFF1E3670C}" dt="2026-08-03T08:32:24.207" v="1277" actId="21"/>
          <ac:picMkLst>
            <pc:docMk/>
            <pc:sldMk cId="1330882964" sldId="1129"/>
            <ac:picMk id="6" creationId="{A7743BE6-F736-DC5A-73EA-99394BB4F5F2}"/>
          </ac:picMkLst>
        </pc:picChg>
        <pc:picChg chg="del">
          <ac:chgData name="E Po Low (GTS/PT&amp;HSSE)" userId="e509fef0-59b2-4be8-af33-58845cc6d5da" providerId="ADAL" clId="{87CF4BE3-9C60-4FEF-96D0-DEEFF1E3670C}" dt="2026-08-03T08:35:00.280" v="1457" actId="21"/>
          <ac:picMkLst>
            <pc:docMk/>
            <pc:sldMk cId="1330882964" sldId="1129"/>
            <ac:picMk id="8" creationId="{1F0BE706-D913-A00C-4468-AAE31CB1351E}"/>
          </ac:picMkLst>
        </pc:picChg>
        <pc:picChg chg="del mod">
          <ac:chgData name="E Po Low (GTS/PT&amp;HSSE)" userId="e509fef0-59b2-4be8-af33-58845cc6d5da" providerId="ADAL" clId="{87CF4BE3-9C60-4FEF-96D0-DEEFF1E3670C}" dt="2026-08-03T08:38:14.619" v="1703" actId="21"/>
          <ac:picMkLst>
            <pc:docMk/>
            <pc:sldMk cId="1330882964" sldId="1129"/>
            <ac:picMk id="10" creationId="{0ACB15CC-D584-15FE-CCA8-5891D8BD08E9}"/>
          </ac:picMkLst>
        </pc:picChg>
        <pc:picChg chg="del mod topLvl">
          <ac:chgData name="E Po Low (GTS/PT&amp;HSSE)" userId="e509fef0-59b2-4be8-af33-58845cc6d5da" providerId="ADAL" clId="{87CF4BE3-9C60-4FEF-96D0-DEEFF1E3670C}" dt="2026-08-03T08:42:20.710" v="1952" actId="478"/>
          <ac:picMkLst>
            <pc:docMk/>
            <pc:sldMk cId="1330882964" sldId="1129"/>
            <ac:picMk id="12" creationId="{61EF7E93-E6D0-4A85-F049-F0F7742BAF58}"/>
          </ac:picMkLst>
        </pc:picChg>
        <pc:picChg chg="del mod">
          <ac:chgData name="E Po Low (GTS/PT&amp;HSSE)" userId="e509fef0-59b2-4be8-af33-58845cc6d5da" providerId="ADAL" clId="{87CF4BE3-9C60-4FEF-96D0-DEEFF1E3670C}" dt="2026-08-03T08:43:42.666" v="2146" actId="21"/>
          <ac:picMkLst>
            <pc:docMk/>
            <pc:sldMk cId="1330882964" sldId="1129"/>
            <ac:picMk id="14" creationId="{F7998649-C32D-0420-B05C-82D4D0D98584}"/>
          </ac:picMkLst>
        </pc:picChg>
        <pc:picChg chg="mod">
          <ac:chgData name="E Po Low (GTS/PT&amp;HSSE)" userId="e509fef0-59b2-4be8-af33-58845cc6d5da" providerId="ADAL" clId="{87CF4BE3-9C60-4FEF-96D0-DEEFF1E3670C}" dt="2026-08-03T08:43:56.267" v="2151" actId="1076"/>
          <ac:picMkLst>
            <pc:docMk/>
            <pc:sldMk cId="1330882964" sldId="1129"/>
            <ac:picMk id="18" creationId="{11AC40EF-0593-7890-DE58-1A6D1B91CF54}"/>
          </ac:picMkLst>
        </pc:picChg>
        <pc:picChg chg="del mod">
          <ac:chgData name="E Po Low (GTS/PT&amp;HSSE)" userId="e509fef0-59b2-4be8-af33-58845cc6d5da" providerId="ADAL" clId="{87CF4BE3-9C60-4FEF-96D0-DEEFF1E3670C}" dt="2026-08-03T08:42:08.645" v="1948" actId="478"/>
          <ac:picMkLst>
            <pc:docMk/>
            <pc:sldMk cId="1330882964" sldId="1129"/>
            <ac:picMk id="20" creationId="{D4284D17-4C44-5946-FF4D-179496D64724}"/>
          </ac:picMkLst>
        </pc:picChg>
        <pc:picChg chg="del mod">
          <ac:chgData name="E Po Low (GTS/PT&amp;HSSE)" userId="e509fef0-59b2-4be8-af33-58845cc6d5da" providerId="ADAL" clId="{87CF4BE3-9C60-4FEF-96D0-DEEFF1E3670C}" dt="2026-08-03T08:39:55.342" v="1749" actId="21"/>
          <ac:picMkLst>
            <pc:docMk/>
            <pc:sldMk cId="1330882964" sldId="1129"/>
            <ac:picMk id="22" creationId="{458C08F3-6A47-4567-EA54-A19767BF50E3}"/>
          </ac:picMkLst>
        </pc:picChg>
      </pc:sldChg>
      <pc:sldChg chg="addSp delSp modSp add mod">
        <pc:chgData name="E Po Low (GTS/PT&amp;HSSE)" userId="e509fef0-59b2-4be8-af33-58845cc6d5da" providerId="ADAL" clId="{87CF4BE3-9C60-4FEF-96D0-DEEFF1E3670C}" dt="2026-08-03T08:41:18.978" v="1931" actId="1076"/>
        <pc:sldMkLst>
          <pc:docMk/>
          <pc:sldMk cId="1026921277" sldId="1130"/>
        </pc:sldMkLst>
        <pc:spChg chg="del">
          <ac:chgData name="E Po Low (GTS/PT&amp;HSSE)" userId="e509fef0-59b2-4be8-af33-58845cc6d5da" providerId="ADAL" clId="{87CF4BE3-9C60-4FEF-96D0-DEEFF1E3670C}" dt="2026-08-03T08:37:44.101" v="1628" actId="478"/>
          <ac:spMkLst>
            <pc:docMk/>
            <pc:sldMk cId="1026921277" sldId="1130"/>
            <ac:spMk id="2" creationId="{B2E2749B-6923-2DD1-B01E-6F884B9A393F}"/>
          </ac:spMkLst>
        </pc:spChg>
        <pc:spChg chg="mod">
          <ac:chgData name="E Po Low (GTS/PT&amp;HSSE)" userId="e509fef0-59b2-4be8-af33-58845cc6d5da" providerId="ADAL" clId="{87CF4BE3-9C60-4FEF-96D0-DEEFF1E3670C}" dt="2026-08-03T08:37:53.009" v="1632" actId="20577"/>
          <ac:spMkLst>
            <pc:docMk/>
            <pc:sldMk cId="1026921277" sldId="1130"/>
            <ac:spMk id="12" creationId="{970818F2-9420-AB6C-83B0-2C2E9D61FA02}"/>
          </ac:spMkLst>
        </pc:spChg>
        <pc:spChg chg="mod">
          <ac:chgData name="E Po Low (GTS/PT&amp;HSSE)" userId="e509fef0-59b2-4be8-af33-58845cc6d5da" providerId="ADAL" clId="{87CF4BE3-9C60-4FEF-96D0-DEEFF1E3670C}" dt="2026-08-03T08:38:08.499" v="1702" actId="20577"/>
          <ac:spMkLst>
            <pc:docMk/>
            <pc:sldMk cId="1026921277" sldId="1130"/>
            <ac:spMk id="13" creationId="{A09D4E3F-FD24-87CB-9347-D87B4C95AD76}"/>
          </ac:spMkLst>
        </pc:spChg>
        <pc:spChg chg="mod">
          <ac:chgData name="E Po Low (GTS/PT&amp;HSSE)" userId="e509fef0-59b2-4be8-af33-58845cc6d5da" providerId="ADAL" clId="{87CF4BE3-9C60-4FEF-96D0-DEEFF1E3670C}" dt="2026-08-03T08:37:41.645" v="1627"/>
          <ac:spMkLst>
            <pc:docMk/>
            <pc:sldMk cId="1026921277" sldId="1130"/>
            <ac:spMk id="15" creationId="{1630B680-D271-E2D0-FA8C-CEB66DA37A54}"/>
          </ac:spMkLst>
        </pc:spChg>
        <pc:spChg chg="add del mod">
          <ac:chgData name="E Po Low (GTS/PT&amp;HSSE)" userId="e509fef0-59b2-4be8-af33-58845cc6d5da" providerId="ADAL" clId="{87CF4BE3-9C60-4FEF-96D0-DEEFF1E3670C}" dt="2026-08-03T08:37:46.517" v="1629" actId="478"/>
          <ac:spMkLst>
            <pc:docMk/>
            <pc:sldMk cId="1026921277" sldId="1130"/>
            <ac:spMk id="17" creationId="{81B23CFB-7889-6E3E-CCCC-8A12847E91E4}"/>
          </ac:spMkLst>
        </pc:spChg>
        <pc:spChg chg="add mod">
          <ac:chgData name="E Po Low (GTS/PT&amp;HSSE)" userId="e509fef0-59b2-4be8-af33-58845cc6d5da" providerId="ADAL" clId="{87CF4BE3-9C60-4FEF-96D0-DEEFF1E3670C}" dt="2026-08-03T08:41:18.978" v="1931" actId="1076"/>
          <ac:spMkLst>
            <pc:docMk/>
            <pc:sldMk cId="1026921277" sldId="1130"/>
            <ac:spMk id="25" creationId="{5CD40367-8EBB-D285-132B-F3E162436E4C}"/>
          </ac:spMkLst>
        </pc:spChg>
        <pc:spChg chg="add mod">
          <ac:chgData name="E Po Low (GTS/PT&amp;HSSE)" userId="e509fef0-59b2-4be8-af33-58845cc6d5da" providerId="ADAL" clId="{87CF4BE3-9C60-4FEF-96D0-DEEFF1E3670C}" dt="2026-08-03T08:41:18.978" v="1931" actId="1076"/>
          <ac:spMkLst>
            <pc:docMk/>
            <pc:sldMk cId="1026921277" sldId="1130"/>
            <ac:spMk id="27" creationId="{964DBBD8-3E3D-6D7F-8397-CF6C376B8035}"/>
          </ac:spMkLst>
        </pc:spChg>
        <pc:spChg chg="mod">
          <ac:chgData name="E Po Low (GTS/PT&amp;HSSE)" userId="e509fef0-59b2-4be8-af33-58845cc6d5da" providerId="ADAL" clId="{87CF4BE3-9C60-4FEF-96D0-DEEFF1E3670C}" dt="2026-08-03T08:40:44.784" v="1924" actId="20577"/>
          <ac:spMkLst>
            <pc:docMk/>
            <pc:sldMk cId="1026921277" sldId="1130"/>
            <ac:spMk id="37" creationId="{3352908A-2A90-1640-BC3C-AADAF07CEAA1}"/>
          </ac:spMkLst>
        </pc:spChg>
        <pc:spChg chg="mod">
          <ac:chgData name="E Po Low (GTS/PT&amp;HSSE)" userId="e509fef0-59b2-4be8-af33-58845cc6d5da" providerId="ADAL" clId="{87CF4BE3-9C60-4FEF-96D0-DEEFF1E3670C}" dt="2026-08-03T08:40:59.426" v="1929" actId="14100"/>
          <ac:spMkLst>
            <pc:docMk/>
            <pc:sldMk cId="1026921277" sldId="1130"/>
            <ac:spMk id="38" creationId="{104780C3-50EB-F885-C19A-6D0C3487B78F}"/>
          </ac:spMkLst>
        </pc:spChg>
        <pc:spChg chg="mod">
          <ac:chgData name="E Po Low (GTS/PT&amp;HSSE)" userId="e509fef0-59b2-4be8-af33-58845cc6d5da" providerId="ADAL" clId="{87CF4BE3-9C60-4FEF-96D0-DEEFF1E3670C}" dt="2026-08-03T08:40:04.251" v="1752"/>
          <ac:spMkLst>
            <pc:docMk/>
            <pc:sldMk cId="1026921277" sldId="1130"/>
            <ac:spMk id="39" creationId="{38E390F4-0492-A782-F471-A7E4991C7466}"/>
          </ac:spMkLst>
        </pc:spChg>
        <pc:grpChg chg="add del mod">
          <ac:chgData name="E Po Low (GTS/PT&amp;HSSE)" userId="e509fef0-59b2-4be8-af33-58845cc6d5da" providerId="ADAL" clId="{87CF4BE3-9C60-4FEF-96D0-DEEFF1E3670C}" dt="2026-08-03T08:38:18.092" v="1704" actId="478"/>
          <ac:grpSpMkLst>
            <pc:docMk/>
            <pc:sldMk cId="1026921277" sldId="1130"/>
            <ac:grpSpMk id="5" creationId="{AB4FB2A4-E400-3CCB-0FB4-83C397AFCD36}"/>
          </ac:grpSpMkLst>
        </pc:grpChg>
        <pc:grpChg chg="mod topLvl">
          <ac:chgData name="E Po Low (GTS/PT&amp;HSSE)" userId="e509fef0-59b2-4be8-af33-58845cc6d5da" providerId="ADAL" clId="{87CF4BE3-9C60-4FEF-96D0-DEEFF1E3670C}" dt="2026-08-03T08:38:31.871" v="1711" actId="164"/>
          <ac:grpSpMkLst>
            <pc:docMk/>
            <pc:sldMk cId="1026921277" sldId="1130"/>
            <ac:grpSpMk id="9" creationId="{DC6603F8-C63E-FB37-C432-0B042E79A8DD}"/>
          </ac:grpSpMkLst>
        </pc:grpChg>
        <pc:grpChg chg="mod">
          <ac:chgData name="E Po Low (GTS/PT&amp;HSSE)" userId="e509fef0-59b2-4be8-af33-58845cc6d5da" providerId="ADAL" clId="{87CF4BE3-9C60-4FEF-96D0-DEEFF1E3670C}" dt="2026-08-03T08:37:41.645" v="1627"/>
          <ac:grpSpMkLst>
            <pc:docMk/>
            <pc:sldMk cId="1026921277" sldId="1130"/>
            <ac:grpSpMk id="11" creationId="{AE1081E8-9071-1270-7F3B-EC9F4FDF69DE}"/>
          </ac:grpSpMkLst>
        </pc:grpChg>
        <pc:grpChg chg="add mod">
          <ac:chgData name="E Po Low (GTS/PT&amp;HSSE)" userId="e509fef0-59b2-4be8-af33-58845cc6d5da" providerId="ADAL" clId="{87CF4BE3-9C60-4FEF-96D0-DEEFF1E3670C}" dt="2026-08-03T08:41:18.978" v="1931" actId="1076"/>
          <ac:grpSpMkLst>
            <pc:docMk/>
            <pc:sldMk cId="1026921277" sldId="1130"/>
            <ac:grpSpMk id="23" creationId="{C58FA02A-F8AF-0794-9936-642730559B58}"/>
          </ac:grpSpMkLst>
        </pc:grpChg>
        <pc:grpChg chg="add del mod">
          <ac:chgData name="E Po Low (GTS/PT&amp;HSSE)" userId="e509fef0-59b2-4be8-af33-58845cc6d5da" providerId="ADAL" clId="{87CF4BE3-9C60-4FEF-96D0-DEEFF1E3670C}" dt="2026-08-03T08:40:07.606" v="1754" actId="478"/>
          <ac:grpSpMkLst>
            <pc:docMk/>
            <pc:sldMk cId="1026921277" sldId="1130"/>
            <ac:grpSpMk id="33" creationId="{2052EBFD-8632-9439-F3CB-1D4F08BBFED3}"/>
          </ac:grpSpMkLst>
        </pc:grpChg>
        <pc:grpChg chg="mod topLvl">
          <ac:chgData name="E Po Low (GTS/PT&amp;HSSE)" userId="e509fef0-59b2-4be8-af33-58845cc6d5da" providerId="ADAL" clId="{87CF4BE3-9C60-4FEF-96D0-DEEFF1E3670C}" dt="2026-08-03T08:41:02.116" v="1930" actId="164"/>
          <ac:grpSpMkLst>
            <pc:docMk/>
            <pc:sldMk cId="1026921277" sldId="1130"/>
            <ac:grpSpMk id="34" creationId="{5C1ED08C-14ED-E6E2-7237-A9B2FAF53230}"/>
          </ac:grpSpMkLst>
        </pc:grpChg>
        <pc:grpChg chg="mod">
          <ac:chgData name="E Po Low (GTS/PT&amp;HSSE)" userId="e509fef0-59b2-4be8-af33-58845cc6d5da" providerId="ADAL" clId="{87CF4BE3-9C60-4FEF-96D0-DEEFF1E3670C}" dt="2026-08-03T08:40:04.251" v="1752"/>
          <ac:grpSpMkLst>
            <pc:docMk/>
            <pc:sldMk cId="1026921277" sldId="1130"/>
            <ac:grpSpMk id="36" creationId="{41064716-AC78-632A-B86C-24879CA3EE1A}"/>
          </ac:grpSpMkLst>
        </pc:grpChg>
        <pc:grpChg chg="add mod">
          <ac:chgData name="E Po Low (GTS/PT&amp;HSSE)" userId="e509fef0-59b2-4be8-af33-58845cc6d5da" providerId="ADAL" clId="{87CF4BE3-9C60-4FEF-96D0-DEEFF1E3670C}" dt="2026-08-03T08:41:02.116" v="1930" actId="164"/>
          <ac:grpSpMkLst>
            <pc:docMk/>
            <pc:sldMk cId="1026921277" sldId="1130"/>
            <ac:grpSpMk id="40" creationId="{7AB5BDC2-4DE0-B0BC-A089-B5399B378319}"/>
          </ac:grpSpMkLst>
        </pc:grpChg>
        <pc:picChg chg="del">
          <ac:chgData name="E Po Low (GTS/PT&amp;HSSE)" userId="e509fef0-59b2-4be8-af33-58845cc6d5da" providerId="ADAL" clId="{87CF4BE3-9C60-4FEF-96D0-DEEFF1E3670C}" dt="2026-08-03T08:30:19.061" v="1268" actId="478"/>
          <ac:picMkLst>
            <pc:docMk/>
            <pc:sldMk cId="1026921277" sldId="1130"/>
            <ac:picMk id="6" creationId="{F487B7A7-47F4-2E3C-62D5-12C32E7B2249}"/>
          </ac:picMkLst>
        </pc:picChg>
        <pc:picChg chg="del mod topLvl">
          <ac:chgData name="E Po Low (GTS/PT&amp;HSSE)" userId="e509fef0-59b2-4be8-af33-58845cc6d5da" providerId="ADAL" clId="{87CF4BE3-9C60-4FEF-96D0-DEEFF1E3670C}" dt="2026-08-03T08:38:18.092" v="1704" actId="478"/>
          <ac:picMkLst>
            <pc:docMk/>
            <pc:sldMk cId="1026921277" sldId="1130"/>
            <ac:picMk id="7" creationId="{BD73F24C-2B5B-E2E4-B23D-59C0EBA95836}"/>
          </ac:picMkLst>
        </pc:picChg>
        <pc:picChg chg="del">
          <ac:chgData name="E Po Low (GTS/PT&amp;HSSE)" userId="e509fef0-59b2-4be8-af33-58845cc6d5da" providerId="ADAL" clId="{87CF4BE3-9C60-4FEF-96D0-DEEFF1E3670C}" dt="2026-08-03T08:30:21.027" v="1273" actId="478"/>
          <ac:picMkLst>
            <pc:docMk/>
            <pc:sldMk cId="1026921277" sldId="1130"/>
            <ac:picMk id="8" creationId="{726DDD6E-59FA-69EB-5487-7051B5B6B99E}"/>
          </ac:picMkLst>
        </pc:picChg>
        <pc:picChg chg="del">
          <ac:chgData name="E Po Low (GTS/PT&amp;HSSE)" userId="e509fef0-59b2-4be8-af33-58845cc6d5da" providerId="ADAL" clId="{87CF4BE3-9C60-4FEF-96D0-DEEFF1E3670C}" dt="2026-08-03T08:30:19.380" v="1269" actId="478"/>
          <ac:picMkLst>
            <pc:docMk/>
            <pc:sldMk cId="1026921277" sldId="1130"/>
            <ac:picMk id="10" creationId="{CA4057C6-8101-7E4F-3245-6EED42CE8128}"/>
          </ac:picMkLst>
        </pc:picChg>
        <pc:picChg chg="del">
          <ac:chgData name="E Po Low (GTS/PT&amp;HSSE)" userId="e509fef0-59b2-4be8-af33-58845cc6d5da" providerId="ADAL" clId="{87CF4BE3-9C60-4FEF-96D0-DEEFF1E3670C}" dt="2026-08-03T08:30:20.683" v="1272" actId="478"/>
          <ac:picMkLst>
            <pc:docMk/>
            <pc:sldMk cId="1026921277" sldId="1130"/>
            <ac:picMk id="14" creationId="{965DB259-FEDE-7944-7749-12E586279F6E}"/>
          </ac:picMkLst>
        </pc:picChg>
        <pc:picChg chg="del">
          <ac:chgData name="E Po Low (GTS/PT&amp;HSSE)" userId="e509fef0-59b2-4be8-af33-58845cc6d5da" providerId="ADAL" clId="{87CF4BE3-9C60-4FEF-96D0-DEEFF1E3670C}" dt="2026-08-03T08:30:20.355" v="1271" actId="478"/>
          <ac:picMkLst>
            <pc:docMk/>
            <pc:sldMk cId="1026921277" sldId="1130"/>
            <ac:picMk id="18" creationId="{09605C83-AD1D-2628-8793-162FD363F99D}"/>
          </ac:picMkLst>
        </pc:picChg>
        <pc:picChg chg="del">
          <ac:chgData name="E Po Low (GTS/PT&amp;HSSE)" userId="e509fef0-59b2-4be8-af33-58845cc6d5da" providerId="ADAL" clId="{87CF4BE3-9C60-4FEF-96D0-DEEFF1E3670C}" dt="2026-08-03T08:30:19.789" v="1270" actId="478"/>
          <ac:picMkLst>
            <pc:docMk/>
            <pc:sldMk cId="1026921277" sldId="1130"/>
            <ac:picMk id="20" creationId="{7AB5DB40-3B6C-343C-4565-3F8B4678763B}"/>
          </ac:picMkLst>
        </pc:picChg>
        <pc:picChg chg="add mod">
          <ac:chgData name="E Po Low (GTS/PT&amp;HSSE)" userId="e509fef0-59b2-4be8-af33-58845cc6d5da" providerId="ADAL" clId="{87CF4BE3-9C60-4FEF-96D0-DEEFF1E3670C}" dt="2026-08-03T08:38:31.871" v="1711" actId="164"/>
          <ac:picMkLst>
            <pc:docMk/>
            <pc:sldMk cId="1026921277" sldId="1130"/>
            <ac:picMk id="21" creationId="{0099189E-A727-02E4-A365-E5C7CD286EB0}"/>
          </ac:picMkLst>
        </pc:picChg>
        <pc:picChg chg="del">
          <ac:chgData name="E Po Low (GTS/PT&amp;HSSE)" userId="e509fef0-59b2-4be8-af33-58845cc6d5da" providerId="ADAL" clId="{87CF4BE3-9C60-4FEF-96D0-DEEFF1E3670C}" dt="2026-08-03T08:30:21.824" v="1274" actId="478"/>
          <ac:picMkLst>
            <pc:docMk/>
            <pc:sldMk cId="1026921277" sldId="1130"/>
            <ac:picMk id="22" creationId="{6B555D72-242F-3B68-1C44-A425139F1035}"/>
          </ac:picMkLst>
        </pc:picChg>
        <pc:picChg chg="add mod">
          <ac:chgData name="E Po Low (GTS/PT&amp;HSSE)" userId="e509fef0-59b2-4be8-af33-58845cc6d5da" providerId="ADAL" clId="{87CF4BE3-9C60-4FEF-96D0-DEEFF1E3670C}" dt="2026-08-03T08:41:02.116" v="1930" actId="164"/>
          <ac:picMkLst>
            <pc:docMk/>
            <pc:sldMk cId="1026921277" sldId="1130"/>
            <ac:picMk id="32" creationId="{632E63F2-EBF1-AAFB-B441-2B637A4D6010}"/>
          </ac:picMkLst>
        </pc:picChg>
        <pc:picChg chg="del mod topLvl">
          <ac:chgData name="E Po Low (GTS/PT&amp;HSSE)" userId="e509fef0-59b2-4be8-af33-58845cc6d5da" providerId="ADAL" clId="{87CF4BE3-9C60-4FEF-96D0-DEEFF1E3670C}" dt="2026-08-03T08:40:07.606" v="1754" actId="478"/>
          <ac:picMkLst>
            <pc:docMk/>
            <pc:sldMk cId="1026921277" sldId="1130"/>
            <ac:picMk id="35" creationId="{DCC54655-0E4F-C873-C098-DBC5B7D25A2A}"/>
          </ac:picMkLst>
        </pc:picChg>
        <pc:cxnChg chg="add mod">
          <ac:chgData name="E Po Low (GTS/PT&amp;HSSE)" userId="e509fef0-59b2-4be8-af33-58845cc6d5da" providerId="ADAL" clId="{87CF4BE3-9C60-4FEF-96D0-DEEFF1E3670C}" dt="2026-08-03T08:41:18.978" v="1931" actId="1076"/>
          <ac:cxnSpMkLst>
            <pc:docMk/>
            <pc:sldMk cId="1026921277" sldId="1130"/>
            <ac:cxnSpMk id="28" creationId="{B21A146D-84D0-5CE0-1A44-18CB89855DE4}"/>
          </ac:cxnSpMkLst>
        </pc:cxnChg>
      </pc:sldChg>
      <pc:sldChg chg="add del">
        <pc:chgData name="E Po Low (GTS/PT&amp;HSSE)" userId="e509fef0-59b2-4be8-af33-58845cc6d5da" providerId="ADAL" clId="{87CF4BE3-9C60-4FEF-96D0-DEEFF1E3670C}" dt="2026-08-04T03:09:23.437" v="5515" actId="47"/>
        <pc:sldMkLst>
          <pc:docMk/>
          <pc:sldMk cId="141962256" sldId="1131"/>
        </pc:sldMkLst>
      </pc:sldChg>
      <pc:sldChg chg="addSp delSp modSp add mod">
        <pc:chgData name="E Po Low (GTS/PT&amp;HSSE)" userId="e509fef0-59b2-4be8-af33-58845cc6d5da" providerId="ADAL" clId="{87CF4BE3-9C60-4FEF-96D0-DEEFF1E3670C}" dt="2026-08-03T08:47:59.605" v="2534" actId="1076"/>
        <pc:sldMkLst>
          <pc:docMk/>
          <pc:sldMk cId="795834457" sldId="1132"/>
        </pc:sldMkLst>
        <pc:spChg chg="del">
          <ac:chgData name="E Po Low (GTS/PT&amp;HSSE)" userId="e509fef0-59b2-4be8-af33-58845cc6d5da" providerId="ADAL" clId="{87CF4BE3-9C60-4FEF-96D0-DEEFF1E3670C}" dt="2026-08-03T08:42:04.496" v="1946" actId="478"/>
          <ac:spMkLst>
            <pc:docMk/>
            <pc:sldMk cId="795834457" sldId="1132"/>
            <ac:spMk id="2" creationId="{AAE47417-CA1D-D1C3-6AE2-26E0575FC7B7}"/>
          </ac:spMkLst>
        </pc:spChg>
        <pc:spChg chg="mod">
          <ac:chgData name="E Po Low (GTS/PT&amp;HSSE)" userId="e509fef0-59b2-4be8-af33-58845cc6d5da" providerId="ADAL" clId="{87CF4BE3-9C60-4FEF-96D0-DEEFF1E3670C}" dt="2026-08-03T08:47:55.122" v="2533" actId="1076"/>
          <ac:spMkLst>
            <pc:docMk/>
            <pc:sldMk cId="795834457" sldId="1132"/>
            <ac:spMk id="3" creationId="{09F40E33-1C28-BF25-EFC5-71D4F58BBB7E}"/>
          </ac:spMkLst>
        </pc:spChg>
        <pc:spChg chg="add del mod">
          <ac:chgData name="E Po Low (GTS/PT&amp;HSSE)" userId="e509fef0-59b2-4be8-af33-58845cc6d5da" providerId="ADAL" clId="{87CF4BE3-9C60-4FEF-96D0-DEEFF1E3670C}" dt="2026-08-03T08:42:05.754" v="1947" actId="478"/>
          <ac:spMkLst>
            <pc:docMk/>
            <pc:sldMk cId="795834457" sldId="1132"/>
            <ac:spMk id="6" creationId="{89C84BC1-44AC-67BE-3AB2-9F7D2FFCA274}"/>
          </ac:spMkLst>
        </pc:spChg>
        <pc:spChg chg="mod">
          <ac:chgData name="E Po Low (GTS/PT&amp;HSSE)" userId="e509fef0-59b2-4be8-af33-58845cc6d5da" providerId="ADAL" clId="{87CF4BE3-9C60-4FEF-96D0-DEEFF1E3670C}" dt="2026-08-03T08:45:00.151" v="2161" actId="20577"/>
          <ac:spMkLst>
            <pc:docMk/>
            <pc:sldMk cId="795834457" sldId="1132"/>
            <ac:spMk id="11" creationId="{B45B9110-19A9-7D09-E9C9-64D2F0A63852}"/>
          </ac:spMkLst>
        </pc:spChg>
        <pc:spChg chg="mod">
          <ac:chgData name="E Po Low (GTS/PT&amp;HSSE)" userId="e509fef0-59b2-4be8-af33-58845cc6d5da" providerId="ADAL" clId="{87CF4BE3-9C60-4FEF-96D0-DEEFF1E3670C}" dt="2026-08-03T08:46:03.229" v="2363" actId="14100"/>
          <ac:spMkLst>
            <pc:docMk/>
            <pc:sldMk cId="795834457" sldId="1132"/>
            <ac:spMk id="12" creationId="{EF47E36B-65D6-C717-5C63-9355E6DF27BB}"/>
          </ac:spMkLst>
        </pc:spChg>
        <pc:spChg chg="mod">
          <ac:chgData name="E Po Low (GTS/PT&amp;HSSE)" userId="e509fef0-59b2-4be8-af33-58845cc6d5da" providerId="ADAL" clId="{87CF4BE3-9C60-4FEF-96D0-DEEFF1E3670C}" dt="2026-08-03T08:44:57.724" v="2159"/>
          <ac:spMkLst>
            <pc:docMk/>
            <pc:sldMk cId="795834457" sldId="1132"/>
            <ac:spMk id="13" creationId="{66EA19D4-13DA-7AC5-C29D-894ADF61FAEA}"/>
          </ac:spMkLst>
        </pc:spChg>
        <pc:spChg chg="mod">
          <ac:chgData name="E Po Low (GTS/PT&amp;HSSE)" userId="e509fef0-59b2-4be8-af33-58845cc6d5da" providerId="ADAL" clId="{87CF4BE3-9C60-4FEF-96D0-DEEFF1E3670C}" dt="2026-08-03T08:46:31.672" v="2369" actId="20577"/>
          <ac:spMkLst>
            <pc:docMk/>
            <pc:sldMk cId="795834457" sldId="1132"/>
            <ac:spMk id="22" creationId="{E2FF14DE-99F8-392C-EA4E-D4546DBE8EA7}"/>
          </ac:spMkLst>
        </pc:spChg>
        <pc:spChg chg="mod">
          <ac:chgData name="E Po Low (GTS/PT&amp;HSSE)" userId="e509fef0-59b2-4be8-af33-58845cc6d5da" providerId="ADAL" clId="{87CF4BE3-9C60-4FEF-96D0-DEEFF1E3670C}" dt="2026-08-03T08:47:46.469" v="2529" actId="14100"/>
          <ac:spMkLst>
            <pc:docMk/>
            <pc:sldMk cId="795834457" sldId="1132"/>
            <ac:spMk id="23" creationId="{1DE2D421-1BBB-50EE-2B31-DE1F141667D9}"/>
          </ac:spMkLst>
        </pc:spChg>
        <pc:spChg chg="mod">
          <ac:chgData name="E Po Low (GTS/PT&amp;HSSE)" userId="e509fef0-59b2-4be8-af33-58845cc6d5da" providerId="ADAL" clId="{87CF4BE3-9C60-4FEF-96D0-DEEFF1E3670C}" dt="2026-08-03T08:46:22.873" v="2367"/>
          <ac:spMkLst>
            <pc:docMk/>
            <pc:sldMk cId="795834457" sldId="1132"/>
            <ac:spMk id="24" creationId="{A44D3C29-6DC0-4F41-02A4-B350F2B026AB}"/>
          </ac:spMkLst>
        </pc:spChg>
        <pc:grpChg chg="add mod">
          <ac:chgData name="E Po Low (GTS/PT&amp;HSSE)" userId="e509fef0-59b2-4be8-af33-58845cc6d5da" providerId="ADAL" clId="{87CF4BE3-9C60-4FEF-96D0-DEEFF1E3670C}" dt="2026-08-03T08:46:06.103" v="2364" actId="164"/>
          <ac:grpSpMkLst>
            <pc:docMk/>
            <pc:sldMk cId="795834457" sldId="1132"/>
            <ac:grpSpMk id="9" creationId="{0F1A643C-43A5-3B26-09E0-8A3D2F43D1DB}"/>
          </ac:grpSpMkLst>
        </pc:grpChg>
        <pc:grpChg chg="mod">
          <ac:chgData name="E Po Low (GTS/PT&amp;HSSE)" userId="e509fef0-59b2-4be8-af33-58845cc6d5da" providerId="ADAL" clId="{87CF4BE3-9C60-4FEF-96D0-DEEFF1E3670C}" dt="2026-08-03T08:44:57.724" v="2159"/>
          <ac:grpSpMkLst>
            <pc:docMk/>
            <pc:sldMk cId="795834457" sldId="1132"/>
            <ac:grpSpMk id="10" creationId="{2E0D2AB2-C9F3-1DD4-2950-DAD26F65F6CB}"/>
          </ac:grpSpMkLst>
        </pc:grpChg>
        <pc:grpChg chg="add mod">
          <ac:chgData name="E Po Low (GTS/PT&amp;HSSE)" userId="e509fef0-59b2-4be8-af33-58845cc6d5da" providerId="ADAL" clId="{87CF4BE3-9C60-4FEF-96D0-DEEFF1E3670C}" dt="2026-08-03T08:47:59.605" v="2534" actId="1076"/>
          <ac:grpSpMkLst>
            <pc:docMk/>
            <pc:sldMk cId="795834457" sldId="1132"/>
            <ac:grpSpMk id="15" creationId="{3E0171D9-DBCF-36CF-04F8-188289542794}"/>
          </ac:grpSpMkLst>
        </pc:grpChg>
        <pc:grpChg chg="add del mod">
          <ac:chgData name="E Po Low (GTS/PT&amp;HSSE)" userId="e509fef0-59b2-4be8-af33-58845cc6d5da" providerId="ADAL" clId="{87CF4BE3-9C60-4FEF-96D0-DEEFF1E3670C}" dt="2026-08-03T08:47:27.904" v="2523" actId="478"/>
          <ac:grpSpMkLst>
            <pc:docMk/>
            <pc:sldMk cId="795834457" sldId="1132"/>
            <ac:grpSpMk id="16" creationId="{3FF64A5B-AF61-E28A-0EE2-C04B17089679}"/>
          </ac:grpSpMkLst>
        </pc:grpChg>
        <pc:grpChg chg="mod topLvl">
          <ac:chgData name="E Po Low (GTS/PT&amp;HSSE)" userId="e509fef0-59b2-4be8-af33-58845cc6d5da" providerId="ADAL" clId="{87CF4BE3-9C60-4FEF-96D0-DEEFF1E3670C}" dt="2026-08-03T08:47:48.734" v="2530" actId="164"/>
          <ac:grpSpMkLst>
            <pc:docMk/>
            <pc:sldMk cId="795834457" sldId="1132"/>
            <ac:grpSpMk id="19" creationId="{9988255B-7096-2CE7-3204-BBB8255C01B0}"/>
          </ac:grpSpMkLst>
        </pc:grpChg>
        <pc:grpChg chg="mod">
          <ac:chgData name="E Po Low (GTS/PT&amp;HSSE)" userId="e509fef0-59b2-4be8-af33-58845cc6d5da" providerId="ADAL" clId="{87CF4BE3-9C60-4FEF-96D0-DEEFF1E3670C}" dt="2026-08-03T08:46:22.873" v="2367"/>
          <ac:grpSpMkLst>
            <pc:docMk/>
            <pc:sldMk cId="795834457" sldId="1132"/>
            <ac:grpSpMk id="21" creationId="{46DA4C6A-9312-718D-ADA0-97BF0C38EB10}"/>
          </ac:grpSpMkLst>
        </pc:grpChg>
        <pc:grpChg chg="add mod">
          <ac:chgData name="E Po Low (GTS/PT&amp;HSSE)" userId="e509fef0-59b2-4be8-af33-58845cc6d5da" providerId="ADAL" clId="{87CF4BE3-9C60-4FEF-96D0-DEEFF1E3670C}" dt="2026-08-03T08:47:59.605" v="2534" actId="1076"/>
          <ac:grpSpMkLst>
            <pc:docMk/>
            <pc:sldMk cId="795834457" sldId="1132"/>
            <ac:grpSpMk id="25" creationId="{D60E8891-5291-62FE-4DFA-494A512D9956}"/>
          </ac:grpSpMkLst>
        </pc:grpChg>
        <pc:picChg chg="add mod">
          <ac:chgData name="E Po Low (GTS/PT&amp;HSSE)" userId="e509fef0-59b2-4be8-af33-58845cc6d5da" providerId="ADAL" clId="{87CF4BE3-9C60-4FEF-96D0-DEEFF1E3670C}" dt="2026-08-03T08:46:06.103" v="2364" actId="164"/>
          <ac:picMkLst>
            <pc:docMk/>
            <pc:sldMk cId="795834457" sldId="1132"/>
            <ac:picMk id="8" creationId="{15481F19-07D4-392A-D825-FCAF3D2D8C29}"/>
          </ac:picMkLst>
        </pc:picChg>
        <pc:picChg chg="del">
          <ac:chgData name="E Po Low (GTS/PT&amp;HSSE)" userId="e509fef0-59b2-4be8-af33-58845cc6d5da" providerId="ADAL" clId="{87CF4BE3-9C60-4FEF-96D0-DEEFF1E3670C}" dt="2026-08-03T08:42:01.396" v="1943" actId="478"/>
          <ac:picMkLst>
            <pc:docMk/>
            <pc:sldMk cId="795834457" sldId="1132"/>
            <ac:picMk id="14" creationId="{060A3DFF-07EB-2F89-7040-F24678CC5B24}"/>
          </ac:picMkLst>
        </pc:picChg>
        <pc:picChg chg="del mod topLvl">
          <ac:chgData name="E Po Low (GTS/PT&amp;HSSE)" userId="e509fef0-59b2-4be8-af33-58845cc6d5da" providerId="ADAL" clId="{87CF4BE3-9C60-4FEF-96D0-DEEFF1E3670C}" dt="2026-08-03T08:47:27.904" v="2523" actId="478"/>
          <ac:picMkLst>
            <pc:docMk/>
            <pc:sldMk cId="795834457" sldId="1132"/>
            <ac:picMk id="17" creationId="{2DB4A36F-99E7-1995-4281-2BD1A4E61F1B}"/>
          </ac:picMkLst>
        </pc:picChg>
        <pc:picChg chg="del">
          <ac:chgData name="E Po Low (GTS/PT&amp;HSSE)" userId="e509fef0-59b2-4be8-af33-58845cc6d5da" providerId="ADAL" clId="{87CF4BE3-9C60-4FEF-96D0-DEEFF1E3670C}" dt="2026-08-03T08:42:00.463" v="1942" actId="478"/>
          <ac:picMkLst>
            <pc:docMk/>
            <pc:sldMk cId="795834457" sldId="1132"/>
            <ac:picMk id="18" creationId="{57E93149-BACB-3C43-02E4-75CE68C2689F}"/>
          </ac:picMkLst>
        </pc:picChg>
        <pc:picChg chg="mod modCrop">
          <ac:chgData name="E Po Low (GTS/PT&amp;HSSE)" userId="e509fef0-59b2-4be8-af33-58845cc6d5da" providerId="ADAL" clId="{87CF4BE3-9C60-4FEF-96D0-DEEFF1E3670C}" dt="2026-08-03T08:47:48.734" v="2530" actId="164"/>
          <ac:picMkLst>
            <pc:docMk/>
            <pc:sldMk cId="795834457" sldId="1132"/>
            <ac:picMk id="20" creationId="{CC5C7292-FDDC-676F-5CFF-044F0DCF2B7B}"/>
          </ac:picMkLst>
        </pc:picChg>
      </pc:sldChg>
      <pc:sldChg chg="modSp add mod">
        <pc:chgData name="E Po Low (GTS/PT&amp;HSSE)" userId="e509fef0-59b2-4be8-af33-58845cc6d5da" providerId="ADAL" clId="{87CF4BE3-9C60-4FEF-96D0-DEEFF1E3670C}" dt="2026-08-04T00:26:37.452" v="2805" actId="14100"/>
        <pc:sldMkLst>
          <pc:docMk/>
          <pc:sldMk cId="1644235800" sldId="1133"/>
        </pc:sldMkLst>
        <pc:spChg chg="mod">
          <ac:chgData name="E Po Low (GTS/PT&amp;HSSE)" userId="e509fef0-59b2-4be8-af33-58845cc6d5da" providerId="ADAL" clId="{87CF4BE3-9C60-4FEF-96D0-DEEFF1E3670C}" dt="2026-08-04T00:25:29.702" v="2728" actId="20577"/>
          <ac:spMkLst>
            <pc:docMk/>
            <pc:sldMk cId="1644235800" sldId="1133"/>
            <ac:spMk id="4" creationId="{D70D18BC-FC77-EB98-2552-2C38E7411354}"/>
          </ac:spMkLst>
        </pc:spChg>
        <pc:spChg chg="mod">
          <ac:chgData name="E Po Low (GTS/PT&amp;HSSE)" userId="e509fef0-59b2-4be8-af33-58845cc6d5da" providerId="ADAL" clId="{87CF4BE3-9C60-4FEF-96D0-DEEFF1E3670C}" dt="2026-08-04T00:26:19.101" v="2800" actId="20577"/>
          <ac:spMkLst>
            <pc:docMk/>
            <pc:sldMk cId="1644235800" sldId="1133"/>
            <ac:spMk id="10" creationId="{2094E67F-041D-0D16-5B10-B73827F30C5C}"/>
          </ac:spMkLst>
        </pc:spChg>
        <pc:spChg chg="mod">
          <ac:chgData name="E Po Low (GTS/PT&amp;HSSE)" userId="e509fef0-59b2-4be8-af33-58845cc6d5da" providerId="ADAL" clId="{87CF4BE3-9C60-4FEF-96D0-DEEFF1E3670C}" dt="2026-08-04T00:26:15.474" v="2798" actId="20577"/>
          <ac:spMkLst>
            <pc:docMk/>
            <pc:sldMk cId="1644235800" sldId="1133"/>
            <ac:spMk id="11" creationId="{B2810EDB-B77C-0807-6434-68E669C1CFAB}"/>
          </ac:spMkLst>
        </pc:spChg>
        <pc:spChg chg="mod">
          <ac:chgData name="E Po Low (GTS/PT&amp;HSSE)" userId="e509fef0-59b2-4be8-af33-58845cc6d5da" providerId="ADAL" clId="{87CF4BE3-9C60-4FEF-96D0-DEEFF1E3670C}" dt="2026-08-04T00:26:25.018" v="2801" actId="1076"/>
          <ac:spMkLst>
            <pc:docMk/>
            <pc:sldMk cId="1644235800" sldId="1133"/>
            <ac:spMk id="14" creationId="{21827864-BFC9-A2EA-829D-816BF271E1D8}"/>
          </ac:spMkLst>
        </pc:spChg>
        <pc:spChg chg="mod">
          <ac:chgData name="E Po Low (GTS/PT&amp;HSSE)" userId="e509fef0-59b2-4be8-af33-58845cc6d5da" providerId="ADAL" clId="{87CF4BE3-9C60-4FEF-96D0-DEEFF1E3670C}" dt="2026-08-04T00:26:34.358" v="2804" actId="14100"/>
          <ac:spMkLst>
            <pc:docMk/>
            <pc:sldMk cId="1644235800" sldId="1133"/>
            <ac:spMk id="16" creationId="{6BDA7946-6A1C-9E88-10A7-61616EFF505A}"/>
          </ac:spMkLst>
        </pc:spChg>
        <pc:cxnChg chg="mod">
          <ac:chgData name="E Po Low (GTS/PT&amp;HSSE)" userId="e509fef0-59b2-4be8-af33-58845cc6d5da" providerId="ADAL" clId="{87CF4BE3-9C60-4FEF-96D0-DEEFF1E3670C}" dt="2026-08-04T00:26:37.452" v="2805" actId="14100"/>
          <ac:cxnSpMkLst>
            <pc:docMk/>
            <pc:sldMk cId="1644235800" sldId="1133"/>
            <ac:cxnSpMk id="17" creationId="{95150469-AB85-E194-C631-23CE63F2A418}"/>
          </ac:cxnSpMkLst>
        </pc:cxnChg>
      </pc:sldChg>
      <pc:sldChg chg="addSp delSp modSp add mod">
        <pc:chgData name="E Po Low (GTS/PT&amp;HSSE)" userId="e509fef0-59b2-4be8-af33-58845cc6d5da" providerId="ADAL" clId="{87CF4BE3-9C60-4FEF-96D0-DEEFF1E3670C}" dt="2026-08-04T00:58:49.770" v="3288" actId="20577"/>
        <pc:sldMkLst>
          <pc:docMk/>
          <pc:sldMk cId="2575794533" sldId="1134"/>
        </pc:sldMkLst>
        <pc:spChg chg="del">
          <ac:chgData name="E Po Low (GTS/PT&amp;HSSE)" userId="e509fef0-59b2-4be8-af33-58845cc6d5da" providerId="ADAL" clId="{87CF4BE3-9C60-4FEF-96D0-DEEFF1E3670C}" dt="2026-08-04T00:50:26.350" v="3175" actId="478"/>
          <ac:spMkLst>
            <pc:docMk/>
            <pc:sldMk cId="2575794533" sldId="1134"/>
            <ac:spMk id="2" creationId="{6B6FE945-DEE6-D667-D0B4-368B00ACB71B}"/>
          </ac:spMkLst>
        </pc:spChg>
        <pc:spChg chg="mod">
          <ac:chgData name="E Po Low (GTS/PT&amp;HSSE)" userId="e509fef0-59b2-4be8-af33-58845cc6d5da" providerId="ADAL" clId="{87CF4BE3-9C60-4FEF-96D0-DEEFF1E3670C}" dt="2026-08-04T00:58:49.770" v="3288" actId="20577"/>
          <ac:spMkLst>
            <pc:docMk/>
            <pc:sldMk cId="2575794533" sldId="1134"/>
            <ac:spMk id="4" creationId="{1C5192D4-9335-2D2B-989E-861AD230B9B9}"/>
          </ac:spMkLst>
        </pc:spChg>
        <pc:spChg chg="mod">
          <ac:chgData name="E Po Low (GTS/PT&amp;HSSE)" userId="e509fef0-59b2-4be8-af33-58845cc6d5da" providerId="ADAL" clId="{87CF4BE3-9C60-4FEF-96D0-DEEFF1E3670C}" dt="2026-08-04T00:50:21.377" v="3173"/>
          <ac:spMkLst>
            <pc:docMk/>
            <pc:sldMk cId="2575794533" sldId="1134"/>
            <ac:spMk id="9" creationId="{43AF5C06-4003-3521-888D-5625DE5413C6}"/>
          </ac:spMkLst>
        </pc:spChg>
        <pc:spChg chg="mod">
          <ac:chgData name="E Po Low (GTS/PT&amp;HSSE)" userId="e509fef0-59b2-4be8-af33-58845cc6d5da" providerId="ADAL" clId="{87CF4BE3-9C60-4FEF-96D0-DEEFF1E3670C}" dt="2026-08-04T00:56:10.638" v="3264" actId="20577"/>
          <ac:spMkLst>
            <pc:docMk/>
            <pc:sldMk cId="2575794533" sldId="1134"/>
            <ac:spMk id="11" creationId="{3ADF15DA-3CAE-1957-B6BF-FFBF95A86042}"/>
          </ac:spMkLst>
        </pc:spChg>
        <pc:spChg chg="mod">
          <ac:chgData name="E Po Low (GTS/PT&amp;HSSE)" userId="e509fef0-59b2-4be8-af33-58845cc6d5da" providerId="ADAL" clId="{87CF4BE3-9C60-4FEF-96D0-DEEFF1E3670C}" dt="2026-08-04T00:50:21.377" v="3173"/>
          <ac:spMkLst>
            <pc:docMk/>
            <pc:sldMk cId="2575794533" sldId="1134"/>
            <ac:spMk id="13" creationId="{A2346A55-6343-929B-3A33-8C538912D34F}"/>
          </ac:spMkLst>
        </pc:spChg>
        <pc:spChg chg="add del mod">
          <ac:chgData name="E Po Low (GTS/PT&amp;HSSE)" userId="e509fef0-59b2-4be8-af33-58845cc6d5da" providerId="ADAL" clId="{87CF4BE3-9C60-4FEF-96D0-DEEFF1E3670C}" dt="2026-08-04T00:50:27.182" v="3176" actId="478"/>
          <ac:spMkLst>
            <pc:docMk/>
            <pc:sldMk cId="2575794533" sldId="1134"/>
            <ac:spMk id="16" creationId="{2BA0E778-B143-26EC-EB9F-BD371FC8EA23}"/>
          </ac:spMkLst>
        </pc:spChg>
        <pc:spChg chg="add mod">
          <ac:chgData name="E Po Low (GTS/PT&amp;HSSE)" userId="e509fef0-59b2-4be8-af33-58845cc6d5da" providerId="ADAL" clId="{87CF4BE3-9C60-4FEF-96D0-DEEFF1E3670C}" dt="2026-08-04T00:58:39.747" v="3287" actId="1076"/>
          <ac:spMkLst>
            <pc:docMk/>
            <pc:sldMk cId="2575794533" sldId="1134"/>
            <ac:spMk id="18" creationId="{ED38C908-A1DA-A4CC-DC70-B3321605B288}"/>
          </ac:spMkLst>
        </pc:spChg>
        <pc:grpChg chg="add mod">
          <ac:chgData name="E Po Low (GTS/PT&amp;HSSE)" userId="e509fef0-59b2-4be8-af33-58845cc6d5da" providerId="ADAL" clId="{87CF4BE3-9C60-4FEF-96D0-DEEFF1E3670C}" dt="2026-08-04T00:58:22.873" v="3282" actId="1076"/>
          <ac:grpSpMkLst>
            <pc:docMk/>
            <pc:sldMk cId="2575794533" sldId="1134"/>
            <ac:grpSpMk id="5" creationId="{628B3067-7790-C3A6-817D-D6C32E83E9FE}"/>
          </ac:grpSpMkLst>
        </pc:grpChg>
        <pc:grpChg chg="mod">
          <ac:chgData name="E Po Low (GTS/PT&amp;HSSE)" userId="e509fef0-59b2-4be8-af33-58845cc6d5da" providerId="ADAL" clId="{87CF4BE3-9C60-4FEF-96D0-DEEFF1E3670C}" dt="2026-08-04T00:50:21.377" v="3173"/>
          <ac:grpSpMkLst>
            <pc:docMk/>
            <pc:sldMk cId="2575794533" sldId="1134"/>
            <ac:grpSpMk id="7" creationId="{3CC1B708-B4A1-D073-90C1-73CC843FBF2D}"/>
          </ac:grpSpMkLst>
        </pc:grpChg>
        <pc:picChg chg="mod modCrop">
          <ac:chgData name="E Po Low (GTS/PT&amp;HSSE)" userId="e509fef0-59b2-4be8-af33-58845cc6d5da" providerId="ADAL" clId="{87CF4BE3-9C60-4FEF-96D0-DEEFF1E3670C}" dt="2026-08-04T00:58:24.857" v="3283" actId="1076"/>
          <ac:picMkLst>
            <pc:docMk/>
            <pc:sldMk cId="2575794533" sldId="1134"/>
            <ac:picMk id="6" creationId="{B01F4560-CD29-9C8A-192B-3E73B76A60FA}"/>
          </ac:picMkLst>
        </pc:picChg>
        <pc:picChg chg="del mod">
          <ac:chgData name="E Po Low (GTS/PT&amp;HSSE)" userId="e509fef0-59b2-4be8-af33-58845cc6d5da" providerId="ADAL" clId="{87CF4BE3-9C60-4FEF-96D0-DEEFF1E3670C}" dt="2026-08-04T00:56:19.338" v="3268" actId="21"/>
          <ac:picMkLst>
            <pc:docMk/>
            <pc:sldMk cId="2575794533" sldId="1134"/>
            <ac:picMk id="8" creationId="{0090630E-48FD-B052-F8B9-8FBDB8C0D549}"/>
          </ac:picMkLst>
        </pc:picChg>
        <pc:picChg chg="del mod">
          <ac:chgData name="E Po Low (GTS/PT&amp;HSSE)" userId="e509fef0-59b2-4be8-af33-58845cc6d5da" providerId="ADAL" clId="{87CF4BE3-9C60-4FEF-96D0-DEEFF1E3670C}" dt="2026-08-04T00:56:29.317" v="3272" actId="21"/>
          <ac:picMkLst>
            <pc:docMk/>
            <pc:sldMk cId="2575794533" sldId="1134"/>
            <ac:picMk id="10" creationId="{EF536A91-6D30-2F27-F707-DEE4DAEFA8BD}"/>
          </ac:picMkLst>
        </pc:picChg>
        <pc:picChg chg="del mod">
          <ac:chgData name="E Po Low (GTS/PT&amp;HSSE)" userId="e509fef0-59b2-4be8-af33-58845cc6d5da" providerId="ADAL" clId="{87CF4BE3-9C60-4FEF-96D0-DEEFF1E3670C}" dt="2026-08-04T00:40:55.308" v="3170" actId="478"/>
          <ac:picMkLst>
            <pc:docMk/>
            <pc:sldMk cId="2575794533" sldId="1134"/>
            <ac:picMk id="12" creationId="{1AC457AB-45B5-C7BF-4D06-78BA02115B9D}"/>
          </ac:picMkLst>
        </pc:picChg>
        <pc:picChg chg="del mod">
          <ac:chgData name="E Po Low (GTS/PT&amp;HSSE)" userId="e509fef0-59b2-4be8-af33-58845cc6d5da" providerId="ADAL" clId="{87CF4BE3-9C60-4FEF-96D0-DEEFF1E3670C}" dt="2026-08-04T00:40:54.806" v="3169" actId="478"/>
          <ac:picMkLst>
            <pc:docMk/>
            <pc:sldMk cId="2575794533" sldId="1134"/>
            <ac:picMk id="14" creationId="{C030C51A-9BAB-ECB4-B86C-B40C1E5EA306}"/>
          </ac:picMkLst>
        </pc:picChg>
      </pc:sldChg>
      <pc:sldChg chg="delSp modSp add mod">
        <pc:chgData name="E Po Low (GTS/PT&amp;HSSE)" userId="e509fef0-59b2-4be8-af33-58845cc6d5da" providerId="ADAL" clId="{87CF4BE3-9C60-4FEF-96D0-DEEFF1E3670C}" dt="2026-08-04T00:40:41.428" v="3168" actId="1076"/>
        <pc:sldMkLst>
          <pc:docMk/>
          <pc:sldMk cId="3841900905" sldId="1135"/>
        </pc:sldMkLst>
        <pc:spChg chg="mod">
          <ac:chgData name="E Po Low (GTS/PT&amp;HSSE)" userId="e509fef0-59b2-4be8-af33-58845cc6d5da" providerId="ADAL" clId="{87CF4BE3-9C60-4FEF-96D0-DEEFF1E3670C}" dt="2026-08-04T00:37:42.597" v="2995" actId="20577"/>
          <ac:spMkLst>
            <pc:docMk/>
            <pc:sldMk cId="3841900905" sldId="1135"/>
            <ac:spMk id="13" creationId="{A1CAAA48-0EF6-5604-F636-A418B8BC60AD}"/>
          </ac:spMkLst>
        </pc:spChg>
        <pc:spChg chg="mod">
          <ac:chgData name="E Po Low (GTS/PT&amp;HSSE)" userId="e509fef0-59b2-4be8-af33-58845cc6d5da" providerId="ADAL" clId="{87CF4BE3-9C60-4FEF-96D0-DEEFF1E3670C}" dt="2026-08-04T00:40:18.847" v="3162" actId="20577"/>
          <ac:spMkLst>
            <pc:docMk/>
            <pc:sldMk cId="3841900905" sldId="1135"/>
            <ac:spMk id="15" creationId="{27B952A4-A760-2E56-F3C2-5C5B30042925}"/>
          </ac:spMkLst>
        </pc:spChg>
        <pc:picChg chg="del mod">
          <ac:chgData name="E Po Low (GTS/PT&amp;HSSE)" userId="e509fef0-59b2-4be8-af33-58845cc6d5da" providerId="ADAL" clId="{87CF4BE3-9C60-4FEF-96D0-DEEFF1E3670C}" dt="2026-08-04T00:34:52.533" v="2963" actId="478"/>
          <ac:picMkLst>
            <pc:docMk/>
            <pc:sldMk cId="3841900905" sldId="1135"/>
            <ac:picMk id="12" creationId="{1307FD34-0E6C-E421-E32E-EA1FA1307562}"/>
          </ac:picMkLst>
        </pc:picChg>
        <pc:picChg chg="mod">
          <ac:chgData name="E Po Low (GTS/PT&amp;HSSE)" userId="e509fef0-59b2-4be8-af33-58845cc6d5da" providerId="ADAL" clId="{87CF4BE3-9C60-4FEF-96D0-DEEFF1E3670C}" dt="2026-08-04T00:40:41.428" v="3168" actId="1076"/>
          <ac:picMkLst>
            <pc:docMk/>
            <pc:sldMk cId="3841900905" sldId="1135"/>
            <ac:picMk id="14" creationId="{69877E06-2CC0-3C5F-31A5-201EC6E84B2E}"/>
          </ac:picMkLst>
        </pc:picChg>
      </pc:sldChg>
      <pc:sldChg chg="addSp delSp modSp new mod">
        <pc:chgData name="E Po Low (GTS/PT&amp;HSSE)" userId="e509fef0-59b2-4be8-af33-58845cc6d5da" providerId="ADAL" clId="{87CF4BE3-9C60-4FEF-96D0-DEEFF1E3670C}" dt="2026-08-04T01:01:32.388" v="3426" actId="14100"/>
        <pc:sldMkLst>
          <pc:docMk/>
          <pc:sldMk cId="3858468988" sldId="1136"/>
        </pc:sldMkLst>
        <pc:spChg chg="del">
          <ac:chgData name="E Po Low (GTS/PT&amp;HSSE)" userId="e509fef0-59b2-4be8-af33-58845cc6d5da" providerId="ADAL" clId="{87CF4BE3-9C60-4FEF-96D0-DEEFF1E3670C}" dt="2026-08-04T00:56:20.703" v="3269" actId="22"/>
          <ac:spMkLst>
            <pc:docMk/>
            <pc:sldMk cId="3858468988" sldId="1136"/>
            <ac:spMk id="2" creationId="{396AFA8D-C0C4-5422-19E4-63586A7A21C3}"/>
          </ac:spMkLst>
        </pc:spChg>
        <pc:spChg chg="mod">
          <ac:chgData name="E Po Low (GTS/PT&amp;HSSE)" userId="e509fef0-59b2-4be8-af33-58845cc6d5da" providerId="ADAL" clId="{87CF4BE3-9C60-4FEF-96D0-DEEFF1E3670C}" dt="2026-08-04T00:58:54.968" v="3305" actId="20577"/>
          <ac:spMkLst>
            <pc:docMk/>
            <pc:sldMk cId="3858468988" sldId="1136"/>
            <ac:spMk id="4" creationId="{D81D3E3A-48AA-A6C6-68FE-0A2678EDA31D}"/>
          </ac:spMkLst>
        </pc:spChg>
        <pc:spChg chg="mod">
          <ac:chgData name="E Po Low (GTS/PT&amp;HSSE)" userId="e509fef0-59b2-4be8-af33-58845cc6d5da" providerId="ADAL" clId="{87CF4BE3-9C60-4FEF-96D0-DEEFF1E3670C}" dt="2026-08-04T00:59:08.893" v="3309" actId="20577"/>
          <ac:spMkLst>
            <pc:docMk/>
            <pc:sldMk cId="3858468988" sldId="1136"/>
            <ac:spMk id="9" creationId="{C2ED152C-51C1-226F-C1AD-0EF8AEF7B82A}"/>
          </ac:spMkLst>
        </pc:spChg>
        <pc:spChg chg="mod">
          <ac:chgData name="E Po Low (GTS/PT&amp;HSSE)" userId="e509fef0-59b2-4be8-af33-58845cc6d5da" providerId="ADAL" clId="{87CF4BE3-9C60-4FEF-96D0-DEEFF1E3670C}" dt="2026-08-04T01:00:56.037" v="3419" actId="20577"/>
          <ac:spMkLst>
            <pc:docMk/>
            <pc:sldMk cId="3858468988" sldId="1136"/>
            <ac:spMk id="10" creationId="{2556C7A3-4F7E-25B2-5878-AD46D6DF0150}"/>
          </ac:spMkLst>
        </pc:spChg>
        <pc:spChg chg="mod">
          <ac:chgData name="E Po Low (GTS/PT&amp;HSSE)" userId="e509fef0-59b2-4be8-af33-58845cc6d5da" providerId="ADAL" clId="{87CF4BE3-9C60-4FEF-96D0-DEEFF1E3670C}" dt="2026-08-04T00:59:04.999" v="3306"/>
          <ac:spMkLst>
            <pc:docMk/>
            <pc:sldMk cId="3858468988" sldId="1136"/>
            <ac:spMk id="11" creationId="{46AA6768-7E16-23EF-4B59-ADF92F491E0A}"/>
          </ac:spMkLst>
        </pc:spChg>
        <pc:spChg chg="add mod">
          <ac:chgData name="E Po Low (GTS/PT&amp;HSSE)" userId="e509fef0-59b2-4be8-af33-58845cc6d5da" providerId="ADAL" clId="{87CF4BE3-9C60-4FEF-96D0-DEEFF1E3670C}" dt="2026-08-04T01:01:32.388" v="3426" actId="14100"/>
          <ac:spMkLst>
            <pc:docMk/>
            <pc:sldMk cId="3858468988" sldId="1136"/>
            <ac:spMk id="13" creationId="{206393D0-AB2E-ACE0-4CF8-1E6F6F9CB6D3}"/>
          </ac:spMkLst>
        </pc:spChg>
        <pc:grpChg chg="add mod">
          <ac:chgData name="E Po Low (GTS/PT&amp;HSSE)" userId="e509fef0-59b2-4be8-af33-58845cc6d5da" providerId="ADAL" clId="{87CF4BE3-9C60-4FEF-96D0-DEEFF1E3670C}" dt="2026-08-04T01:01:09.592" v="3421" actId="1076"/>
          <ac:grpSpMkLst>
            <pc:docMk/>
            <pc:sldMk cId="3858468988" sldId="1136"/>
            <ac:grpSpMk id="7" creationId="{144A52BB-480D-AD00-11D2-2342FF5034F8}"/>
          </ac:grpSpMkLst>
        </pc:grpChg>
        <pc:grpChg chg="mod">
          <ac:chgData name="E Po Low (GTS/PT&amp;HSSE)" userId="e509fef0-59b2-4be8-af33-58845cc6d5da" providerId="ADAL" clId="{87CF4BE3-9C60-4FEF-96D0-DEEFF1E3670C}" dt="2026-08-04T00:59:04.999" v="3306"/>
          <ac:grpSpMkLst>
            <pc:docMk/>
            <pc:sldMk cId="3858468988" sldId="1136"/>
            <ac:grpSpMk id="8" creationId="{6A1D63DA-E15F-5159-6191-9F61A4E123B4}"/>
          </ac:grpSpMkLst>
        </pc:grpChg>
        <pc:picChg chg="add mod">
          <ac:chgData name="E Po Low (GTS/PT&amp;HSSE)" userId="e509fef0-59b2-4be8-af33-58845cc6d5da" providerId="ADAL" clId="{87CF4BE3-9C60-4FEF-96D0-DEEFF1E3670C}" dt="2026-08-04T01:01:16.269" v="3423" actId="1076"/>
          <ac:picMkLst>
            <pc:docMk/>
            <pc:sldMk cId="3858468988" sldId="1136"/>
            <ac:picMk id="6" creationId="{84248D50-C548-4318-C585-1436401A2D21}"/>
          </ac:picMkLst>
        </pc:picChg>
      </pc:sldChg>
      <pc:sldChg chg="addSp delSp modSp add mod">
        <pc:chgData name="E Po Low (GTS/PT&amp;HSSE)" userId="e509fef0-59b2-4be8-af33-58845cc6d5da" providerId="ADAL" clId="{87CF4BE3-9C60-4FEF-96D0-DEEFF1E3670C}" dt="2026-08-04T01:09:41.977" v="3598" actId="1076"/>
        <pc:sldMkLst>
          <pc:docMk/>
          <pc:sldMk cId="3822208324" sldId="1137"/>
        </pc:sldMkLst>
        <pc:spChg chg="mod">
          <ac:chgData name="E Po Low (GTS/PT&amp;HSSE)" userId="e509fef0-59b2-4be8-af33-58845cc6d5da" providerId="ADAL" clId="{87CF4BE3-9C60-4FEF-96D0-DEEFF1E3670C}" dt="2026-08-04T01:01:44.150" v="3444" actId="20577"/>
          <ac:spMkLst>
            <pc:docMk/>
            <pc:sldMk cId="3822208324" sldId="1137"/>
            <ac:spMk id="4" creationId="{230FBDC6-3181-33B3-7517-254F5B7EDC39}"/>
          </ac:spMkLst>
        </pc:spChg>
        <pc:spChg chg="add del mod">
          <ac:chgData name="E Po Low (GTS/PT&amp;HSSE)" userId="e509fef0-59b2-4be8-af33-58845cc6d5da" providerId="ADAL" clId="{87CF4BE3-9C60-4FEF-96D0-DEEFF1E3670C}" dt="2026-08-04T00:56:30.247" v="3273" actId="22"/>
          <ac:spMkLst>
            <pc:docMk/>
            <pc:sldMk cId="3822208324" sldId="1137"/>
            <ac:spMk id="5" creationId="{5FD2949A-01E4-E772-6705-F946300E84C4}"/>
          </ac:spMkLst>
        </pc:spChg>
        <pc:spChg chg="mod">
          <ac:chgData name="E Po Low (GTS/PT&amp;HSSE)" userId="e509fef0-59b2-4be8-af33-58845cc6d5da" providerId="ADAL" clId="{87CF4BE3-9C60-4FEF-96D0-DEEFF1E3670C}" dt="2026-08-04T01:02:40.978" v="3448" actId="20577"/>
          <ac:spMkLst>
            <pc:docMk/>
            <pc:sldMk cId="3822208324" sldId="1137"/>
            <ac:spMk id="11" creationId="{25AAC5FC-F6FF-19AB-7739-5505F95A167F}"/>
          </ac:spMkLst>
        </pc:spChg>
        <pc:spChg chg="mod">
          <ac:chgData name="E Po Low (GTS/PT&amp;HSSE)" userId="e509fef0-59b2-4be8-af33-58845cc6d5da" providerId="ADAL" clId="{87CF4BE3-9C60-4FEF-96D0-DEEFF1E3670C}" dt="2026-08-04T01:09:35.076" v="3596" actId="20577"/>
          <ac:spMkLst>
            <pc:docMk/>
            <pc:sldMk cId="3822208324" sldId="1137"/>
            <ac:spMk id="12" creationId="{6144AB1F-323A-7F25-94FC-46AEAAE371C3}"/>
          </ac:spMkLst>
        </pc:spChg>
        <pc:spChg chg="mod">
          <ac:chgData name="E Po Low (GTS/PT&amp;HSSE)" userId="e509fef0-59b2-4be8-af33-58845cc6d5da" providerId="ADAL" clId="{87CF4BE3-9C60-4FEF-96D0-DEEFF1E3670C}" dt="2026-08-04T01:02:37.279" v="3445"/>
          <ac:spMkLst>
            <pc:docMk/>
            <pc:sldMk cId="3822208324" sldId="1137"/>
            <ac:spMk id="13" creationId="{20FA9AF5-3B50-1669-6E6E-A1E0B47D0C15}"/>
          </ac:spMkLst>
        </pc:spChg>
        <pc:grpChg chg="add mod">
          <ac:chgData name="E Po Low (GTS/PT&amp;HSSE)" userId="e509fef0-59b2-4be8-af33-58845cc6d5da" providerId="ADAL" clId="{87CF4BE3-9C60-4FEF-96D0-DEEFF1E3670C}" dt="2026-08-04T01:02:38.627" v="3446" actId="1076"/>
          <ac:grpSpMkLst>
            <pc:docMk/>
            <pc:sldMk cId="3822208324" sldId="1137"/>
            <ac:grpSpMk id="9" creationId="{8B485B2A-B7C2-CAAE-6D12-6F0C79B9F85D}"/>
          </ac:grpSpMkLst>
        </pc:grpChg>
        <pc:grpChg chg="mod">
          <ac:chgData name="E Po Low (GTS/PT&amp;HSSE)" userId="e509fef0-59b2-4be8-af33-58845cc6d5da" providerId="ADAL" clId="{87CF4BE3-9C60-4FEF-96D0-DEEFF1E3670C}" dt="2026-08-04T01:02:37.279" v="3445"/>
          <ac:grpSpMkLst>
            <pc:docMk/>
            <pc:sldMk cId="3822208324" sldId="1137"/>
            <ac:grpSpMk id="10" creationId="{1629EAEA-3546-E6E3-5B29-68C8EA496D4E}"/>
          </ac:grpSpMkLst>
        </pc:grpChg>
        <pc:picChg chg="del">
          <ac:chgData name="E Po Low (GTS/PT&amp;HSSE)" userId="e509fef0-59b2-4be8-af33-58845cc6d5da" providerId="ADAL" clId="{87CF4BE3-9C60-4FEF-96D0-DEEFF1E3670C}" dt="2026-08-04T00:56:27.242" v="3271" actId="478"/>
          <ac:picMkLst>
            <pc:docMk/>
            <pc:sldMk cId="3822208324" sldId="1137"/>
            <ac:picMk id="6" creationId="{31E8F669-CBAB-1EE9-4D26-BDDDD5E39EDE}"/>
          </ac:picMkLst>
        </pc:picChg>
        <pc:picChg chg="add mod">
          <ac:chgData name="E Po Low (GTS/PT&amp;HSSE)" userId="e509fef0-59b2-4be8-af33-58845cc6d5da" providerId="ADAL" clId="{87CF4BE3-9C60-4FEF-96D0-DEEFF1E3670C}" dt="2026-08-04T01:09:41.977" v="3598" actId="1076"/>
          <ac:picMkLst>
            <pc:docMk/>
            <pc:sldMk cId="3822208324" sldId="1137"/>
            <ac:picMk id="8" creationId="{87F78AB7-CDCA-2712-59CE-4D3E09415355}"/>
          </ac:picMkLst>
        </pc:picChg>
      </pc:sldChg>
      <pc:sldChg chg="addSp delSp modSp add mod">
        <pc:chgData name="E Po Low (GTS/PT&amp;HSSE)" userId="e509fef0-59b2-4be8-af33-58845cc6d5da" providerId="ADAL" clId="{87CF4BE3-9C60-4FEF-96D0-DEEFF1E3670C}" dt="2026-08-04T02:31:59.608" v="4942" actId="20577"/>
        <pc:sldMkLst>
          <pc:docMk/>
          <pc:sldMk cId="3093546360" sldId="1138"/>
        </pc:sldMkLst>
        <pc:spChg chg="del">
          <ac:chgData name="E Po Low (GTS/PT&amp;HSSE)" userId="e509fef0-59b2-4be8-af33-58845cc6d5da" providerId="ADAL" clId="{87CF4BE3-9C60-4FEF-96D0-DEEFF1E3670C}" dt="2026-08-04T02:13:39.305" v="4696" actId="478"/>
          <ac:spMkLst>
            <pc:docMk/>
            <pc:sldMk cId="3093546360" sldId="1138"/>
            <ac:spMk id="2" creationId="{6B5E3C35-0E00-F848-0123-B80101D1279D}"/>
          </ac:spMkLst>
        </pc:spChg>
        <pc:spChg chg="add del mod">
          <ac:chgData name="E Po Low (GTS/PT&amp;HSSE)" userId="e509fef0-59b2-4be8-af33-58845cc6d5da" providerId="ADAL" clId="{87CF4BE3-9C60-4FEF-96D0-DEEFF1E3670C}" dt="2026-08-04T02:13:40.783" v="4697" actId="478"/>
          <ac:spMkLst>
            <pc:docMk/>
            <pc:sldMk cId="3093546360" sldId="1138"/>
            <ac:spMk id="7" creationId="{3D7B4EB7-C1CE-83BC-FF14-8CF9F60C4F55}"/>
          </ac:spMkLst>
        </pc:spChg>
        <pc:spChg chg="mod">
          <ac:chgData name="E Po Low (GTS/PT&amp;HSSE)" userId="e509fef0-59b2-4be8-af33-58845cc6d5da" providerId="ADAL" clId="{87CF4BE3-9C60-4FEF-96D0-DEEFF1E3670C}" dt="2026-08-04T02:31:59.608" v="4942" actId="20577"/>
          <ac:spMkLst>
            <pc:docMk/>
            <pc:sldMk cId="3093546360" sldId="1138"/>
            <ac:spMk id="13" creationId="{F3CBE0C8-C574-A6B0-A00C-2A03D89D5BCE}"/>
          </ac:spMkLst>
        </pc:spChg>
        <pc:spChg chg="mod">
          <ac:chgData name="E Po Low (GTS/PT&amp;HSSE)" userId="e509fef0-59b2-4be8-af33-58845cc6d5da" providerId="ADAL" clId="{87CF4BE3-9C60-4FEF-96D0-DEEFF1E3670C}" dt="2026-08-04T02:28:32.580" v="4872" actId="20577"/>
          <ac:spMkLst>
            <pc:docMk/>
            <pc:sldMk cId="3093546360" sldId="1138"/>
            <ac:spMk id="15" creationId="{30338D05-6969-F986-C853-41E638EAAD3D}"/>
          </ac:spMkLst>
        </pc:spChg>
        <pc:spChg chg="mod">
          <ac:chgData name="E Po Low (GTS/PT&amp;HSSE)" userId="e509fef0-59b2-4be8-af33-58845cc6d5da" providerId="ADAL" clId="{87CF4BE3-9C60-4FEF-96D0-DEEFF1E3670C}" dt="2026-08-04T02:13:59.298" v="4699"/>
          <ac:spMkLst>
            <pc:docMk/>
            <pc:sldMk cId="3093546360" sldId="1138"/>
            <ac:spMk id="17" creationId="{41524447-CA1C-058E-DE9B-C15D15E37304}"/>
          </ac:spMkLst>
        </pc:spChg>
        <pc:spChg chg="add mod">
          <ac:chgData name="E Po Low (GTS/PT&amp;HSSE)" userId="e509fef0-59b2-4be8-af33-58845cc6d5da" providerId="ADAL" clId="{87CF4BE3-9C60-4FEF-96D0-DEEFF1E3670C}" dt="2026-08-04T02:29:13.323" v="4894" actId="14100"/>
          <ac:spMkLst>
            <pc:docMk/>
            <pc:sldMk cId="3093546360" sldId="1138"/>
            <ac:spMk id="19" creationId="{65242AB6-DFAE-0ED0-33FF-B6F0268FDAD7}"/>
          </ac:spMkLst>
        </pc:spChg>
        <pc:spChg chg="add del mod">
          <ac:chgData name="E Po Low (GTS/PT&amp;HSSE)" userId="e509fef0-59b2-4be8-af33-58845cc6d5da" providerId="ADAL" clId="{87CF4BE3-9C60-4FEF-96D0-DEEFF1E3670C}" dt="2026-08-04T02:29:20.138" v="4899" actId="21"/>
          <ac:spMkLst>
            <pc:docMk/>
            <pc:sldMk cId="3093546360" sldId="1138"/>
            <ac:spMk id="21" creationId="{C7576144-EB64-9D12-6BAE-2E7935A3A2F0}"/>
          </ac:spMkLst>
        </pc:spChg>
        <pc:spChg chg="add mod">
          <ac:chgData name="E Po Low (GTS/PT&amp;HSSE)" userId="e509fef0-59b2-4be8-af33-58845cc6d5da" providerId="ADAL" clId="{87CF4BE3-9C60-4FEF-96D0-DEEFF1E3670C}" dt="2026-08-04T02:29:35.673" v="4907" actId="1035"/>
          <ac:spMkLst>
            <pc:docMk/>
            <pc:sldMk cId="3093546360" sldId="1138"/>
            <ac:spMk id="23" creationId="{0BB87D8A-FF4D-9A50-C559-FCF52211B04D}"/>
          </ac:spMkLst>
        </pc:spChg>
        <pc:spChg chg="add mod">
          <ac:chgData name="E Po Low (GTS/PT&amp;HSSE)" userId="e509fef0-59b2-4be8-af33-58845cc6d5da" providerId="ADAL" clId="{87CF4BE3-9C60-4FEF-96D0-DEEFF1E3670C}" dt="2026-08-04T02:29:49.187" v="4912" actId="1076"/>
          <ac:spMkLst>
            <pc:docMk/>
            <pc:sldMk cId="3093546360" sldId="1138"/>
            <ac:spMk id="25" creationId="{421F016A-2489-49AF-4CCF-BD935001CEAF}"/>
          </ac:spMkLst>
        </pc:spChg>
        <pc:spChg chg="add mod">
          <ac:chgData name="E Po Low (GTS/PT&amp;HSSE)" userId="e509fef0-59b2-4be8-af33-58845cc6d5da" providerId="ADAL" clId="{87CF4BE3-9C60-4FEF-96D0-DEEFF1E3670C}" dt="2026-08-04T02:29:55.528" v="4916" actId="1076"/>
          <ac:spMkLst>
            <pc:docMk/>
            <pc:sldMk cId="3093546360" sldId="1138"/>
            <ac:spMk id="27" creationId="{6283D78E-1856-3471-136D-62B434BED8D7}"/>
          </ac:spMkLst>
        </pc:spChg>
        <pc:spChg chg="add mod">
          <ac:chgData name="E Po Low (GTS/PT&amp;HSSE)" userId="e509fef0-59b2-4be8-af33-58845cc6d5da" providerId="ADAL" clId="{87CF4BE3-9C60-4FEF-96D0-DEEFF1E3670C}" dt="2026-08-04T02:30:18.655" v="4920" actId="14100"/>
          <ac:spMkLst>
            <pc:docMk/>
            <pc:sldMk cId="3093546360" sldId="1138"/>
            <ac:spMk id="29" creationId="{00CF463A-331C-E101-EBBA-DAE6ACFE7DA2}"/>
          </ac:spMkLst>
        </pc:spChg>
        <pc:spChg chg="add mod">
          <ac:chgData name="E Po Low (GTS/PT&amp;HSSE)" userId="e509fef0-59b2-4be8-af33-58845cc6d5da" providerId="ADAL" clId="{87CF4BE3-9C60-4FEF-96D0-DEEFF1E3670C}" dt="2026-08-04T02:30:28.247" v="4924" actId="1076"/>
          <ac:spMkLst>
            <pc:docMk/>
            <pc:sldMk cId="3093546360" sldId="1138"/>
            <ac:spMk id="31" creationId="{2806E1B3-FC4F-2328-967A-D7A8FFF03F58}"/>
          </ac:spMkLst>
        </pc:spChg>
        <pc:spChg chg="add mod">
          <ac:chgData name="E Po Low (GTS/PT&amp;HSSE)" userId="e509fef0-59b2-4be8-af33-58845cc6d5da" providerId="ADAL" clId="{87CF4BE3-9C60-4FEF-96D0-DEEFF1E3670C}" dt="2026-08-04T02:30:38.047" v="4928" actId="1076"/>
          <ac:spMkLst>
            <pc:docMk/>
            <pc:sldMk cId="3093546360" sldId="1138"/>
            <ac:spMk id="33" creationId="{1469793F-095D-61FF-4759-A54A686D31EB}"/>
          </ac:spMkLst>
        </pc:spChg>
        <pc:spChg chg="add mod">
          <ac:chgData name="E Po Low (GTS/PT&amp;HSSE)" userId="e509fef0-59b2-4be8-af33-58845cc6d5da" providerId="ADAL" clId="{87CF4BE3-9C60-4FEF-96D0-DEEFF1E3670C}" dt="2026-08-04T02:30:41.110" v="4930" actId="1076"/>
          <ac:spMkLst>
            <pc:docMk/>
            <pc:sldMk cId="3093546360" sldId="1138"/>
            <ac:spMk id="35" creationId="{24D1C9F8-F6FF-BB09-3C6B-03417938E1EA}"/>
          </ac:spMkLst>
        </pc:spChg>
        <pc:spChg chg="add mod">
          <ac:chgData name="E Po Low (GTS/PT&amp;HSSE)" userId="e509fef0-59b2-4be8-af33-58845cc6d5da" providerId="ADAL" clId="{87CF4BE3-9C60-4FEF-96D0-DEEFF1E3670C}" dt="2026-08-04T02:30:46.920" v="4932" actId="1076"/>
          <ac:spMkLst>
            <pc:docMk/>
            <pc:sldMk cId="3093546360" sldId="1138"/>
            <ac:spMk id="37" creationId="{A3143F70-3052-33BA-8DAF-2E072F70C01F}"/>
          </ac:spMkLst>
        </pc:spChg>
        <pc:grpChg chg="add mod">
          <ac:chgData name="E Po Low (GTS/PT&amp;HSSE)" userId="e509fef0-59b2-4be8-af33-58845cc6d5da" providerId="ADAL" clId="{87CF4BE3-9C60-4FEF-96D0-DEEFF1E3670C}" dt="2026-08-04T02:14:06.665" v="4709" actId="1038"/>
          <ac:grpSpMkLst>
            <pc:docMk/>
            <pc:sldMk cId="3093546360" sldId="1138"/>
            <ac:grpSpMk id="9" creationId="{05994BF6-80E6-96B3-0756-0BF907D3340E}"/>
          </ac:grpSpMkLst>
        </pc:grpChg>
        <pc:grpChg chg="mod">
          <ac:chgData name="E Po Low (GTS/PT&amp;HSSE)" userId="e509fef0-59b2-4be8-af33-58845cc6d5da" providerId="ADAL" clId="{87CF4BE3-9C60-4FEF-96D0-DEEFF1E3670C}" dt="2026-08-04T02:13:59.298" v="4699"/>
          <ac:grpSpMkLst>
            <pc:docMk/>
            <pc:sldMk cId="3093546360" sldId="1138"/>
            <ac:grpSpMk id="11" creationId="{0E188AA6-14B1-DA1D-957A-F197FE7FB32C}"/>
          </ac:grpSpMkLst>
        </pc:grpChg>
        <pc:picChg chg="del">
          <ac:chgData name="E Po Low (GTS/PT&amp;HSSE)" userId="e509fef0-59b2-4be8-af33-58845cc6d5da" providerId="ADAL" clId="{87CF4BE3-9C60-4FEF-96D0-DEEFF1E3670C}" dt="2026-08-04T02:00:24.299" v="4203" actId="478"/>
          <ac:picMkLst>
            <pc:docMk/>
            <pc:sldMk cId="3093546360" sldId="1138"/>
            <ac:picMk id="6" creationId="{A9F76556-9052-B746-7515-7442D987416C}"/>
          </ac:picMkLst>
        </pc:picChg>
        <pc:picChg chg="del mod">
          <ac:chgData name="E Po Low (GTS/PT&amp;HSSE)" userId="e509fef0-59b2-4be8-af33-58845cc6d5da" providerId="ADAL" clId="{87CF4BE3-9C60-4FEF-96D0-DEEFF1E3670C}" dt="2026-08-04T02:00:25.553" v="4205" actId="478"/>
          <ac:picMkLst>
            <pc:docMk/>
            <pc:sldMk cId="3093546360" sldId="1138"/>
            <ac:picMk id="8" creationId="{45C39F93-EEB7-4A1A-1BF4-3818112A520C}"/>
          </ac:picMkLst>
        </pc:picChg>
        <pc:picChg chg="del mod">
          <ac:chgData name="E Po Low (GTS/PT&amp;HSSE)" userId="e509fef0-59b2-4be8-af33-58845cc6d5da" providerId="ADAL" clId="{87CF4BE3-9C60-4FEF-96D0-DEEFF1E3670C}" dt="2026-08-04T02:13:30.041" v="4690" actId="478"/>
          <ac:picMkLst>
            <pc:docMk/>
            <pc:sldMk cId="3093546360" sldId="1138"/>
            <ac:picMk id="10" creationId="{C463BE7A-D9F5-23F8-2E34-D4D228415FB9}"/>
          </ac:picMkLst>
        </pc:picChg>
        <pc:picChg chg="del">
          <ac:chgData name="E Po Low (GTS/PT&amp;HSSE)" userId="e509fef0-59b2-4be8-af33-58845cc6d5da" providerId="ADAL" clId="{87CF4BE3-9C60-4FEF-96D0-DEEFF1E3670C}" dt="2026-08-04T02:04:20.299" v="4424" actId="21"/>
          <ac:picMkLst>
            <pc:docMk/>
            <pc:sldMk cId="3093546360" sldId="1138"/>
            <ac:picMk id="12" creationId="{ED581E54-F386-BE6E-2B07-E03A83F98735}"/>
          </ac:picMkLst>
        </pc:picChg>
        <pc:picChg chg="del mod">
          <ac:chgData name="E Po Low (GTS/PT&amp;HSSE)" userId="e509fef0-59b2-4be8-af33-58845cc6d5da" providerId="ADAL" clId="{87CF4BE3-9C60-4FEF-96D0-DEEFF1E3670C}" dt="2026-08-04T02:13:20.089" v="4688" actId="478"/>
          <ac:picMkLst>
            <pc:docMk/>
            <pc:sldMk cId="3093546360" sldId="1138"/>
            <ac:picMk id="14" creationId="{465D4ACF-DFDA-DFD7-06E8-532A8A4C08C0}"/>
          </ac:picMkLst>
        </pc:picChg>
        <pc:picChg chg="mod">
          <ac:chgData name="E Po Low (GTS/PT&amp;HSSE)" userId="e509fef0-59b2-4be8-af33-58845cc6d5da" providerId="ADAL" clId="{87CF4BE3-9C60-4FEF-96D0-DEEFF1E3670C}" dt="2026-08-04T02:30:33.932" v="4927" actId="1076"/>
          <ac:picMkLst>
            <pc:docMk/>
            <pc:sldMk cId="3093546360" sldId="1138"/>
            <ac:picMk id="16" creationId="{BEF32CC8-908B-2772-903A-5B8624322254}"/>
          </ac:picMkLst>
        </pc:picChg>
        <pc:cxnChg chg="add mod">
          <ac:chgData name="E Po Low (GTS/PT&amp;HSSE)" userId="e509fef0-59b2-4be8-af33-58845cc6d5da" providerId="ADAL" clId="{87CF4BE3-9C60-4FEF-96D0-DEEFF1E3670C}" dt="2026-08-04T02:31:42.367" v="4940" actId="13822"/>
          <ac:cxnSpMkLst>
            <pc:docMk/>
            <pc:sldMk cId="3093546360" sldId="1138"/>
            <ac:cxnSpMk id="39" creationId="{63907EF4-4371-C9A7-3F42-B8460297AFBA}"/>
          </ac:cxnSpMkLst>
        </pc:cxnChg>
        <pc:cxnChg chg="add mod">
          <ac:chgData name="E Po Low (GTS/PT&amp;HSSE)" userId="e509fef0-59b2-4be8-af33-58845cc6d5da" providerId="ADAL" clId="{87CF4BE3-9C60-4FEF-96D0-DEEFF1E3670C}" dt="2026-08-04T02:31:42.367" v="4940" actId="13822"/>
          <ac:cxnSpMkLst>
            <pc:docMk/>
            <pc:sldMk cId="3093546360" sldId="1138"/>
            <ac:cxnSpMk id="41" creationId="{8A8A2EDC-93DA-0148-74AF-4A06492E9082}"/>
          </ac:cxnSpMkLst>
        </pc:cxnChg>
        <pc:cxnChg chg="add del mod">
          <ac:chgData name="E Po Low (GTS/PT&amp;HSSE)" userId="e509fef0-59b2-4be8-af33-58845cc6d5da" providerId="ADAL" clId="{87CF4BE3-9C60-4FEF-96D0-DEEFF1E3670C}" dt="2026-08-04T02:31:18.550" v="4936" actId="11529"/>
          <ac:cxnSpMkLst>
            <pc:docMk/>
            <pc:sldMk cId="3093546360" sldId="1138"/>
            <ac:cxnSpMk id="43" creationId="{4193B609-7164-6D66-FA35-D0B719DE8FB4}"/>
          </ac:cxnSpMkLst>
        </pc:cxnChg>
        <pc:cxnChg chg="add mod">
          <ac:chgData name="E Po Low (GTS/PT&amp;HSSE)" userId="e509fef0-59b2-4be8-af33-58845cc6d5da" providerId="ADAL" clId="{87CF4BE3-9C60-4FEF-96D0-DEEFF1E3670C}" dt="2026-08-04T02:31:42.367" v="4940" actId="13822"/>
          <ac:cxnSpMkLst>
            <pc:docMk/>
            <pc:sldMk cId="3093546360" sldId="1138"/>
            <ac:cxnSpMk id="45" creationId="{FD7CB0AB-0330-C13C-F71E-C71055D24A12}"/>
          </ac:cxnSpMkLst>
        </pc:cxnChg>
        <pc:cxnChg chg="add mod">
          <ac:chgData name="E Po Low (GTS/PT&amp;HSSE)" userId="e509fef0-59b2-4be8-af33-58845cc6d5da" providerId="ADAL" clId="{87CF4BE3-9C60-4FEF-96D0-DEEFF1E3670C}" dt="2026-08-04T02:31:42.367" v="4940" actId="13822"/>
          <ac:cxnSpMkLst>
            <pc:docMk/>
            <pc:sldMk cId="3093546360" sldId="1138"/>
            <ac:cxnSpMk id="47" creationId="{156F8B7F-7F1C-44A0-136F-77A1BC628C59}"/>
          </ac:cxnSpMkLst>
        </pc:cxnChg>
        <pc:cxnChg chg="add mod">
          <ac:chgData name="E Po Low (GTS/PT&amp;HSSE)" userId="e509fef0-59b2-4be8-af33-58845cc6d5da" providerId="ADAL" clId="{87CF4BE3-9C60-4FEF-96D0-DEEFF1E3670C}" dt="2026-08-04T02:31:42.367" v="4940" actId="13822"/>
          <ac:cxnSpMkLst>
            <pc:docMk/>
            <pc:sldMk cId="3093546360" sldId="1138"/>
            <ac:cxnSpMk id="49" creationId="{85E6B03C-DA6A-9D89-20A4-8A141ACB46F2}"/>
          </ac:cxnSpMkLst>
        </pc:cxnChg>
      </pc:sldChg>
      <pc:sldChg chg="addSp delSp modSp add mod">
        <pc:chgData name="E Po Low (GTS/PT&amp;HSSE)" userId="e509fef0-59b2-4be8-af33-58845cc6d5da" providerId="ADAL" clId="{87CF4BE3-9C60-4FEF-96D0-DEEFF1E3670C}" dt="2026-08-04T02:07:00.712" v="4435" actId="1076"/>
        <pc:sldMkLst>
          <pc:docMk/>
          <pc:sldMk cId="272744853" sldId="1139"/>
        </pc:sldMkLst>
        <pc:spChg chg="del">
          <ac:chgData name="E Po Low (GTS/PT&amp;HSSE)" userId="e509fef0-59b2-4be8-af33-58845cc6d5da" providerId="ADAL" clId="{87CF4BE3-9C60-4FEF-96D0-DEEFF1E3670C}" dt="2026-08-04T02:00:58.453" v="4214" actId="478"/>
          <ac:spMkLst>
            <pc:docMk/>
            <pc:sldMk cId="272744853" sldId="1139"/>
            <ac:spMk id="2" creationId="{482F1EE9-4005-81BB-656E-F8806113E6CF}"/>
          </ac:spMkLst>
        </pc:spChg>
        <pc:spChg chg="add del mod">
          <ac:chgData name="E Po Low (GTS/PT&amp;HSSE)" userId="e509fef0-59b2-4be8-af33-58845cc6d5da" providerId="ADAL" clId="{87CF4BE3-9C60-4FEF-96D0-DEEFF1E3670C}" dt="2026-08-04T02:00:59.270" v="4215" actId="478"/>
          <ac:spMkLst>
            <pc:docMk/>
            <pc:sldMk cId="272744853" sldId="1139"/>
            <ac:spMk id="11" creationId="{8CF2BE74-7C47-A8FE-B023-ADCB4CAA0107}"/>
          </ac:spMkLst>
        </pc:spChg>
        <pc:spChg chg="mod">
          <ac:chgData name="E Po Low (GTS/PT&amp;HSSE)" userId="e509fef0-59b2-4be8-af33-58845cc6d5da" providerId="ADAL" clId="{87CF4BE3-9C60-4FEF-96D0-DEEFF1E3670C}" dt="2026-08-04T02:02:45.413" v="4417" actId="20577"/>
          <ac:spMkLst>
            <pc:docMk/>
            <pc:sldMk cId="272744853" sldId="1139"/>
            <ac:spMk id="17" creationId="{B232347F-9C6D-942C-EDA1-D0E6453DA922}"/>
          </ac:spMkLst>
        </pc:spChg>
        <pc:spChg chg="mod">
          <ac:chgData name="E Po Low (GTS/PT&amp;HSSE)" userId="e509fef0-59b2-4be8-af33-58845cc6d5da" providerId="ADAL" clId="{87CF4BE3-9C60-4FEF-96D0-DEEFF1E3670C}" dt="2026-08-04T02:02:34.545" v="4411" actId="14100"/>
          <ac:spMkLst>
            <pc:docMk/>
            <pc:sldMk cId="272744853" sldId="1139"/>
            <ac:spMk id="18" creationId="{BA3239D2-3DDF-58D2-1C69-7935146928D4}"/>
          </ac:spMkLst>
        </pc:spChg>
        <pc:spChg chg="mod">
          <ac:chgData name="E Po Low (GTS/PT&amp;HSSE)" userId="e509fef0-59b2-4be8-af33-58845cc6d5da" providerId="ADAL" clId="{87CF4BE3-9C60-4FEF-96D0-DEEFF1E3670C}" dt="2026-08-04T02:01:04.608" v="4216"/>
          <ac:spMkLst>
            <pc:docMk/>
            <pc:sldMk cId="272744853" sldId="1139"/>
            <ac:spMk id="19" creationId="{F5828A13-682D-2A39-5AD5-167C63650662}"/>
          </ac:spMkLst>
        </pc:spChg>
        <pc:grpChg chg="add mod">
          <ac:chgData name="E Po Low (GTS/PT&amp;HSSE)" userId="e509fef0-59b2-4be8-af33-58845cc6d5da" providerId="ADAL" clId="{87CF4BE3-9C60-4FEF-96D0-DEEFF1E3670C}" dt="2026-08-04T02:07:00.712" v="4435" actId="1076"/>
          <ac:grpSpMkLst>
            <pc:docMk/>
            <pc:sldMk cId="272744853" sldId="1139"/>
            <ac:grpSpMk id="13" creationId="{43991926-62EC-5342-D722-CF943F1ADC78}"/>
          </ac:grpSpMkLst>
        </pc:grpChg>
        <pc:grpChg chg="mod">
          <ac:chgData name="E Po Low (GTS/PT&amp;HSSE)" userId="e509fef0-59b2-4be8-af33-58845cc6d5da" providerId="ADAL" clId="{87CF4BE3-9C60-4FEF-96D0-DEEFF1E3670C}" dt="2026-08-04T02:01:04.608" v="4216"/>
          <ac:grpSpMkLst>
            <pc:docMk/>
            <pc:sldMk cId="272744853" sldId="1139"/>
            <ac:grpSpMk id="15" creationId="{B19E6644-18B2-0A77-EF09-CFDF1A608C69}"/>
          </ac:grpSpMkLst>
        </pc:grpChg>
        <pc:picChg chg="del">
          <ac:chgData name="E Po Low (GTS/PT&amp;HSSE)" userId="e509fef0-59b2-4be8-af33-58845cc6d5da" providerId="ADAL" clId="{87CF4BE3-9C60-4FEF-96D0-DEEFF1E3670C}" dt="2026-08-04T01:57:57.245" v="4181" actId="478"/>
          <ac:picMkLst>
            <pc:docMk/>
            <pc:sldMk cId="272744853" sldId="1139"/>
            <ac:picMk id="6" creationId="{AC5D635F-75B7-DFDF-382D-C56A2F12F682}"/>
          </ac:picMkLst>
        </pc:picChg>
        <pc:picChg chg="add del mod">
          <ac:chgData name="E Po Low (GTS/PT&amp;HSSE)" userId="e509fef0-59b2-4be8-af33-58845cc6d5da" providerId="ADAL" clId="{87CF4BE3-9C60-4FEF-96D0-DEEFF1E3670C}" dt="2026-08-04T01:59:36.054" v="4201" actId="478"/>
          <ac:picMkLst>
            <pc:docMk/>
            <pc:sldMk cId="272744853" sldId="1139"/>
            <ac:picMk id="7" creationId="{277259B1-F952-C3CE-8BAC-F5D93F96B7D9}"/>
          </ac:picMkLst>
        </pc:picChg>
        <pc:picChg chg="del mod">
          <ac:chgData name="E Po Low (GTS/PT&amp;HSSE)" userId="e509fef0-59b2-4be8-af33-58845cc6d5da" providerId="ADAL" clId="{87CF4BE3-9C60-4FEF-96D0-DEEFF1E3670C}" dt="2026-08-04T01:57:58.502" v="4183" actId="478"/>
          <ac:picMkLst>
            <pc:docMk/>
            <pc:sldMk cId="272744853" sldId="1139"/>
            <ac:picMk id="8" creationId="{2959B950-59AC-3927-681A-65197A5058CC}"/>
          </ac:picMkLst>
        </pc:picChg>
        <pc:picChg chg="mod">
          <ac:chgData name="E Po Low (GTS/PT&amp;HSSE)" userId="e509fef0-59b2-4be8-af33-58845cc6d5da" providerId="ADAL" clId="{87CF4BE3-9C60-4FEF-96D0-DEEFF1E3670C}" dt="2026-08-04T02:07:00.712" v="4435" actId="1076"/>
          <ac:picMkLst>
            <pc:docMk/>
            <pc:sldMk cId="272744853" sldId="1139"/>
            <ac:picMk id="10" creationId="{1AD1DD93-EAB3-4142-A0C6-421C468D25A7}"/>
          </ac:picMkLst>
        </pc:picChg>
        <pc:picChg chg="del">
          <ac:chgData name="E Po Low (GTS/PT&amp;HSSE)" userId="e509fef0-59b2-4be8-af33-58845cc6d5da" providerId="ADAL" clId="{87CF4BE3-9C60-4FEF-96D0-DEEFF1E3670C}" dt="2026-08-04T01:58:15.800" v="4191" actId="478"/>
          <ac:picMkLst>
            <pc:docMk/>
            <pc:sldMk cId="272744853" sldId="1139"/>
            <ac:picMk id="12" creationId="{506229EA-A947-5A11-ECAF-601CF576B082}"/>
          </ac:picMkLst>
        </pc:picChg>
        <pc:picChg chg="del mod">
          <ac:chgData name="E Po Low (GTS/PT&amp;HSSE)" userId="e509fef0-59b2-4be8-af33-58845cc6d5da" providerId="ADAL" clId="{87CF4BE3-9C60-4FEF-96D0-DEEFF1E3670C}" dt="2026-08-04T01:59:28.081" v="4198" actId="478"/>
          <ac:picMkLst>
            <pc:docMk/>
            <pc:sldMk cId="272744853" sldId="1139"/>
            <ac:picMk id="14" creationId="{7E7999EF-F68B-6BE0-66A9-699D27093CE9}"/>
          </ac:picMkLst>
        </pc:picChg>
        <pc:picChg chg="del mod">
          <ac:chgData name="E Po Low (GTS/PT&amp;HSSE)" userId="e509fef0-59b2-4be8-af33-58845cc6d5da" providerId="ADAL" clId="{87CF4BE3-9C60-4FEF-96D0-DEEFF1E3670C}" dt="2026-08-04T01:58:15.142" v="4190" actId="478"/>
          <ac:picMkLst>
            <pc:docMk/>
            <pc:sldMk cId="272744853" sldId="1139"/>
            <ac:picMk id="16" creationId="{47C15E90-4B40-1000-F61D-E4125CC79D58}"/>
          </ac:picMkLst>
        </pc:picChg>
        <pc:picChg chg="add del mod">
          <ac:chgData name="E Po Low (GTS/PT&amp;HSSE)" userId="e509fef0-59b2-4be8-af33-58845cc6d5da" providerId="ADAL" clId="{87CF4BE3-9C60-4FEF-96D0-DEEFF1E3670C}" dt="2026-08-04T02:04:27.195" v="4428" actId="21"/>
          <ac:picMkLst>
            <pc:docMk/>
            <pc:sldMk cId="272744853" sldId="1139"/>
            <ac:picMk id="21" creationId="{C6E469AD-C36C-E325-E20D-1C859D69EA9D}"/>
          </ac:picMkLst>
        </pc:picChg>
      </pc:sldChg>
      <pc:sldChg chg="addSp delSp modSp add mod">
        <pc:chgData name="E Po Low (GTS/PT&amp;HSSE)" userId="e509fef0-59b2-4be8-af33-58845cc6d5da" providerId="ADAL" clId="{87CF4BE3-9C60-4FEF-96D0-DEEFF1E3670C}" dt="2026-08-04T02:13:45.998" v="4698" actId="20577"/>
        <pc:sldMkLst>
          <pc:docMk/>
          <pc:sldMk cId="2674864379" sldId="1140"/>
        </pc:sldMkLst>
        <pc:spChg chg="del">
          <ac:chgData name="E Po Low (GTS/PT&amp;HSSE)" userId="e509fef0-59b2-4be8-af33-58845cc6d5da" providerId="ADAL" clId="{87CF4BE3-9C60-4FEF-96D0-DEEFF1E3670C}" dt="2026-08-04T02:04:47.621" v="4433" actId="478"/>
          <ac:spMkLst>
            <pc:docMk/>
            <pc:sldMk cId="2674864379" sldId="1140"/>
            <ac:spMk id="2" creationId="{C05D13BC-4ED7-FDE3-4680-16F2590B203F}"/>
          </ac:spMkLst>
        </pc:spChg>
        <pc:spChg chg="add del mod">
          <ac:chgData name="E Po Low (GTS/PT&amp;HSSE)" userId="e509fef0-59b2-4be8-af33-58845cc6d5da" providerId="ADAL" clId="{87CF4BE3-9C60-4FEF-96D0-DEEFF1E3670C}" dt="2026-08-04T02:04:48.729" v="4434" actId="478"/>
          <ac:spMkLst>
            <pc:docMk/>
            <pc:sldMk cId="2674864379" sldId="1140"/>
            <ac:spMk id="9" creationId="{F77D7C99-FCAD-E436-A0C1-D7545C8EB678}"/>
          </ac:spMkLst>
        </pc:spChg>
        <pc:spChg chg="mod">
          <ac:chgData name="E Po Low (GTS/PT&amp;HSSE)" userId="e509fef0-59b2-4be8-af33-58845cc6d5da" providerId="ADAL" clId="{87CF4BE3-9C60-4FEF-96D0-DEEFF1E3670C}" dt="2026-08-04T02:13:45.998" v="4698" actId="20577"/>
          <ac:spMkLst>
            <pc:docMk/>
            <pc:sldMk cId="2674864379" sldId="1140"/>
            <ac:spMk id="13" creationId="{3C8DAF22-6261-E43C-9BCC-7F172D08E4B6}"/>
          </ac:spMkLst>
        </pc:spChg>
        <pc:spChg chg="mod">
          <ac:chgData name="E Po Low (GTS/PT&amp;HSSE)" userId="e509fef0-59b2-4be8-af33-58845cc6d5da" providerId="ADAL" clId="{87CF4BE3-9C60-4FEF-96D0-DEEFF1E3670C}" dt="2026-08-04T02:09:21.449" v="4665" actId="1076"/>
          <ac:spMkLst>
            <pc:docMk/>
            <pc:sldMk cId="2674864379" sldId="1140"/>
            <ac:spMk id="15" creationId="{E6101110-45DE-5556-7ECB-0583772B24CD}"/>
          </ac:spMkLst>
        </pc:spChg>
        <pc:spChg chg="mod">
          <ac:chgData name="E Po Low (GTS/PT&amp;HSSE)" userId="e509fef0-59b2-4be8-af33-58845cc6d5da" providerId="ADAL" clId="{87CF4BE3-9C60-4FEF-96D0-DEEFF1E3670C}" dt="2026-08-04T02:07:33.919" v="4436"/>
          <ac:spMkLst>
            <pc:docMk/>
            <pc:sldMk cId="2674864379" sldId="1140"/>
            <ac:spMk id="16" creationId="{39996C47-3B92-7A44-E98B-868BC2EB5A25}"/>
          </ac:spMkLst>
        </pc:spChg>
        <pc:spChg chg="add mod">
          <ac:chgData name="E Po Low (GTS/PT&amp;HSSE)" userId="e509fef0-59b2-4be8-af33-58845cc6d5da" providerId="ADAL" clId="{87CF4BE3-9C60-4FEF-96D0-DEEFF1E3670C}" dt="2026-08-04T02:10:10.261" v="4669" actId="14100"/>
          <ac:spMkLst>
            <pc:docMk/>
            <pc:sldMk cId="2674864379" sldId="1140"/>
            <ac:spMk id="18" creationId="{B0F59428-683C-F407-E8C4-61D43DEED909}"/>
          </ac:spMkLst>
        </pc:spChg>
        <pc:spChg chg="add mod">
          <ac:chgData name="E Po Low (GTS/PT&amp;HSSE)" userId="e509fef0-59b2-4be8-af33-58845cc6d5da" providerId="ADAL" clId="{87CF4BE3-9C60-4FEF-96D0-DEEFF1E3670C}" dt="2026-08-04T02:11:32.744" v="4675" actId="1038"/>
          <ac:spMkLst>
            <pc:docMk/>
            <pc:sldMk cId="2674864379" sldId="1140"/>
            <ac:spMk id="20" creationId="{18689263-B03F-4474-7003-2313FD4E15D3}"/>
          </ac:spMkLst>
        </pc:spChg>
        <pc:spChg chg="add mod">
          <ac:chgData name="E Po Low (GTS/PT&amp;HSSE)" userId="e509fef0-59b2-4be8-af33-58845cc6d5da" providerId="ADAL" clId="{87CF4BE3-9C60-4FEF-96D0-DEEFF1E3670C}" dt="2026-08-04T02:12:56.162" v="4683" actId="1076"/>
          <ac:spMkLst>
            <pc:docMk/>
            <pc:sldMk cId="2674864379" sldId="1140"/>
            <ac:spMk id="24" creationId="{71CB297A-8237-6658-D276-81B20D07FB06}"/>
          </ac:spMkLst>
        </pc:spChg>
        <pc:grpChg chg="add mod">
          <ac:chgData name="E Po Low (GTS/PT&amp;HSSE)" userId="e509fef0-59b2-4be8-af33-58845cc6d5da" providerId="ADAL" clId="{87CF4BE3-9C60-4FEF-96D0-DEEFF1E3670C}" dt="2026-08-04T02:09:26.680" v="4666" actId="1076"/>
          <ac:grpSpMkLst>
            <pc:docMk/>
            <pc:sldMk cId="2674864379" sldId="1140"/>
            <ac:grpSpMk id="11" creationId="{3170F089-1785-1A41-AEE9-0A7AEDC31D18}"/>
          </ac:grpSpMkLst>
        </pc:grpChg>
        <pc:grpChg chg="mod">
          <ac:chgData name="E Po Low (GTS/PT&amp;HSSE)" userId="e509fef0-59b2-4be8-af33-58845cc6d5da" providerId="ADAL" clId="{87CF4BE3-9C60-4FEF-96D0-DEEFF1E3670C}" dt="2026-08-04T02:07:33.919" v="4436"/>
          <ac:grpSpMkLst>
            <pc:docMk/>
            <pc:sldMk cId="2674864379" sldId="1140"/>
            <ac:grpSpMk id="12" creationId="{4737252C-296C-24A8-C646-4394548CBDF8}"/>
          </ac:grpSpMkLst>
        </pc:grpChg>
        <pc:picChg chg="add mod">
          <ac:chgData name="E Po Low (GTS/PT&amp;HSSE)" userId="e509fef0-59b2-4be8-af33-58845cc6d5da" providerId="ADAL" clId="{87CF4BE3-9C60-4FEF-96D0-DEEFF1E3670C}" dt="2026-08-04T02:09:10.165" v="4663" actId="1076"/>
          <ac:picMkLst>
            <pc:docMk/>
            <pc:sldMk cId="2674864379" sldId="1140"/>
            <ac:picMk id="6" creationId="{48EDA017-84F8-2797-CEAB-ED830011BE19}"/>
          </ac:picMkLst>
        </pc:picChg>
        <pc:picChg chg="del mod">
          <ac:chgData name="E Po Low (GTS/PT&amp;HSSE)" userId="e509fef0-59b2-4be8-af33-58845cc6d5da" providerId="ADAL" clId="{87CF4BE3-9C60-4FEF-96D0-DEEFF1E3670C}" dt="2026-08-04T02:04:00.184" v="4421" actId="478"/>
          <ac:picMkLst>
            <pc:docMk/>
            <pc:sldMk cId="2674864379" sldId="1140"/>
            <ac:picMk id="7" creationId="{07D3AFA8-606A-924D-496F-320E771C8A0C}"/>
          </ac:picMkLst>
        </pc:picChg>
        <pc:picChg chg="del">
          <ac:chgData name="E Po Low (GTS/PT&amp;HSSE)" userId="e509fef0-59b2-4be8-af33-58845cc6d5da" providerId="ADAL" clId="{87CF4BE3-9C60-4FEF-96D0-DEEFF1E3670C}" dt="2026-08-04T02:03:59.776" v="4419" actId="478"/>
          <ac:picMkLst>
            <pc:docMk/>
            <pc:sldMk cId="2674864379" sldId="1140"/>
            <ac:picMk id="10" creationId="{0B5039C1-FCFE-E131-A6A6-0095DC198154}"/>
          </ac:picMkLst>
        </pc:picChg>
        <pc:picChg chg="del">
          <ac:chgData name="E Po Low (GTS/PT&amp;HSSE)" userId="e509fef0-59b2-4be8-af33-58845cc6d5da" providerId="ADAL" clId="{87CF4BE3-9C60-4FEF-96D0-DEEFF1E3670C}" dt="2026-08-04T02:04:00.657" v="4422" actId="478"/>
          <ac:picMkLst>
            <pc:docMk/>
            <pc:sldMk cId="2674864379" sldId="1140"/>
            <ac:picMk id="14" creationId="{4CB98CFF-62DF-482F-9060-9289A220A9F3}"/>
          </ac:picMkLst>
        </pc:picChg>
        <pc:cxnChg chg="add mod">
          <ac:chgData name="E Po Low (GTS/PT&amp;HSSE)" userId="e509fef0-59b2-4be8-af33-58845cc6d5da" providerId="ADAL" clId="{87CF4BE3-9C60-4FEF-96D0-DEEFF1E3670C}" dt="2026-08-04T02:11:44.322" v="4677" actId="13822"/>
          <ac:cxnSpMkLst>
            <pc:docMk/>
            <pc:sldMk cId="2674864379" sldId="1140"/>
            <ac:cxnSpMk id="22" creationId="{184E6610-9857-3A09-EE76-B7E2FA9052A6}"/>
          </ac:cxnSpMkLst>
        </pc:cxnChg>
        <pc:cxnChg chg="add mod">
          <ac:chgData name="E Po Low (GTS/PT&amp;HSSE)" userId="e509fef0-59b2-4be8-af33-58845cc6d5da" providerId="ADAL" clId="{87CF4BE3-9C60-4FEF-96D0-DEEFF1E3670C}" dt="2026-08-04T02:13:08.397" v="4685" actId="13822"/>
          <ac:cxnSpMkLst>
            <pc:docMk/>
            <pc:sldMk cId="2674864379" sldId="1140"/>
            <ac:cxnSpMk id="26" creationId="{F8E639C2-74F2-7D96-7647-25063A6DE343}"/>
          </ac:cxnSpMkLst>
        </pc:cxnChg>
      </pc:sldChg>
      <pc:sldChg chg="addSp delSp modSp add mod">
        <pc:chgData name="E Po Low (GTS/PT&amp;HSSE)" userId="e509fef0-59b2-4be8-af33-58845cc6d5da" providerId="ADAL" clId="{87CF4BE3-9C60-4FEF-96D0-DEEFF1E3670C}" dt="2026-08-04T02:51:58.638" v="5508" actId="20577"/>
        <pc:sldMkLst>
          <pc:docMk/>
          <pc:sldMk cId="2192821561" sldId="1141"/>
        </pc:sldMkLst>
        <pc:spChg chg="del">
          <ac:chgData name="E Po Low (GTS/PT&amp;HSSE)" userId="e509fef0-59b2-4be8-af33-58845cc6d5da" providerId="ADAL" clId="{87CF4BE3-9C60-4FEF-96D0-DEEFF1E3670C}" dt="2026-08-04T02:33:15.813" v="5032" actId="478"/>
          <ac:spMkLst>
            <pc:docMk/>
            <pc:sldMk cId="2192821561" sldId="1141"/>
            <ac:spMk id="2" creationId="{7BF9992E-CEAB-0403-FCB0-5D9D22D16AFD}"/>
          </ac:spMkLst>
        </pc:spChg>
        <pc:spChg chg="mod">
          <ac:chgData name="E Po Low (GTS/PT&amp;HSSE)" userId="e509fef0-59b2-4be8-af33-58845cc6d5da" providerId="ADAL" clId="{87CF4BE3-9C60-4FEF-96D0-DEEFF1E3670C}" dt="2026-08-04T02:41:11.496" v="5353" actId="20577"/>
          <ac:spMkLst>
            <pc:docMk/>
            <pc:sldMk cId="2192821561" sldId="1141"/>
            <ac:spMk id="4" creationId="{85DBC7D9-8D42-C92D-0BC5-F8953D98E8BA}"/>
          </ac:spMkLst>
        </pc:spChg>
        <pc:spChg chg="add del mod">
          <ac:chgData name="E Po Low (GTS/PT&amp;HSSE)" userId="e509fef0-59b2-4be8-af33-58845cc6d5da" providerId="ADAL" clId="{87CF4BE3-9C60-4FEF-96D0-DEEFF1E3670C}" dt="2026-08-04T02:33:16.976" v="5033" actId="478"/>
          <ac:spMkLst>
            <pc:docMk/>
            <pc:sldMk cId="2192821561" sldId="1141"/>
            <ac:spMk id="7" creationId="{054DB872-C3C2-C879-465F-BC9BFFDDD2E0}"/>
          </ac:spMkLst>
        </pc:spChg>
        <pc:spChg chg="mod">
          <ac:chgData name="E Po Low (GTS/PT&amp;HSSE)" userId="e509fef0-59b2-4be8-af33-58845cc6d5da" providerId="ADAL" clId="{87CF4BE3-9C60-4FEF-96D0-DEEFF1E3670C}" dt="2026-08-04T02:51:58.638" v="5508" actId="20577"/>
          <ac:spMkLst>
            <pc:docMk/>
            <pc:sldMk cId="2192821561" sldId="1141"/>
            <ac:spMk id="11" creationId="{393BFA5F-4A34-1C02-528D-C1730CEEF8DF}"/>
          </ac:spMkLst>
        </pc:spChg>
        <pc:spChg chg="mod">
          <ac:chgData name="E Po Low (GTS/PT&amp;HSSE)" userId="e509fef0-59b2-4be8-af33-58845cc6d5da" providerId="ADAL" clId="{87CF4BE3-9C60-4FEF-96D0-DEEFF1E3670C}" dt="2026-08-04T02:43:15.040" v="5496" actId="1076"/>
          <ac:spMkLst>
            <pc:docMk/>
            <pc:sldMk cId="2192821561" sldId="1141"/>
            <ac:spMk id="12" creationId="{F4361142-B628-13AF-43F5-C4982A64973C}"/>
          </ac:spMkLst>
        </pc:spChg>
        <pc:spChg chg="mod">
          <ac:chgData name="E Po Low (GTS/PT&amp;HSSE)" userId="e509fef0-59b2-4be8-af33-58845cc6d5da" providerId="ADAL" clId="{87CF4BE3-9C60-4FEF-96D0-DEEFF1E3670C}" dt="2026-08-04T02:42:33.097" v="5356"/>
          <ac:spMkLst>
            <pc:docMk/>
            <pc:sldMk cId="2192821561" sldId="1141"/>
            <ac:spMk id="13" creationId="{70E6BF8F-4105-4A96-70DF-9923ABBB5B2A}"/>
          </ac:spMkLst>
        </pc:spChg>
        <pc:spChg chg="add mod">
          <ac:chgData name="E Po Low (GTS/PT&amp;HSSE)" userId="e509fef0-59b2-4be8-af33-58845cc6d5da" providerId="ADAL" clId="{87CF4BE3-9C60-4FEF-96D0-DEEFF1E3670C}" dt="2026-08-04T02:43:49.496" v="5505" actId="1076"/>
          <ac:spMkLst>
            <pc:docMk/>
            <pc:sldMk cId="2192821561" sldId="1141"/>
            <ac:spMk id="15" creationId="{B1E39FBA-03EC-1640-C120-DC85E9890112}"/>
          </ac:spMkLst>
        </pc:spChg>
        <pc:grpChg chg="add mod">
          <ac:chgData name="E Po Low (GTS/PT&amp;HSSE)" userId="e509fef0-59b2-4be8-af33-58845cc6d5da" providerId="ADAL" clId="{87CF4BE3-9C60-4FEF-96D0-DEEFF1E3670C}" dt="2026-08-04T02:43:53.225" v="5506" actId="1076"/>
          <ac:grpSpMkLst>
            <pc:docMk/>
            <pc:sldMk cId="2192821561" sldId="1141"/>
            <ac:grpSpMk id="9" creationId="{1DB9889F-F5AD-9050-423F-7B6583F32148}"/>
          </ac:grpSpMkLst>
        </pc:grpChg>
        <pc:grpChg chg="mod">
          <ac:chgData name="E Po Low (GTS/PT&amp;HSSE)" userId="e509fef0-59b2-4be8-af33-58845cc6d5da" providerId="ADAL" clId="{87CF4BE3-9C60-4FEF-96D0-DEEFF1E3670C}" dt="2026-08-04T02:42:33.097" v="5356"/>
          <ac:grpSpMkLst>
            <pc:docMk/>
            <pc:sldMk cId="2192821561" sldId="1141"/>
            <ac:grpSpMk id="10" creationId="{F9DE0585-F624-1FBE-9AA0-3DA748085C95}"/>
          </ac:grpSpMkLst>
        </pc:grpChg>
        <pc:picChg chg="del">
          <ac:chgData name="E Po Low (GTS/PT&amp;HSSE)" userId="e509fef0-59b2-4be8-af33-58845cc6d5da" providerId="ADAL" clId="{87CF4BE3-9C60-4FEF-96D0-DEEFF1E3670C}" dt="2026-08-04T02:32:15.802" v="4946" actId="478"/>
          <ac:picMkLst>
            <pc:docMk/>
            <pc:sldMk cId="2192821561" sldId="1141"/>
            <ac:picMk id="6" creationId="{6B5482B4-6CD9-DCBB-2618-B0D82FCF27E2}"/>
          </ac:picMkLst>
        </pc:picChg>
        <pc:picChg chg="mod">
          <ac:chgData name="E Po Low (GTS/PT&amp;HSSE)" userId="e509fef0-59b2-4be8-af33-58845cc6d5da" providerId="ADAL" clId="{87CF4BE3-9C60-4FEF-96D0-DEEFF1E3670C}" dt="2026-08-04T02:43:43.923" v="5504" actId="1076"/>
          <ac:picMkLst>
            <pc:docMk/>
            <pc:sldMk cId="2192821561" sldId="1141"/>
            <ac:picMk id="8" creationId="{D1647EE9-3A90-B374-A69F-C559F3CFD7FB}"/>
          </ac:picMkLst>
        </pc:picChg>
      </pc:sldChg>
      <pc:sldChg chg="delSp modSp add mod">
        <pc:chgData name="E Po Low (GTS/PT&amp;HSSE)" userId="e509fef0-59b2-4be8-af33-58845cc6d5da" providerId="ADAL" clId="{87CF4BE3-9C60-4FEF-96D0-DEEFF1E3670C}" dt="2026-08-04T02:52:11.538" v="5514" actId="1076"/>
        <pc:sldMkLst>
          <pc:docMk/>
          <pc:sldMk cId="2539071843" sldId="1142"/>
        </pc:sldMkLst>
        <pc:spChg chg="del">
          <ac:chgData name="E Po Low (GTS/PT&amp;HSSE)" userId="e509fef0-59b2-4be8-af33-58845cc6d5da" providerId="ADAL" clId="{87CF4BE3-9C60-4FEF-96D0-DEEFF1E3670C}" dt="2026-08-04T02:52:05.531" v="5511" actId="478"/>
          <ac:spMkLst>
            <pc:docMk/>
            <pc:sldMk cId="2539071843" sldId="1142"/>
            <ac:spMk id="15" creationId="{690EE746-7AA7-9EE3-4E97-3BF23D35CB7B}"/>
          </ac:spMkLst>
        </pc:spChg>
        <pc:grpChg chg="del">
          <ac:chgData name="E Po Low (GTS/PT&amp;HSSE)" userId="e509fef0-59b2-4be8-af33-58845cc6d5da" providerId="ADAL" clId="{87CF4BE3-9C60-4FEF-96D0-DEEFF1E3670C}" dt="2026-08-04T02:52:04.351" v="5510" actId="478"/>
          <ac:grpSpMkLst>
            <pc:docMk/>
            <pc:sldMk cId="2539071843" sldId="1142"/>
            <ac:grpSpMk id="9" creationId="{2141615B-1DC3-4ADA-2C03-C61676AE8959}"/>
          </ac:grpSpMkLst>
        </pc:grpChg>
        <pc:picChg chg="mod">
          <ac:chgData name="E Po Low (GTS/PT&amp;HSSE)" userId="e509fef0-59b2-4be8-af33-58845cc6d5da" providerId="ADAL" clId="{87CF4BE3-9C60-4FEF-96D0-DEEFF1E3670C}" dt="2026-08-04T02:52:11.538" v="5514" actId="1076"/>
          <ac:picMkLst>
            <pc:docMk/>
            <pc:sldMk cId="2539071843" sldId="1142"/>
            <ac:picMk id="8" creationId="{66FB0F47-FC06-55E2-52C4-A05160D47E6E}"/>
          </ac:picMkLst>
        </pc:picChg>
      </pc:sldChg>
    </pc:docChg>
  </pc:docChgLst>
</pc:chgInfo>
</file>

<file path=ppt/comments/modernComment_15B_AF1EC15E.xml><?xml version="1.0" encoding="utf-8"?>
<p188:cmLst xmlns:a="http://schemas.openxmlformats.org/drawingml/2006/main" xmlns:r="http://schemas.openxmlformats.org/officeDocument/2006/relationships" xmlns:p188="http://schemas.microsoft.com/office/powerpoint/2018/8/main">
  <p188:cm id="{00E41182-B50F-4C67-BBC6-31BC0C18A90F}" authorId="{4247289C-3F82-1494-9EE1-7EFA55D2A786}" created="2026-07-20T03:46:47.045">
    <ac:txMkLst xmlns:ac="http://schemas.microsoft.com/office/drawing/2013/main/command">
      <pc:docMk xmlns:pc="http://schemas.microsoft.com/office/powerpoint/2013/main/command"/>
      <pc:sldMk xmlns:pc="http://schemas.microsoft.com/office/powerpoint/2013/main/command" cId="2938028382" sldId="347"/>
      <ac:spMk id="5" creationId="{D4BEB54F-3353-6F89-E6E6-47AF1FD85932}"/>
      <ac:txMk cp="9" len="7">
        <ac:context len="17" hash="2751443465"/>
      </ac:txMk>
    </ac:txMkLst>
    <p188:pos x="7345345" y="424554"/>
    <p188:txBody>
      <a:bodyPr/>
      <a:lstStyle/>
      <a:p>
        <a:r>
          <a:rPr lang="en-GB"/>
          <a:t>To be updated later</a:t>
        </a:r>
      </a:p>
    </p188:txBody>
  </p188:cm>
</p188:cmLst>
</file>

<file path=ppt/diagrams/colors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CDC537-C85D-407C-B5A7-FF41444CAB31}" type="doc">
      <dgm:prSet loTypeId="urn:microsoft.com/office/officeart/2005/8/layout/chevron1" loCatId="process" qsTypeId="urn:microsoft.com/office/officeart/2005/8/quickstyle/simple1" qsCatId="simple" csTypeId="urn:microsoft.com/office/officeart/2005/8/colors/accent5_3" csCatId="accent5" phldr="1"/>
      <dgm:spPr/>
    </dgm:pt>
    <dgm:pt modelId="{EFB0BBD7-D82C-42F8-8D53-197750C6DB89}">
      <dgm:prSet phldrT="[Text]" custT="1"/>
      <dgm:spPr>
        <a:solidFill>
          <a:schemeClr val="accent2"/>
        </a:solidFill>
      </dgm:spPr>
      <dgm:t>
        <a:bodyPr/>
        <a:lstStyle/>
        <a:p>
          <a:r>
            <a:rPr lang="en-MY" sz="1200" b="1">
              <a:solidFill>
                <a:schemeClr val="bg1"/>
              </a:solidFill>
              <a:latin typeface="Arial" panose="020B0604020202020204" pitchFamily="34" charset="0"/>
              <a:cs typeface="Arial" panose="020B0604020202020204" pitchFamily="34" charset="0"/>
            </a:rPr>
            <a:t>Process Understanding &amp; Data Collection</a:t>
          </a:r>
        </a:p>
      </dgm:t>
    </dgm:pt>
    <dgm:pt modelId="{5E2EC315-219F-412D-BDEC-755FA00B01ED}" type="parTrans" cxnId="{562B84FB-29F9-4F8A-94AB-F1C911B0A9AD}">
      <dgm:prSet/>
      <dgm:spPr/>
      <dgm:t>
        <a:bodyPr/>
        <a:lstStyle/>
        <a:p>
          <a:endParaRPr lang="en-MY" sz="1200" b="1">
            <a:solidFill>
              <a:schemeClr val="tx1"/>
            </a:solidFill>
            <a:latin typeface="Arial" panose="020B0604020202020204" pitchFamily="34" charset="0"/>
            <a:cs typeface="Arial" panose="020B0604020202020204" pitchFamily="34" charset="0"/>
          </a:endParaRPr>
        </a:p>
      </dgm:t>
    </dgm:pt>
    <dgm:pt modelId="{B9852270-BFCD-4581-B3A9-0041F407CE06}" type="sibTrans" cxnId="{562B84FB-29F9-4F8A-94AB-F1C911B0A9AD}">
      <dgm:prSet/>
      <dgm:spPr/>
      <dgm:t>
        <a:bodyPr/>
        <a:lstStyle/>
        <a:p>
          <a:endParaRPr lang="en-MY" sz="1200" b="1">
            <a:solidFill>
              <a:schemeClr val="tx1"/>
            </a:solidFill>
            <a:latin typeface="Arial" panose="020B0604020202020204" pitchFamily="34" charset="0"/>
            <a:cs typeface="Arial" panose="020B0604020202020204" pitchFamily="34" charset="0"/>
          </a:endParaRPr>
        </a:p>
      </dgm:t>
    </dgm:pt>
    <dgm:pt modelId="{DFCC1F41-F01F-444F-ACBB-D46C27A8B130}">
      <dgm:prSet phldrT="[Text]" custT="1"/>
      <dgm:spPr>
        <a:solidFill>
          <a:schemeClr val="accent3">
            <a:lumMod val="20000"/>
            <a:lumOff val="80000"/>
          </a:schemeClr>
        </a:solidFill>
      </dgm:spPr>
      <dgm:t>
        <a:bodyPr/>
        <a:lstStyle/>
        <a:p>
          <a:r>
            <a:rPr lang="en-MY" sz="1200" b="1">
              <a:solidFill>
                <a:schemeClr val="tx1"/>
              </a:solidFill>
              <a:latin typeface="Arial" panose="020B0604020202020204" pitchFamily="34" charset="0"/>
              <a:cs typeface="Arial" panose="020B0604020202020204" pitchFamily="34" charset="0"/>
            </a:rPr>
            <a:t>Data Analysis</a:t>
          </a:r>
        </a:p>
      </dgm:t>
    </dgm:pt>
    <dgm:pt modelId="{21C7307B-33B7-41A8-8C3C-B4BC9689A804}" type="parTrans" cxnId="{4C60DBCF-274B-4E1C-A8A4-6865F4E435AC}">
      <dgm:prSet/>
      <dgm:spPr/>
      <dgm:t>
        <a:bodyPr/>
        <a:lstStyle/>
        <a:p>
          <a:endParaRPr lang="en-MY" sz="1200" b="1">
            <a:solidFill>
              <a:schemeClr val="tx1"/>
            </a:solidFill>
            <a:latin typeface="Arial" panose="020B0604020202020204" pitchFamily="34" charset="0"/>
            <a:cs typeface="Arial" panose="020B0604020202020204" pitchFamily="34" charset="0"/>
          </a:endParaRPr>
        </a:p>
      </dgm:t>
    </dgm:pt>
    <dgm:pt modelId="{092893B8-0187-432B-B55F-3D49A0514659}" type="sibTrans" cxnId="{4C60DBCF-274B-4E1C-A8A4-6865F4E435AC}">
      <dgm:prSet/>
      <dgm:spPr/>
      <dgm:t>
        <a:bodyPr/>
        <a:lstStyle/>
        <a:p>
          <a:endParaRPr lang="en-MY" sz="1200" b="1">
            <a:solidFill>
              <a:schemeClr val="tx1"/>
            </a:solidFill>
            <a:latin typeface="Arial" panose="020B0604020202020204" pitchFamily="34" charset="0"/>
            <a:cs typeface="Arial" panose="020B0604020202020204" pitchFamily="34" charset="0"/>
          </a:endParaRPr>
        </a:p>
      </dgm:t>
    </dgm:pt>
    <dgm:pt modelId="{E8560719-A69D-4D0A-B4E5-CCD569A472B5}">
      <dgm:prSet phldrT="[Text]" custT="1"/>
      <dgm:spPr>
        <a:solidFill>
          <a:srgbClr val="763F98"/>
        </a:solidFill>
        <a:ln w="12700" cap="flat" cmpd="sng" algn="ctr">
          <a:solidFill>
            <a:srgbClr val="FFFFFF">
              <a:hueOff val="0"/>
              <a:satOff val="0"/>
              <a:lumOff val="0"/>
              <a:alphaOff val="0"/>
            </a:srgbClr>
          </a:solidFill>
          <a:prstDash val="solid"/>
          <a:miter lim="800000"/>
        </a:ln>
        <a:effectLst/>
      </dgm:spPr>
      <dgm:t>
        <a:bodyPr spcFirstLastPara="0" vert="horz" wrap="square" lIns="48006" tIns="16002" rIns="16002" bIns="16002" numCol="1" spcCol="1270" anchor="ctr" anchorCtr="0"/>
        <a:lstStyle/>
        <a:p>
          <a:pPr marL="0" lvl="0" indent="0" algn="ctr" defTabSz="533400">
            <a:lnSpc>
              <a:spcPct val="90000"/>
            </a:lnSpc>
            <a:spcBef>
              <a:spcPct val="0"/>
            </a:spcBef>
            <a:spcAft>
              <a:spcPct val="35000"/>
            </a:spcAft>
            <a:buNone/>
          </a:pPr>
          <a:r>
            <a:rPr lang="en-MY" sz="1200" b="1" kern="1200">
              <a:solidFill>
                <a:srgbClr val="FFFFFF"/>
              </a:solidFill>
              <a:latin typeface="Arial" panose="020B0604020202020204" pitchFamily="34" charset="0"/>
              <a:ea typeface="+mn-ea"/>
              <a:cs typeface="Arial" panose="020B0604020202020204" pitchFamily="34" charset="0"/>
            </a:rPr>
            <a:t>Information Consolidation and Controller Assessment</a:t>
          </a:r>
        </a:p>
      </dgm:t>
    </dgm:pt>
    <dgm:pt modelId="{21BAD3E5-EFFD-46FE-B710-251551834B57}" type="parTrans" cxnId="{CB24409C-F6E6-4E1E-B1C1-128BF941D8E1}">
      <dgm:prSet/>
      <dgm:spPr/>
      <dgm:t>
        <a:bodyPr/>
        <a:lstStyle/>
        <a:p>
          <a:endParaRPr lang="en-MY" sz="1200" b="1">
            <a:solidFill>
              <a:schemeClr val="tx1"/>
            </a:solidFill>
            <a:latin typeface="Arial" panose="020B0604020202020204" pitchFamily="34" charset="0"/>
            <a:cs typeface="Arial" panose="020B0604020202020204" pitchFamily="34" charset="0"/>
          </a:endParaRPr>
        </a:p>
      </dgm:t>
    </dgm:pt>
    <dgm:pt modelId="{25BF0A38-89FB-4705-92D5-6A32E64FCDA5}" type="sibTrans" cxnId="{CB24409C-F6E6-4E1E-B1C1-128BF941D8E1}">
      <dgm:prSet/>
      <dgm:spPr/>
      <dgm:t>
        <a:bodyPr/>
        <a:lstStyle/>
        <a:p>
          <a:endParaRPr lang="en-MY" sz="1200" b="1">
            <a:solidFill>
              <a:schemeClr val="tx1"/>
            </a:solidFill>
            <a:latin typeface="Arial" panose="020B0604020202020204" pitchFamily="34" charset="0"/>
            <a:cs typeface="Arial" panose="020B0604020202020204" pitchFamily="34" charset="0"/>
          </a:endParaRPr>
        </a:p>
      </dgm:t>
    </dgm:pt>
    <dgm:pt modelId="{ED08ED23-6455-4C69-9A56-456334796513}">
      <dgm:prSet custT="1"/>
      <dgm:spPr>
        <a:solidFill>
          <a:schemeClr val="accent3">
            <a:lumMod val="20000"/>
            <a:lumOff val="80000"/>
          </a:schemeClr>
        </a:solidFill>
        <a:ln w="12700" cap="flat" cmpd="sng" algn="ctr">
          <a:solidFill>
            <a:srgbClr val="FFFFFF">
              <a:hueOff val="0"/>
              <a:satOff val="0"/>
              <a:lumOff val="0"/>
              <a:alphaOff val="0"/>
            </a:srgbClr>
          </a:solidFill>
          <a:prstDash val="solid"/>
          <a:miter lim="800000"/>
        </a:ln>
        <a:effectLst/>
      </dgm:spPr>
      <dgm:t>
        <a:bodyPr spcFirstLastPara="0" vert="horz" wrap="square" lIns="48006" tIns="16002" rIns="16002" bIns="16002" numCol="1" spcCol="1270" anchor="ctr" anchorCtr="0"/>
        <a:lstStyle/>
        <a:p>
          <a:r>
            <a:rPr lang="en-US" sz="1200" b="1" kern="1200">
              <a:solidFill>
                <a:schemeClr val="tx1"/>
              </a:solidFill>
              <a:latin typeface="Arial" panose="020B0604020202020204" pitchFamily="34" charset="0"/>
              <a:cs typeface="Arial" panose="020B0604020202020204" pitchFamily="34" charset="0"/>
            </a:rPr>
            <a:t>BLCA Recommendation &amp; PIMS </a:t>
          </a:r>
          <a:r>
            <a:rPr lang="en-US" sz="1200" b="1" kern="1200">
              <a:solidFill>
                <a:srgbClr val="000000"/>
              </a:solidFill>
              <a:latin typeface="Arial" panose="020B0604020202020204" pitchFamily="34" charset="0"/>
              <a:ea typeface="+mn-ea"/>
              <a:cs typeface="Arial" panose="020B0604020202020204" pitchFamily="34" charset="0"/>
            </a:rPr>
            <a:t>assessment</a:t>
          </a:r>
          <a:endParaRPr lang="en-MY" sz="1200" b="1" kern="1200">
            <a:solidFill>
              <a:srgbClr val="000000"/>
            </a:solidFill>
            <a:latin typeface="Arial" panose="020B0604020202020204" pitchFamily="34" charset="0"/>
            <a:ea typeface="+mn-ea"/>
            <a:cs typeface="Arial" panose="020B0604020202020204" pitchFamily="34" charset="0"/>
          </a:endParaRPr>
        </a:p>
      </dgm:t>
    </dgm:pt>
    <dgm:pt modelId="{A1082EB2-E1A4-49FB-8CD2-279A22CAAF1F}" type="parTrans" cxnId="{D03B7F6D-EB10-4C2B-8C15-1C68F7ECC16F}">
      <dgm:prSet/>
      <dgm:spPr/>
      <dgm:t>
        <a:bodyPr/>
        <a:lstStyle/>
        <a:p>
          <a:endParaRPr lang="en-MY" sz="1200" b="1">
            <a:solidFill>
              <a:schemeClr val="tx1"/>
            </a:solidFill>
            <a:latin typeface="Arial" panose="020B0604020202020204" pitchFamily="34" charset="0"/>
            <a:cs typeface="Arial" panose="020B0604020202020204" pitchFamily="34" charset="0"/>
          </a:endParaRPr>
        </a:p>
      </dgm:t>
    </dgm:pt>
    <dgm:pt modelId="{E48123F1-1B99-42E5-8CD0-68FA4A3DEC7F}" type="sibTrans" cxnId="{D03B7F6D-EB10-4C2B-8C15-1C68F7ECC16F}">
      <dgm:prSet/>
      <dgm:spPr/>
      <dgm:t>
        <a:bodyPr/>
        <a:lstStyle/>
        <a:p>
          <a:endParaRPr lang="en-MY" sz="1200" b="1">
            <a:solidFill>
              <a:schemeClr val="tx1"/>
            </a:solidFill>
            <a:latin typeface="Arial" panose="020B0604020202020204" pitchFamily="34" charset="0"/>
            <a:cs typeface="Arial" panose="020B0604020202020204" pitchFamily="34" charset="0"/>
          </a:endParaRPr>
        </a:p>
      </dgm:t>
    </dgm:pt>
    <dgm:pt modelId="{16288BBE-2102-485B-99FA-B381E835E46C}" type="pres">
      <dgm:prSet presAssocID="{0ECDC537-C85D-407C-B5A7-FF41444CAB31}" presName="Name0" presStyleCnt="0">
        <dgm:presLayoutVars>
          <dgm:dir/>
          <dgm:animLvl val="lvl"/>
          <dgm:resizeHandles val="exact"/>
        </dgm:presLayoutVars>
      </dgm:prSet>
      <dgm:spPr/>
    </dgm:pt>
    <dgm:pt modelId="{448AD726-A110-4C6C-B64B-426B37717F63}" type="pres">
      <dgm:prSet presAssocID="{EFB0BBD7-D82C-42F8-8D53-197750C6DB89}" presName="parTxOnly" presStyleLbl="node1" presStyleIdx="0" presStyleCnt="4" custLinFactNeighborX="52535">
        <dgm:presLayoutVars>
          <dgm:chMax val="0"/>
          <dgm:chPref val="0"/>
          <dgm:bulletEnabled val="1"/>
        </dgm:presLayoutVars>
      </dgm:prSet>
      <dgm:spPr/>
    </dgm:pt>
    <dgm:pt modelId="{CC9FF686-6390-400A-8954-A8980AB1EB29}" type="pres">
      <dgm:prSet presAssocID="{B9852270-BFCD-4581-B3A9-0041F407CE06}" presName="parTxOnlySpace" presStyleCnt="0"/>
      <dgm:spPr/>
    </dgm:pt>
    <dgm:pt modelId="{D7D13478-0C1E-4086-8424-4697A4B7BF5C}" type="pres">
      <dgm:prSet presAssocID="{DFCC1F41-F01F-444F-ACBB-D46C27A8B130}" presName="parTxOnly" presStyleLbl="node1" presStyleIdx="1" presStyleCnt="4">
        <dgm:presLayoutVars>
          <dgm:chMax val="0"/>
          <dgm:chPref val="0"/>
          <dgm:bulletEnabled val="1"/>
        </dgm:presLayoutVars>
      </dgm:prSet>
      <dgm:spPr/>
    </dgm:pt>
    <dgm:pt modelId="{99836543-0CAF-4C91-A08F-F13B6B9C0B9E}" type="pres">
      <dgm:prSet presAssocID="{092893B8-0187-432B-B55F-3D49A0514659}" presName="parTxOnlySpace" presStyleCnt="0"/>
      <dgm:spPr/>
    </dgm:pt>
    <dgm:pt modelId="{46C3D985-EF1D-4B34-9757-99DA731CC133}" type="pres">
      <dgm:prSet presAssocID="{E8560719-A69D-4D0A-B4E5-CCD569A472B5}" presName="parTxOnly" presStyleLbl="node1" presStyleIdx="2" presStyleCnt="4" custLinFactNeighborX="-52535">
        <dgm:presLayoutVars>
          <dgm:chMax val="0"/>
          <dgm:chPref val="0"/>
          <dgm:bulletEnabled val="1"/>
        </dgm:presLayoutVars>
      </dgm:prSet>
      <dgm:spPr>
        <a:xfrm>
          <a:off x="5462539" y="0"/>
          <a:ext cx="3119690" cy="1068937"/>
        </a:xfrm>
        <a:prstGeom prst="chevron">
          <a:avLst/>
        </a:prstGeom>
      </dgm:spPr>
    </dgm:pt>
    <dgm:pt modelId="{5B610835-98BA-45B4-83C0-6ED4F9F9AACE}" type="pres">
      <dgm:prSet presAssocID="{25BF0A38-89FB-4705-92D5-6A32E64FCDA5}" presName="parTxOnlySpace" presStyleCnt="0"/>
      <dgm:spPr/>
    </dgm:pt>
    <dgm:pt modelId="{4196A2DF-9D72-41CF-8FB2-82DE3CC07CEA}" type="pres">
      <dgm:prSet presAssocID="{ED08ED23-6455-4C69-9A56-456334796513}" presName="parTxOnly" presStyleLbl="node1" presStyleIdx="3" presStyleCnt="4" custScaleX="112816" custLinFactX="-1062" custLinFactNeighborX="-100000">
        <dgm:presLayoutVars>
          <dgm:chMax val="0"/>
          <dgm:chPref val="0"/>
          <dgm:bulletEnabled val="1"/>
        </dgm:presLayoutVars>
      </dgm:prSet>
      <dgm:spPr>
        <a:xfrm>
          <a:off x="8089053" y="0"/>
          <a:ext cx="3519509" cy="758899"/>
        </a:xfrm>
        <a:prstGeom prst="chevron">
          <a:avLst/>
        </a:prstGeom>
      </dgm:spPr>
    </dgm:pt>
  </dgm:ptLst>
  <dgm:cxnLst>
    <dgm:cxn modelId="{70B21F63-87D4-4171-AFC6-DC0AB5270BE3}" type="presOf" srcId="{DFCC1F41-F01F-444F-ACBB-D46C27A8B130}" destId="{D7D13478-0C1E-4086-8424-4697A4B7BF5C}" srcOrd="0" destOrd="0" presId="urn:microsoft.com/office/officeart/2005/8/layout/chevron1"/>
    <dgm:cxn modelId="{E1A34A48-3449-4020-AED9-5F253E0AB926}" type="presOf" srcId="{0ECDC537-C85D-407C-B5A7-FF41444CAB31}" destId="{16288BBE-2102-485B-99FA-B381E835E46C}" srcOrd="0" destOrd="0" presId="urn:microsoft.com/office/officeart/2005/8/layout/chevron1"/>
    <dgm:cxn modelId="{0644734D-050D-42D2-9F3D-5DA05842CB48}" type="presOf" srcId="{EFB0BBD7-D82C-42F8-8D53-197750C6DB89}" destId="{448AD726-A110-4C6C-B64B-426B37717F63}" srcOrd="0" destOrd="0" presId="urn:microsoft.com/office/officeart/2005/8/layout/chevron1"/>
    <dgm:cxn modelId="{D03B7F6D-EB10-4C2B-8C15-1C68F7ECC16F}" srcId="{0ECDC537-C85D-407C-B5A7-FF41444CAB31}" destId="{ED08ED23-6455-4C69-9A56-456334796513}" srcOrd="3" destOrd="0" parTransId="{A1082EB2-E1A4-49FB-8CD2-279A22CAAF1F}" sibTransId="{E48123F1-1B99-42E5-8CD0-68FA4A3DEC7F}"/>
    <dgm:cxn modelId="{CB24409C-F6E6-4E1E-B1C1-128BF941D8E1}" srcId="{0ECDC537-C85D-407C-B5A7-FF41444CAB31}" destId="{E8560719-A69D-4D0A-B4E5-CCD569A472B5}" srcOrd="2" destOrd="0" parTransId="{21BAD3E5-EFFD-46FE-B710-251551834B57}" sibTransId="{25BF0A38-89FB-4705-92D5-6A32E64FCDA5}"/>
    <dgm:cxn modelId="{BDFA76BB-1546-4930-867F-81DD2A56E05B}" type="presOf" srcId="{ED08ED23-6455-4C69-9A56-456334796513}" destId="{4196A2DF-9D72-41CF-8FB2-82DE3CC07CEA}" srcOrd="0" destOrd="0" presId="urn:microsoft.com/office/officeart/2005/8/layout/chevron1"/>
    <dgm:cxn modelId="{4C60DBCF-274B-4E1C-A8A4-6865F4E435AC}" srcId="{0ECDC537-C85D-407C-B5A7-FF41444CAB31}" destId="{DFCC1F41-F01F-444F-ACBB-D46C27A8B130}" srcOrd="1" destOrd="0" parTransId="{21C7307B-33B7-41A8-8C3C-B4BC9689A804}" sibTransId="{092893B8-0187-432B-B55F-3D49A0514659}"/>
    <dgm:cxn modelId="{1D4CCAF7-D051-47B9-B491-5D437C6D3A07}" type="presOf" srcId="{E8560719-A69D-4D0A-B4E5-CCD569A472B5}" destId="{46C3D985-EF1D-4B34-9757-99DA731CC133}" srcOrd="0" destOrd="0" presId="urn:microsoft.com/office/officeart/2005/8/layout/chevron1"/>
    <dgm:cxn modelId="{562B84FB-29F9-4F8A-94AB-F1C911B0A9AD}" srcId="{0ECDC537-C85D-407C-B5A7-FF41444CAB31}" destId="{EFB0BBD7-D82C-42F8-8D53-197750C6DB89}" srcOrd="0" destOrd="0" parTransId="{5E2EC315-219F-412D-BDEC-755FA00B01ED}" sibTransId="{B9852270-BFCD-4581-B3A9-0041F407CE06}"/>
    <dgm:cxn modelId="{AB4A6948-AEFB-40BF-ACF7-95AF42582E07}" type="presParOf" srcId="{16288BBE-2102-485B-99FA-B381E835E46C}" destId="{448AD726-A110-4C6C-B64B-426B37717F63}" srcOrd="0" destOrd="0" presId="urn:microsoft.com/office/officeart/2005/8/layout/chevron1"/>
    <dgm:cxn modelId="{586DE34C-6BD3-4724-8235-F87346439FBF}" type="presParOf" srcId="{16288BBE-2102-485B-99FA-B381E835E46C}" destId="{CC9FF686-6390-400A-8954-A8980AB1EB29}" srcOrd="1" destOrd="0" presId="urn:microsoft.com/office/officeart/2005/8/layout/chevron1"/>
    <dgm:cxn modelId="{5D9FB535-2174-4D4D-8563-2BCD23ADA6FD}" type="presParOf" srcId="{16288BBE-2102-485B-99FA-B381E835E46C}" destId="{D7D13478-0C1E-4086-8424-4697A4B7BF5C}" srcOrd="2" destOrd="0" presId="urn:microsoft.com/office/officeart/2005/8/layout/chevron1"/>
    <dgm:cxn modelId="{23367FE4-05A3-4FDF-8CEC-6FFB6A2F2EC3}" type="presParOf" srcId="{16288BBE-2102-485B-99FA-B381E835E46C}" destId="{99836543-0CAF-4C91-A08F-F13B6B9C0B9E}" srcOrd="3" destOrd="0" presId="urn:microsoft.com/office/officeart/2005/8/layout/chevron1"/>
    <dgm:cxn modelId="{EE04A48F-42D3-41C7-92F3-B5797A5FA971}" type="presParOf" srcId="{16288BBE-2102-485B-99FA-B381E835E46C}" destId="{46C3D985-EF1D-4B34-9757-99DA731CC133}" srcOrd="4" destOrd="0" presId="urn:microsoft.com/office/officeart/2005/8/layout/chevron1"/>
    <dgm:cxn modelId="{278315FF-F983-4013-88E4-4726561D1EFE}" type="presParOf" srcId="{16288BBE-2102-485B-99FA-B381E835E46C}" destId="{5B610835-98BA-45B4-83C0-6ED4F9F9AACE}" srcOrd="5" destOrd="0" presId="urn:microsoft.com/office/officeart/2005/8/layout/chevron1"/>
    <dgm:cxn modelId="{30F3876B-2FDF-4A98-948D-C0C2597EA2D2}" type="presParOf" srcId="{16288BBE-2102-485B-99FA-B381E835E46C}" destId="{4196A2DF-9D72-41CF-8FB2-82DE3CC07CEA}"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8AD726-A110-4C6C-B64B-426B37717F63}">
      <dsp:nvSpPr>
        <dsp:cNvPr id="0" name=""/>
        <dsp:cNvSpPr/>
      </dsp:nvSpPr>
      <dsp:spPr>
        <a:xfrm>
          <a:off x="171132" y="0"/>
          <a:ext cx="3052770" cy="758899"/>
        </a:xfrm>
        <a:prstGeom prst="chevron">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MY" sz="1200" b="1" kern="1200">
              <a:solidFill>
                <a:schemeClr val="bg1"/>
              </a:solidFill>
              <a:latin typeface="Arial" panose="020B0604020202020204" pitchFamily="34" charset="0"/>
              <a:cs typeface="Arial" panose="020B0604020202020204" pitchFamily="34" charset="0"/>
            </a:rPr>
            <a:t>Process Understanding &amp; Data Collection</a:t>
          </a:r>
        </a:p>
      </dsp:txBody>
      <dsp:txXfrm>
        <a:off x="550582" y="0"/>
        <a:ext cx="2293871" cy="758899"/>
      </dsp:txXfrm>
    </dsp:sp>
    <dsp:sp modelId="{D7D13478-0C1E-4086-8424-4697A4B7BF5C}">
      <dsp:nvSpPr>
        <dsp:cNvPr id="0" name=""/>
        <dsp:cNvSpPr/>
      </dsp:nvSpPr>
      <dsp:spPr>
        <a:xfrm>
          <a:off x="2758248" y="0"/>
          <a:ext cx="3052770" cy="758899"/>
        </a:xfrm>
        <a:prstGeom prst="chevron">
          <a:avLst/>
        </a:prstGeom>
        <a:solidFill>
          <a:schemeClr val="accent3">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MY" sz="1200" b="1" kern="1200">
              <a:solidFill>
                <a:schemeClr val="tx1"/>
              </a:solidFill>
              <a:latin typeface="Arial" panose="020B0604020202020204" pitchFamily="34" charset="0"/>
              <a:cs typeface="Arial" panose="020B0604020202020204" pitchFamily="34" charset="0"/>
            </a:rPr>
            <a:t>Data Analysis</a:t>
          </a:r>
        </a:p>
      </dsp:txBody>
      <dsp:txXfrm>
        <a:off x="3137698" y="0"/>
        <a:ext cx="2293871" cy="758899"/>
      </dsp:txXfrm>
    </dsp:sp>
    <dsp:sp modelId="{46C3D985-EF1D-4B34-9757-99DA731CC133}">
      <dsp:nvSpPr>
        <dsp:cNvPr id="0" name=""/>
        <dsp:cNvSpPr/>
      </dsp:nvSpPr>
      <dsp:spPr>
        <a:xfrm>
          <a:off x="5345365" y="0"/>
          <a:ext cx="3052770" cy="758899"/>
        </a:xfrm>
        <a:prstGeom prst="chevron">
          <a:avLst/>
        </a:prstGeom>
        <a:solidFill>
          <a:srgbClr val="763F98"/>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MY" sz="1200" b="1" kern="1200">
              <a:solidFill>
                <a:srgbClr val="FFFFFF"/>
              </a:solidFill>
              <a:latin typeface="Arial" panose="020B0604020202020204" pitchFamily="34" charset="0"/>
              <a:ea typeface="+mn-ea"/>
              <a:cs typeface="Arial" panose="020B0604020202020204" pitchFamily="34" charset="0"/>
            </a:rPr>
            <a:t>Information Consolidation and Controller Assessment</a:t>
          </a:r>
        </a:p>
      </dsp:txBody>
      <dsp:txXfrm>
        <a:off x="5724815" y="0"/>
        <a:ext cx="2293871" cy="758899"/>
      </dsp:txXfrm>
    </dsp:sp>
    <dsp:sp modelId="{4196A2DF-9D72-41CF-8FB2-82DE3CC07CEA}">
      <dsp:nvSpPr>
        <dsp:cNvPr id="0" name=""/>
        <dsp:cNvSpPr/>
      </dsp:nvSpPr>
      <dsp:spPr>
        <a:xfrm>
          <a:off x="7915538" y="0"/>
          <a:ext cx="3444013" cy="758899"/>
        </a:xfrm>
        <a:prstGeom prst="chevron">
          <a:avLst/>
        </a:prstGeom>
        <a:solidFill>
          <a:schemeClr val="accent3">
            <a:lumMod val="20000"/>
            <a:lumOff val="80000"/>
          </a:scheme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8006" tIns="16002" rIns="16002" bIns="16002"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tx1"/>
              </a:solidFill>
              <a:latin typeface="Arial" panose="020B0604020202020204" pitchFamily="34" charset="0"/>
              <a:cs typeface="Arial" panose="020B0604020202020204" pitchFamily="34" charset="0"/>
            </a:rPr>
            <a:t>BLCA Recommendation &amp; PIMS </a:t>
          </a:r>
          <a:r>
            <a:rPr lang="en-US" sz="1200" b="1" kern="1200">
              <a:solidFill>
                <a:srgbClr val="000000"/>
              </a:solidFill>
              <a:latin typeface="Arial" panose="020B0604020202020204" pitchFamily="34" charset="0"/>
              <a:ea typeface="+mn-ea"/>
              <a:cs typeface="Arial" panose="020B0604020202020204" pitchFamily="34" charset="0"/>
            </a:rPr>
            <a:t>assessment</a:t>
          </a:r>
          <a:endParaRPr lang="en-MY" sz="1200" b="1" kern="1200">
            <a:solidFill>
              <a:srgbClr val="000000"/>
            </a:solidFill>
            <a:latin typeface="Arial" panose="020B0604020202020204" pitchFamily="34" charset="0"/>
            <a:ea typeface="+mn-ea"/>
            <a:cs typeface="Arial" panose="020B0604020202020204" pitchFamily="34" charset="0"/>
          </a:endParaRPr>
        </a:p>
      </dsp:txBody>
      <dsp:txXfrm>
        <a:off x="8294988" y="0"/>
        <a:ext cx="2685114" cy="758899"/>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94F715-F4DC-1E81-9FA2-F3E7B455E37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22B81333-ED29-BD21-A356-F73B65C49D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FBC31AC-4FBC-43AE-8E0D-26B0DB8F48B9}" type="datetimeFigureOut">
              <a:rPr lang="en-GB" smtClean="0"/>
              <a:t>04/08/2026</a:t>
            </a:fld>
            <a:endParaRPr lang="en-GB"/>
          </a:p>
        </p:txBody>
      </p:sp>
      <p:sp>
        <p:nvSpPr>
          <p:cNvPr id="4" name="Footer Placeholder 3">
            <a:extLst>
              <a:ext uri="{FF2B5EF4-FFF2-40B4-BE49-F238E27FC236}">
                <a16:creationId xmlns:a16="http://schemas.microsoft.com/office/drawing/2014/main" id="{949ECE2C-B2EC-EFC4-1A28-1194DC83257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2D77D6AC-0F38-76DA-2054-18D20F9905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DB6736-0007-4AC1-8CD9-D5AF7C6F1902}" type="slidenum">
              <a:rPr lang="en-GB" smtClean="0"/>
              <a:t>‹#›</a:t>
            </a:fld>
            <a:endParaRPr lang="en-GB"/>
          </a:p>
        </p:txBody>
      </p:sp>
    </p:spTree>
    <p:extLst>
      <p:ext uri="{BB962C8B-B14F-4D97-AF65-F5344CB8AC3E}">
        <p14:creationId xmlns:p14="http://schemas.microsoft.com/office/powerpoint/2010/main" val="193543050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168F5BBB-D2F5-B348-9D4D-EB0BE5A61DBD}" type="datetimeFigureOut">
              <a:rPr lang="en-US" smtClean="0"/>
              <a:pPr/>
              <a:t>8/4/2026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6FCDF82-93C1-0549-BED2-51860D1A520A}" type="slidenum">
              <a:rPr lang="en-US" smtClean="0"/>
              <a:pPr/>
              <a:t>‹#›</a:t>
            </a:fld>
            <a:endParaRPr lang="en-US"/>
          </a:p>
        </p:txBody>
      </p:sp>
    </p:spTree>
    <p:extLst>
      <p:ext uri="{BB962C8B-B14F-4D97-AF65-F5344CB8AC3E}">
        <p14:creationId xmlns:p14="http://schemas.microsoft.com/office/powerpoint/2010/main" val="1089207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47.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48.xml"/><Relationship Id="rId2" Type="http://schemas.openxmlformats.org/officeDocument/2006/relationships/notesMaster" Target="../notesMasters/notesMaster1.xml"/><Relationship Id="rId1" Type="http://schemas.openxmlformats.org/officeDocument/2006/relationships/tags" Target="../tags/tag4.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custDataLst>
              <p:tags r:id="rId1"/>
            </p:custDataLst>
          </p:nvPr>
        </p:nvSpPr>
        <p:spPr>
          <a:xfrm>
            <a:off x="0" y="9431600"/>
            <a:ext cx="6858000" cy="498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Internal</a:t>
            </a:r>
          </a:p>
        </p:txBody>
      </p:sp>
      <p:sp>
        <p:nvSpPr>
          <p:cNvPr id="6" name="Slide Number Placeholder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28A7FC-9D02-4B44-A1D9-46F3F72DF6F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2356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custDataLst>
              <p:tags r:id="rId1"/>
            </p:custDataLst>
          </p:nvPr>
        </p:nvSpPr>
        <p:spPr>
          <a:xfrm>
            <a:off x="0" y="9431600"/>
            <a:ext cx="6858000" cy="498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Internal</a:t>
            </a:r>
          </a:p>
        </p:txBody>
      </p:sp>
      <p:sp>
        <p:nvSpPr>
          <p:cNvPr id="6" name="Slide Number Placeholder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28A7FC-9D02-4B44-A1D9-46F3F72DF6F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4733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6FCDF82-93C1-0549-BED2-51860D1A520A}" type="slidenum">
              <a:rPr lang="en-US" smtClean="0"/>
              <a:pPr/>
              <a:t>61</a:t>
            </a:fld>
            <a:endParaRPr lang="en-US"/>
          </a:p>
        </p:txBody>
      </p:sp>
    </p:spTree>
    <p:extLst>
      <p:ext uri="{BB962C8B-B14F-4D97-AF65-F5344CB8AC3E}">
        <p14:creationId xmlns:p14="http://schemas.microsoft.com/office/powerpoint/2010/main" val="2506955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6FCDF82-93C1-0549-BED2-51860D1A520A}" type="slidenum">
              <a:rPr lang="en-US" smtClean="0"/>
              <a:pPr/>
              <a:t>66</a:t>
            </a:fld>
            <a:endParaRPr lang="en-US"/>
          </a:p>
        </p:txBody>
      </p:sp>
    </p:spTree>
    <p:extLst>
      <p:ext uri="{BB962C8B-B14F-4D97-AF65-F5344CB8AC3E}">
        <p14:creationId xmlns:p14="http://schemas.microsoft.com/office/powerpoint/2010/main" val="2783019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6FCDF82-93C1-0549-BED2-51860D1A520A}" type="slidenum">
              <a:rPr lang="en-US" smtClean="0"/>
              <a:pPr/>
              <a:t>69</a:t>
            </a:fld>
            <a:endParaRPr lang="en-US"/>
          </a:p>
        </p:txBody>
      </p:sp>
    </p:spTree>
    <p:extLst>
      <p:ext uri="{BB962C8B-B14F-4D97-AF65-F5344CB8AC3E}">
        <p14:creationId xmlns:p14="http://schemas.microsoft.com/office/powerpoint/2010/main" val="20173865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301E4-0ADD-984D-9668-07FDFB24A915}"/>
              </a:ext>
            </a:extLst>
          </p:cNvPr>
          <p:cNvSpPr>
            <a:spLocks noGrp="1"/>
          </p:cNvSpPr>
          <p:nvPr>
            <p:ph type="ctrTitle" hasCustomPrompt="1"/>
          </p:nvPr>
        </p:nvSpPr>
        <p:spPr>
          <a:xfrm>
            <a:off x="515939" y="1685333"/>
            <a:ext cx="6057582" cy="1743666"/>
          </a:xfrm>
        </p:spPr>
        <p:txBody>
          <a:bodyPr anchor="b">
            <a:noAutofit/>
          </a:bodyPr>
          <a:lstStyle>
            <a:lvl1pPr algn="l">
              <a:defRPr sz="2800" b="1" i="0">
                <a:solidFill>
                  <a:schemeClr val="bg1"/>
                </a:solidFill>
                <a:latin typeface="Arial" panose="020B0604020202020204" pitchFamily="34" charset="0"/>
                <a:cs typeface="Arial" panose="020B0604020202020204" pitchFamily="34" charset="0"/>
              </a:defRPr>
            </a:lvl1pPr>
          </a:lstStyle>
          <a:p>
            <a:r>
              <a:rPr lang="en-US"/>
              <a:t>Insert title here</a:t>
            </a:r>
          </a:p>
        </p:txBody>
      </p:sp>
      <p:sp>
        <p:nvSpPr>
          <p:cNvPr id="3" name="Subtitle 2">
            <a:extLst>
              <a:ext uri="{FF2B5EF4-FFF2-40B4-BE49-F238E27FC236}">
                <a16:creationId xmlns:a16="http://schemas.microsoft.com/office/drawing/2014/main" id="{CC629191-151B-D344-A4A0-EE838FCFB769}"/>
              </a:ext>
            </a:extLst>
          </p:cNvPr>
          <p:cNvSpPr>
            <a:spLocks noGrp="1"/>
          </p:cNvSpPr>
          <p:nvPr>
            <p:ph type="subTitle" idx="1" hasCustomPrompt="1"/>
          </p:nvPr>
        </p:nvSpPr>
        <p:spPr>
          <a:xfrm>
            <a:off x="516506" y="3434400"/>
            <a:ext cx="6057015" cy="1026042"/>
          </a:xfrm>
        </p:spPr>
        <p:txBody>
          <a:bodyPr>
            <a:noAutofit/>
          </a:bodyPr>
          <a:lstStyle>
            <a:lvl1pPr marL="0" indent="0" algn="l">
              <a:buNone/>
              <a:defRPr sz="1800" b="0"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subtitles here</a:t>
            </a:r>
          </a:p>
        </p:txBody>
      </p:sp>
      <p:sp>
        <p:nvSpPr>
          <p:cNvPr id="10" name="TextBox 9">
            <a:extLst>
              <a:ext uri="{FF2B5EF4-FFF2-40B4-BE49-F238E27FC236}">
                <a16:creationId xmlns:a16="http://schemas.microsoft.com/office/drawing/2014/main" id="{BFA56775-7C61-C240-9631-E3AB755D2455}"/>
              </a:ext>
            </a:extLst>
          </p:cNvPr>
          <p:cNvSpPr txBox="1"/>
          <p:nvPr userDrawn="1"/>
        </p:nvSpPr>
        <p:spPr>
          <a:xfrm>
            <a:off x="515938" y="6028035"/>
            <a:ext cx="6841595" cy="461665"/>
          </a:xfrm>
          <a:prstGeom prst="rect">
            <a:avLst/>
          </a:prstGeom>
          <a:noFill/>
        </p:spPr>
        <p:txBody>
          <a:bodyPr wrap="square" rtlCol="0" anchor="b" anchorCtr="0">
            <a:spAutoFit/>
          </a:bodyPr>
          <a:lstStyle/>
          <a:p>
            <a:r>
              <a:rPr lang="en-SG" sz="800" b="1" i="0">
                <a:solidFill>
                  <a:schemeClr val="bg1"/>
                </a:solidFill>
                <a:latin typeface="Arial" panose="020B0604020202020204" pitchFamily="34" charset="0"/>
                <a:cs typeface="Arial" panose="020B0604020202020204" pitchFamily="34" charset="0"/>
              </a:rPr>
              <a:t>© 2026 Petroliam Nasional Berhad (PETRONAS)</a:t>
            </a:r>
          </a:p>
          <a:p>
            <a:r>
              <a:rPr lang="en-SG" sz="800" b="0" i="0">
                <a:solidFill>
                  <a:schemeClr val="bg1"/>
                </a:solidFill>
                <a:latin typeface="Arial" panose="020B0604020202020204" pitchFamily="34" charset="0"/>
                <a:cs typeface="Arial" panose="020B0604020202020204" pitchFamily="34" charset="0"/>
              </a:rPr>
              <a:t>All rights reserved. No part of this document may be reproduced in any form possible, stored in a retrieval system, transmitted and/or disseminated in any form or by any means (digital, mechanical, hard copy, recording or otherwise) without the permission of the copyright owner.</a:t>
            </a:r>
          </a:p>
        </p:txBody>
      </p:sp>
      <p:sp>
        <p:nvSpPr>
          <p:cNvPr id="15" name="Text Placeholder 14">
            <a:extLst>
              <a:ext uri="{FF2B5EF4-FFF2-40B4-BE49-F238E27FC236}">
                <a16:creationId xmlns:a16="http://schemas.microsoft.com/office/drawing/2014/main" id="{53122454-4D70-C64D-AA05-0282A8996AEA}"/>
              </a:ext>
            </a:extLst>
          </p:cNvPr>
          <p:cNvSpPr>
            <a:spLocks noGrp="1"/>
          </p:cNvSpPr>
          <p:nvPr>
            <p:ph type="body" sz="quarter" idx="10" hasCustomPrompt="1"/>
          </p:nvPr>
        </p:nvSpPr>
        <p:spPr>
          <a:xfrm>
            <a:off x="515938" y="4795239"/>
            <a:ext cx="4431982" cy="284762"/>
          </a:xfrm>
        </p:spPr>
        <p:txBody>
          <a:bodyPr>
            <a:noAutofit/>
          </a:bodyPr>
          <a:lstStyle>
            <a:lvl1pPr marL="0" indent="0">
              <a:lnSpc>
                <a:spcPct val="100000"/>
              </a:lnSpc>
              <a:spcBef>
                <a:spcPts val="0"/>
              </a:spcBef>
              <a:buNone/>
              <a:defRPr sz="1600">
                <a:solidFill>
                  <a:schemeClr val="bg1"/>
                </a:solidFill>
              </a:defRPr>
            </a:lvl1pPr>
          </a:lstStyle>
          <a:p>
            <a:pPr lvl="0"/>
            <a:r>
              <a:rPr lang="en-US"/>
              <a:t>Presentation to xxx</a:t>
            </a:r>
          </a:p>
        </p:txBody>
      </p:sp>
      <p:sp>
        <p:nvSpPr>
          <p:cNvPr id="17" name="Text Placeholder 16">
            <a:extLst>
              <a:ext uri="{FF2B5EF4-FFF2-40B4-BE49-F238E27FC236}">
                <a16:creationId xmlns:a16="http://schemas.microsoft.com/office/drawing/2014/main" id="{137ACB25-3D9D-9F4D-AD5C-4890D69ABDBC}"/>
              </a:ext>
            </a:extLst>
          </p:cNvPr>
          <p:cNvSpPr>
            <a:spLocks noGrp="1"/>
          </p:cNvSpPr>
          <p:nvPr>
            <p:ph type="body" sz="quarter" idx="11" hasCustomPrompt="1"/>
          </p:nvPr>
        </p:nvSpPr>
        <p:spPr>
          <a:xfrm>
            <a:off x="515938" y="5124951"/>
            <a:ext cx="1292542" cy="284762"/>
          </a:xfr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solidFill>
                  <a:schemeClr val="bg1"/>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DD.MM.YY</a:t>
            </a:r>
          </a:p>
        </p:txBody>
      </p:sp>
      <p:pic>
        <p:nvPicPr>
          <p:cNvPr id="12" name="Picture 11">
            <a:extLst>
              <a:ext uri="{FF2B5EF4-FFF2-40B4-BE49-F238E27FC236}">
                <a16:creationId xmlns:a16="http://schemas.microsoft.com/office/drawing/2014/main" id="{B661978B-84F0-D94D-A0F0-674E7AE1F9B2}"/>
              </a:ext>
            </a:extLst>
          </p:cNvPr>
          <p:cNvPicPr>
            <a:picLocks noChangeAspect="1"/>
          </p:cNvPicPr>
          <p:nvPr userDrawn="1"/>
        </p:nvPicPr>
        <p:blipFill>
          <a:blip r:embed="rId3"/>
          <a:stretch>
            <a:fillRect/>
          </a:stretch>
        </p:blipFill>
        <p:spPr>
          <a:xfrm>
            <a:off x="620815" y="586957"/>
            <a:ext cx="864698" cy="867600"/>
          </a:xfrm>
          <a:prstGeom prst="rect">
            <a:avLst/>
          </a:prstGeom>
        </p:spPr>
      </p:pic>
      <p:sp>
        <p:nvSpPr>
          <p:cNvPr id="4" name="TextBox 3">
            <a:extLst>
              <a:ext uri="{FF2B5EF4-FFF2-40B4-BE49-F238E27FC236}">
                <a16:creationId xmlns:a16="http://schemas.microsoft.com/office/drawing/2014/main" id="{A037A74C-8A94-AE23-723D-ED1CB68F2B40}"/>
              </a:ext>
            </a:extLst>
          </p:cNvPr>
          <p:cNvSpPr txBox="1"/>
          <p:nvPr userDrawn="1"/>
        </p:nvSpPr>
        <p:spPr>
          <a:xfrm>
            <a:off x="515938" y="5672793"/>
            <a:ext cx="6768000" cy="307777"/>
          </a:xfrm>
          <a:prstGeom prst="rect">
            <a:avLst/>
          </a:prstGeom>
          <a:noFill/>
        </p:spPr>
        <p:txBody>
          <a:bodyPr wrap="square" rtlCol="0">
            <a:spAutoFit/>
          </a:bodyPr>
          <a:lstStyle/>
          <a:p>
            <a:r>
              <a:rPr lang="en-GB" sz="700" noProof="0">
                <a:solidFill>
                  <a:schemeClr val="bg1"/>
                </a:solidFill>
                <a:latin typeface="Museo Sans 300" panose="02000000000000000000" pitchFamily="50" charset="0"/>
                <a:cs typeface="Arial" panose="020B0604020202020204" pitchFamily="34" charset="0"/>
              </a:rPr>
              <a:t>The PETRONAS Group adopts zero tolerance against all forms of bribery and corruption. We abide by the PETRONAS Code of Conduct and Business Ethics (</a:t>
            </a:r>
            <a:r>
              <a:rPr lang="en-GB" sz="700" noProof="0" err="1">
                <a:solidFill>
                  <a:schemeClr val="bg1"/>
                </a:solidFill>
                <a:latin typeface="Museo Sans 300" panose="02000000000000000000" pitchFamily="50" charset="0"/>
                <a:cs typeface="Arial" panose="020B0604020202020204" pitchFamily="34" charset="0"/>
              </a:rPr>
              <a:t>CoBE</a:t>
            </a:r>
            <a:r>
              <a:rPr lang="en-GB" sz="700" noProof="0">
                <a:solidFill>
                  <a:schemeClr val="bg1"/>
                </a:solidFill>
                <a:latin typeface="Museo Sans 300" panose="02000000000000000000" pitchFamily="50" charset="0"/>
                <a:cs typeface="Arial" panose="020B0604020202020204" pitchFamily="34" charset="0"/>
              </a:rPr>
              <a:t>) &amp; Anti-Bribery and Corruption (ABC) Standard, guided by our Shared Values, PETRONAS 2.0 Desired Behaviours and Statement of Purpose.</a:t>
            </a:r>
          </a:p>
        </p:txBody>
      </p:sp>
    </p:spTree>
    <p:extLst>
      <p:ext uri="{BB962C8B-B14F-4D97-AF65-F5344CB8AC3E}">
        <p14:creationId xmlns:p14="http://schemas.microsoft.com/office/powerpoint/2010/main" val="574351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3F9443-62D5-3946-B662-A94824F500C7}"/>
              </a:ext>
            </a:extLst>
          </p:cNvPr>
          <p:cNvSpPr>
            <a:spLocks noGrp="1"/>
          </p:cNvSpPr>
          <p:nvPr>
            <p:ph idx="1" hasCustomPrompt="1"/>
          </p:nvPr>
        </p:nvSpPr>
        <p:spPr>
          <a:xfrm>
            <a:off x="962976" y="1087819"/>
            <a:ext cx="3771166" cy="4978800"/>
          </a:xfrm>
        </p:spPr>
        <p:txBody>
          <a:bodyPr wrap="square" numCol="1" spcCol="0">
            <a:noAutofit/>
          </a:bodyPr>
          <a:lstStyle>
            <a:lvl1pPr marL="0" indent="0">
              <a:buFont typeface="+mj-lt"/>
              <a:buNone/>
              <a:defRPr sz="1600" b="1" i="0">
                <a:solidFill>
                  <a:srgbClr val="00B1A9"/>
                </a:solidFill>
                <a:latin typeface="Arial" panose="020B0604020202020204" pitchFamily="34" charset="0"/>
                <a:cs typeface="Arial" panose="020B0604020202020204" pitchFamily="34" charset="0"/>
              </a:defRPr>
            </a:lvl1pPr>
            <a:lvl2pPr marL="0" indent="0">
              <a:buFontTx/>
              <a:buNone/>
              <a:defRPr sz="1600">
                <a:solidFill>
                  <a:srgbClr val="3C3835"/>
                </a:solidFill>
              </a:defRPr>
            </a:lvl2pPr>
          </a:lstStyle>
          <a:p>
            <a:pPr lvl="0"/>
            <a:r>
              <a:rPr lang="en-US"/>
              <a:t>Insert section title lorem ipsum</a:t>
            </a:r>
          </a:p>
          <a:p>
            <a:pPr lvl="1"/>
            <a:r>
              <a:rPr lang="en-US"/>
              <a:t>Insert section sub-title</a:t>
            </a:r>
          </a:p>
        </p:txBody>
      </p:sp>
      <p:sp>
        <p:nvSpPr>
          <p:cNvPr id="6" name="Slide Number Placeholder 5">
            <a:extLst>
              <a:ext uri="{FF2B5EF4-FFF2-40B4-BE49-F238E27FC236}">
                <a16:creationId xmlns:a16="http://schemas.microsoft.com/office/drawing/2014/main" id="{72009E5B-3034-D649-BDC5-75076A467E93}"/>
              </a:ext>
            </a:extLst>
          </p:cNvPr>
          <p:cNvSpPr>
            <a:spLocks noGrp="1"/>
          </p:cNvSpPr>
          <p:nvPr>
            <p:ph type="sldNum" sz="quarter" idx="12"/>
          </p:nvPr>
        </p:nvSpPr>
        <p:spPr>
          <a:xfrm>
            <a:off x="11491993" y="6278353"/>
            <a:ext cx="184069" cy="365125"/>
          </a:xfrm>
          <a:prstGeom prst="rect">
            <a:avLst/>
          </a:prstGeom>
        </p:spPr>
        <p:txBody>
          <a:bodyPr lIns="46800" rIns="0"/>
          <a:lstStyle/>
          <a:p>
            <a:fld id="{F595E21E-DEBA-8F42-9C16-77733D726770}" type="slidenum">
              <a:rPr lang="en-US" smtClean="0"/>
              <a:t>‹#›</a:t>
            </a:fld>
            <a:endParaRPr lang="en-US"/>
          </a:p>
        </p:txBody>
      </p:sp>
      <p:sp>
        <p:nvSpPr>
          <p:cNvPr id="10" name="Text Placeholder 9">
            <a:extLst>
              <a:ext uri="{FF2B5EF4-FFF2-40B4-BE49-F238E27FC236}">
                <a16:creationId xmlns:a16="http://schemas.microsoft.com/office/drawing/2014/main" id="{9012EC47-1141-2E4E-9438-27891706CED3}"/>
              </a:ext>
            </a:extLst>
          </p:cNvPr>
          <p:cNvSpPr>
            <a:spLocks noGrp="1"/>
          </p:cNvSpPr>
          <p:nvPr>
            <p:ph type="body" sz="quarter" idx="13" hasCustomPrompt="1"/>
          </p:nvPr>
        </p:nvSpPr>
        <p:spPr>
          <a:xfrm>
            <a:off x="515936" y="1087438"/>
            <a:ext cx="426719" cy="4978800"/>
          </a:xfrm>
        </p:spPr>
        <p:txBody>
          <a:bodyPr rIns="0">
            <a:noAutofit/>
          </a:bodyPr>
          <a:lstStyle>
            <a:lvl1pPr marL="0" indent="0" algn="l">
              <a:buNone/>
              <a:defRPr b="1" i="0">
                <a:solidFill>
                  <a:srgbClr val="00B1A9"/>
                </a:solidFill>
                <a:latin typeface="Arial" panose="020B0604020202020204" pitchFamily="34" charset="0"/>
                <a:cs typeface="Arial" panose="020B0604020202020204" pitchFamily="34" charset="0"/>
              </a:defRPr>
            </a:lvl1pPr>
          </a:lstStyle>
          <a:p>
            <a:pPr lvl="0"/>
            <a:r>
              <a:rPr lang="en-US"/>
              <a:t>01.</a:t>
            </a:r>
          </a:p>
        </p:txBody>
      </p:sp>
      <p:sp>
        <p:nvSpPr>
          <p:cNvPr id="11" name="Text Placeholder 9">
            <a:extLst>
              <a:ext uri="{FF2B5EF4-FFF2-40B4-BE49-F238E27FC236}">
                <a16:creationId xmlns:a16="http://schemas.microsoft.com/office/drawing/2014/main" id="{89D9D8D3-6324-E04B-96A6-C4BF0D4FFB6D}"/>
              </a:ext>
            </a:extLst>
          </p:cNvPr>
          <p:cNvSpPr>
            <a:spLocks noGrp="1"/>
          </p:cNvSpPr>
          <p:nvPr>
            <p:ph type="body" sz="quarter" idx="14" hasCustomPrompt="1"/>
          </p:nvPr>
        </p:nvSpPr>
        <p:spPr>
          <a:xfrm>
            <a:off x="4913252" y="1087438"/>
            <a:ext cx="426720" cy="4978800"/>
          </a:xfrm>
        </p:spPr>
        <p:txBody>
          <a:bodyPr>
            <a:noAutofit/>
          </a:bodyPr>
          <a:lstStyle>
            <a:lvl1pPr marL="0" indent="0" algn="r">
              <a:buNone/>
              <a:defRPr b="0" i="0">
                <a:solidFill>
                  <a:srgbClr val="00B1A9"/>
                </a:solidFill>
                <a:latin typeface="Arial" panose="020B0604020202020204" pitchFamily="34" charset="0"/>
                <a:cs typeface="Arial" panose="020B0604020202020204" pitchFamily="34" charset="0"/>
              </a:defRPr>
            </a:lvl1pPr>
          </a:lstStyle>
          <a:p>
            <a:pPr lvl="0"/>
            <a:r>
              <a:rPr lang="en-US"/>
              <a:t>02</a:t>
            </a:r>
          </a:p>
        </p:txBody>
      </p:sp>
      <p:sp>
        <p:nvSpPr>
          <p:cNvPr id="27" name="Content Placeholder 2">
            <a:extLst>
              <a:ext uri="{FF2B5EF4-FFF2-40B4-BE49-F238E27FC236}">
                <a16:creationId xmlns:a16="http://schemas.microsoft.com/office/drawing/2014/main" id="{C2F7B4F3-A3CE-5047-9B82-DF9409EC0C83}"/>
              </a:ext>
            </a:extLst>
          </p:cNvPr>
          <p:cNvSpPr>
            <a:spLocks noGrp="1"/>
          </p:cNvSpPr>
          <p:nvPr>
            <p:ph idx="15" hasCustomPrompt="1"/>
          </p:nvPr>
        </p:nvSpPr>
        <p:spPr>
          <a:xfrm>
            <a:off x="6552467" y="1087819"/>
            <a:ext cx="3771166" cy="4978800"/>
          </a:xfrm>
        </p:spPr>
        <p:txBody>
          <a:bodyPr wrap="square" numCol="1" spcCol="0">
            <a:noAutofit/>
          </a:bodyPr>
          <a:lstStyle>
            <a:lvl1pPr marL="0" indent="0">
              <a:buFont typeface="+mj-lt"/>
              <a:buNone/>
              <a:defRPr sz="1600" b="1" i="0">
                <a:solidFill>
                  <a:srgbClr val="00B1A9"/>
                </a:solidFill>
                <a:latin typeface="Arial" panose="020B0604020202020204" pitchFamily="34" charset="0"/>
                <a:cs typeface="Arial" panose="020B0604020202020204" pitchFamily="34" charset="0"/>
              </a:defRPr>
            </a:lvl1pPr>
            <a:lvl2pPr marL="0" indent="0">
              <a:buFontTx/>
              <a:buNone/>
              <a:defRPr sz="1600">
                <a:solidFill>
                  <a:srgbClr val="3C3835"/>
                </a:solidFill>
              </a:defRPr>
            </a:lvl2pPr>
          </a:lstStyle>
          <a:p>
            <a:pPr lvl="0"/>
            <a:r>
              <a:rPr lang="en-US"/>
              <a:t>Insert section title lorem ipsum</a:t>
            </a:r>
          </a:p>
          <a:p>
            <a:pPr lvl="1"/>
            <a:r>
              <a:rPr lang="en-US"/>
              <a:t>Insert section sub-title</a:t>
            </a:r>
          </a:p>
        </p:txBody>
      </p:sp>
      <p:sp>
        <p:nvSpPr>
          <p:cNvPr id="28" name="Text Placeholder 9">
            <a:extLst>
              <a:ext uri="{FF2B5EF4-FFF2-40B4-BE49-F238E27FC236}">
                <a16:creationId xmlns:a16="http://schemas.microsoft.com/office/drawing/2014/main" id="{7C6CC3AC-06F2-EB48-9E85-CAAE55E1E14F}"/>
              </a:ext>
            </a:extLst>
          </p:cNvPr>
          <p:cNvSpPr>
            <a:spLocks noGrp="1"/>
          </p:cNvSpPr>
          <p:nvPr>
            <p:ph type="body" sz="quarter" idx="16" hasCustomPrompt="1"/>
          </p:nvPr>
        </p:nvSpPr>
        <p:spPr>
          <a:xfrm>
            <a:off x="6105427" y="1087438"/>
            <a:ext cx="426719" cy="4978800"/>
          </a:xfrm>
        </p:spPr>
        <p:txBody>
          <a:bodyPr rIns="0">
            <a:noAutofit/>
          </a:bodyPr>
          <a:lstStyle>
            <a:lvl1pPr marL="0" indent="0" algn="l">
              <a:buNone/>
              <a:defRPr b="1" i="0">
                <a:solidFill>
                  <a:srgbClr val="00B1A9"/>
                </a:solidFill>
                <a:latin typeface="Arial" panose="020B0604020202020204" pitchFamily="34" charset="0"/>
                <a:cs typeface="Arial" panose="020B0604020202020204" pitchFamily="34" charset="0"/>
              </a:defRPr>
            </a:lvl1pPr>
          </a:lstStyle>
          <a:p>
            <a:pPr lvl="0"/>
            <a:r>
              <a:rPr lang="en-US"/>
              <a:t>01.</a:t>
            </a:r>
          </a:p>
        </p:txBody>
      </p:sp>
      <p:sp>
        <p:nvSpPr>
          <p:cNvPr id="29" name="Text Placeholder 9">
            <a:extLst>
              <a:ext uri="{FF2B5EF4-FFF2-40B4-BE49-F238E27FC236}">
                <a16:creationId xmlns:a16="http://schemas.microsoft.com/office/drawing/2014/main" id="{C32028C9-3604-7A4A-AD3A-729E2CF6D241}"/>
              </a:ext>
            </a:extLst>
          </p:cNvPr>
          <p:cNvSpPr>
            <a:spLocks noGrp="1"/>
          </p:cNvSpPr>
          <p:nvPr>
            <p:ph type="body" sz="quarter" idx="17" hasCustomPrompt="1"/>
          </p:nvPr>
        </p:nvSpPr>
        <p:spPr>
          <a:xfrm>
            <a:off x="10502743" y="1087438"/>
            <a:ext cx="426720" cy="4978800"/>
          </a:xfrm>
        </p:spPr>
        <p:txBody>
          <a:bodyPr>
            <a:noAutofit/>
          </a:bodyPr>
          <a:lstStyle>
            <a:lvl1pPr marL="0" indent="0" algn="r">
              <a:buNone/>
              <a:defRPr b="0" i="0">
                <a:solidFill>
                  <a:srgbClr val="00B1A9"/>
                </a:solidFill>
                <a:latin typeface="Arial" panose="020B0604020202020204" pitchFamily="34" charset="0"/>
                <a:cs typeface="Arial" panose="020B0604020202020204" pitchFamily="34" charset="0"/>
              </a:defRPr>
            </a:lvl1pPr>
          </a:lstStyle>
          <a:p>
            <a:pPr lvl="0"/>
            <a:r>
              <a:rPr lang="en-US"/>
              <a:t>02</a:t>
            </a:r>
          </a:p>
        </p:txBody>
      </p:sp>
      <p:sp>
        <p:nvSpPr>
          <p:cNvPr id="17" name="Title 1">
            <a:extLst>
              <a:ext uri="{FF2B5EF4-FFF2-40B4-BE49-F238E27FC236}">
                <a16:creationId xmlns:a16="http://schemas.microsoft.com/office/drawing/2014/main" id="{872AB114-BD65-DF4B-8CD8-F99B1CD6DBC4}"/>
              </a:ext>
            </a:extLst>
          </p:cNvPr>
          <p:cNvSpPr>
            <a:spLocks noGrp="1"/>
          </p:cNvSpPr>
          <p:nvPr>
            <p:ph type="title" hasCustomPrompt="1"/>
          </p:nvPr>
        </p:nvSpPr>
        <p:spPr>
          <a:xfrm>
            <a:off x="528638" y="368300"/>
            <a:ext cx="11147425" cy="637880"/>
          </a:xfrm>
        </p:spPr>
        <p:txBody>
          <a:bodyPr anchor="t" anchorCtr="0">
            <a:normAutofit/>
          </a:bodyPr>
          <a:lstStyle>
            <a:lvl1pPr>
              <a:defRPr sz="2400" b="1" i="0">
                <a:latin typeface="Arial" panose="020B0604020202020204" pitchFamily="34" charset="0"/>
                <a:cs typeface="Arial" panose="020B0604020202020204" pitchFamily="34" charset="0"/>
              </a:defRPr>
            </a:lvl1pPr>
          </a:lstStyle>
          <a:p>
            <a:r>
              <a:rPr lang="en-US"/>
              <a:t>Content</a:t>
            </a:r>
          </a:p>
        </p:txBody>
      </p:sp>
      <p:sp>
        <p:nvSpPr>
          <p:cNvPr id="12" name="TextBox 11">
            <a:extLst>
              <a:ext uri="{FF2B5EF4-FFF2-40B4-BE49-F238E27FC236}">
                <a16:creationId xmlns:a16="http://schemas.microsoft.com/office/drawing/2014/main" id="{9B13EED4-F92D-D34C-B60B-12C5308DA512}"/>
              </a:ext>
            </a:extLst>
          </p:cNvPr>
          <p:cNvSpPr txBox="1"/>
          <p:nvPr userDrawn="1"/>
        </p:nvSpPr>
        <p:spPr>
          <a:xfrm>
            <a:off x="8953283"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rPr>
              <a:t>© 2026 Petroliam Nasional Berhad (PETRONAS)     |</a:t>
            </a:r>
            <a:endParaRPr lang="en-US" sz="800">
              <a:solidFill>
                <a:srgbClr val="00B1A9"/>
              </a:solidFill>
            </a:endParaRPr>
          </a:p>
        </p:txBody>
      </p:sp>
      <p:pic>
        <p:nvPicPr>
          <p:cNvPr id="14" name="Picture 13">
            <a:extLst>
              <a:ext uri="{FF2B5EF4-FFF2-40B4-BE49-F238E27FC236}">
                <a16:creationId xmlns:a16="http://schemas.microsoft.com/office/drawing/2014/main" id="{D7C9C852-1FCF-E04B-882F-316F31814F3B}"/>
              </a:ext>
            </a:extLst>
          </p:cNvPr>
          <p:cNvPicPr>
            <a:picLocks noChangeAspect="1"/>
          </p:cNvPicPr>
          <p:nvPr userDrawn="1"/>
        </p:nvPicPr>
        <p:blipFill>
          <a:blip r:embed="rId2"/>
          <a:stretch>
            <a:fillRect/>
          </a:stretch>
        </p:blipFill>
        <p:spPr>
          <a:xfrm>
            <a:off x="527958" y="6339656"/>
            <a:ext cx="835200" cy="300672"/>
          </a:xfrm>
          <a:prstGeom prst="rect">
            <a:avLst/>
          </a:prstGeom>
        </p:spPr>
      </p:pic>
    </p:spTree>
    <p:extLst>
      <p:ext uri="{BB962C8B-B14F-4D97-AF65-F5344CB8AC3E}">
        <p14:creationId xmlns:p14="http://schemas.microsoft.com/office/powerpoint/2010/main" val="389920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F81514-3118-404F-8EA9-FA97C514DEB0}"/>
              </a:ext>
            </a:extLst>
          </p:cNvPr>
          <p:cNvSpPr>
            <a:spLocks noGrp="1"/>
          </p:cNvSpPr>
          <p:nvPr>
            <p:ph type="ctrTitle" hasCustomPrompt="1"/>
          </p:nvPr>
        </p:nvSpPr>
        <p:spPr>
          <a:xfrm>
            <a:off x="515939" y="1658061"/>
            <a:ext cx="6093206" cy="1770938"/>
          </a:xfrm>
        </p:spPr>
        <p:txBody>
          <a:bodyPr anchor="b" anchorCtr="0">
            <a:noAutofit/>
          </a:bodyPr>
          <a:lstStyle>
            <a:lvl1pPr algn="l">
              <a:defRPr sz="2800" b="1" i="0">
                <a:solidFill>
                  <a:srgbClr val="00B1A9"/>
                </a:solidFill>
                <a:latin typeface="Arial" panose="020B0604020202020204" pitchFamily="34" charset="0"/>
                <a:cs typeface="Arial" panose="020B0604020202020204" pitchFamily="34" charset="0"/>
              </a:defRPr>
            </a:lvl1pPr>
          </a:lstStyle>
          <a:p>
            <a:r>
              <a:rPr lang="en-US"/>
              <a:t>Insert title here</a:t>
            </a:r>
          </a:p>
        </p:txBody>
      </p:sp>
      <p:sp>
        <p:nvSpPr>
          <p:cNvPr id="10" name="Subtitle 2">
            <a:extLst>
              <a:ext uri="{FF2B5EF4-FFF2-40B4-BE49-F238E27FC236}">
                <a16:creationId xmlns:a16="http://schemas.microsoft.com/office/drawing/2014/main" id="{D65CA924-D4FA-3F40-9A4B-234EDA4693E9}"/>
              </a:ext>
            </a:extLst>
          </p:cNvPr>
          <p:cNvSpPr>
            <a:spLocks noGrp="1"/>
          </p:cNvSpPr>
          <p:nvPr>
            <p:ph type="subTitle" idx="1" hasCustomPrompt="1"/>
          </p:nvPr>
        </p:nvSpPr>
        <p:spPr>
          <a:xfrm>
            <a:off x="515939" y="3429000"/>
            <a:ext cx="6093206" cy="1026042"/>
          </a:xfrm>
        </p:spPr>
        <p:txBody>
          <a:bodyPr>
            <a:noAutofit/>
          </a:bodyPr>
          <a:lstStyle>
            <a:lvl1pPr marL="0" indent="0" algn="l">
              <a:buNone/>
              <a:defRPr sz="1800" b="0" i="0">
                <a:solidFill>
                  <a:srgbClr val="00B1A9"/>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subtitles here</a:t>
            </a:r>
          </a:p>
        </p:txBody>
      </p:sp>
      <p:sp>
        <p:nvSpPr>
          <p:cNvPr id="11" name="Text Placeholder 14">
            <a:extLst>
              <a:ext uri="{FF2B5EF4-FFF2-40B4-BE49-F238E27FC236}">
                <a16:creationId xmlns:a16="http://schemas.microsoft.com/office/drawing/2014/main" id="{67AA0644-1236-CE4D-9D48-067CB8E7DAE9}"/>
              </a:ext>
            </a:extLst>
          </p:cNvPr>
          <p:cNvSpPr>
            <a:spLocks noGrp="1"/>
          </p:cNvSpPr>
          <p:nvPr>
            <p:ph type="body" sz="quarter" idx="10" hasCustomPrompt="1"/>
          </p:nvPr>
        </p:nvSpPr>
        <p:spPr>
          <a:xfrm>
            <a:off x="515938" y="4795238"/>
            <a:ext cx="6093205" cy="586989"/>
          </a:xfrm>
        </p:spPr>
        <p:txBody>
          <a:bodyPr>
            <a:noAutofit/>
          </a:bodyPr>
          <a:lstStyle>
            <a:lvl1pPr marL="0" indent="0">
              <a:lnSpc>
                <a:spcPct val="100000"/>
              </a:lnSpc>
              <a:spcBef>
                <a:spcPts val="0"/>
              </a:spcBef>
              <a:buNone/>
              <a:defRPr sz="1600">
                <a:solidFill>
                  <a:srgbClr val="3C3835"/>
                </a:solidFill>
              </a:defRPr>
            </a:lvl1pPr>
          </a:lstStyle>
          <a:p>
            <a:pPr lvl="0"/>
            <a:r>
              <a:rPr lang="en-US"/>
              <a:t>Description (optional).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a:t>
            </a:r>
          </a:p>
        </p:txBody>
      </p:sp>
      <p:pic>
        <p:nvPicPr>
          <p:cNvPr id="8" name="Picture 7">
            <a:extLst>
              <a:ext uri="{FF2B5EF4-FFF2-40B4-BE49-F238E27FC236}">
                <a16:creationId xmlns:a16="http://schemas.microsoft.com/office/drawing/2014/main" id="{13442B77-3007-F943-BEA3-844323FC1B18}"/>
              </a:ext>
            </a:extLst>
          </p:cNvPr>
          <p:cNvPicPr>
            <a:picLocks noChangeAspect="1"/>
          </p:cNvPicPr>
          <p:nvPr userDrawn="1"/>
        </p:nvPicPr>
        <p:blipFill>
          <a:blip r:embed="rId3"/>
          <a:stretch>
            <a:fillRect/>
          </a:stretch>
        </p:blipFill>
        <p:spPr>
          <a:xfrm>
            <a:off x="527958" y="6339656"/>
            <a:ext cx="835200" cy="300672"/>
          </a:xfrm>
          <a:prstGeom prst="rect">
            <a:avLst/>
          </a:prstGeom>
        </p:spPr>
      </p:pic>
    </p:spTree>
    <p:extLst>
      <p:ext uri="{BB962C8B-B14F-4D97-AF65-F5344CB8AC3E}">
        <p14:creationId xmlns:p14="http://schemas.microsoft.com/office/powerpoint/2010/main" val="318834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only">
    <p:spTree>
      <p:nvGrpSpPr>
        <p:cNvPr id="1" name=""/>
        <p:cNvGrpSpPr/>
        <p:nvPr/>
      </p:nvGrpSpPr>
      <p:grpSpPr>
        <a:xfrm>
          <a:off x="0" y="0"/>
          <a:ext cx="0" cy="0"/>
          <a:chOff x="0" y="0"/>
          <a:chExt cx="0" cy="0"/>
        </a:xfrm>
      </p:grpSpPr>
      <p:sp>
        <p:nvSpPr>
          <p:cNvPr id="15" name="Content Placeholder 5">
            <a:extLst>
              <a:ext uri="{FF2B5EF4-FFF2-40B4-BE49-F238E27FC236}">
                <a16:creationId xmlns:a16="http://schemas.microsoft.com/office/drawing/2014/main" id="{7314DB16-0C56-C044-9C28-C5F388C469C1}"/>
              </a:ext>
            </a:extLst>
          </p:cNvPr>
          <p:cNvSpPr>
            <a:spLocks noGrp="1"/>
          </p:cNvSpPr>
          <p:nvPr>
            <p:ph sz="quarter" idx="4" hasCustomPrompt="1"/>
          </p:nvPr>
        </p:nvSpPr>
        <p:spPr>
          <a:xfrm>
            <a:off x="515938" y="1234986"/>
            <a:ext cx="11160124" cy="4881652"/>
          </a:xfrm>
        </p:spPr>
        <p:txBody>
          <a:bodyPr wrap="square">
            <a:noAutofit/>
          </a:bodyPr>
          <a:lstStyle>
            <a:lvl1pPr marL="0" indent="0">
              <a:lnSpc>
                <a:spcPct val="100000"/>
              </a:lnSpc>
              <a:spcBef>
                <a:spcPts val="0"/>
              </a:spcBef>
              <a:spcAft>
                <a:spcPts val="1000"/>
              </a:spcAft>
              <a:buFont typeface="Arial" panose="020B0604020202020204" pitchFamily="34" charset="0"/>
              <a:buNone/>
              <a:defRPr/>
            </a:lvl1pPr>
            <a:lvl2pPr>
              <a:lnSpc>
                <a:spcPct val="100000"/>
              </a:lnSpc>
              <a:spcBef>
                <a:spcPts val="0"/>
              </a:spcBef>
              <a:spcAft>
                <a:spcPts val="1000"/>
              </a:spcAft>
              <a:defRPr/>
            </a:lvl2pPr>
            <a:lvl3pPr>
              <a:lnSpc>
                <a:spcPct val="100000"/>
              </a:lnSpc>
              <a:spcBef>
                <a:spcPts val="0"/>
              </a:spcBef>
              <a:spcAft>
                <a:spcPts val="1000"/>
              </a:spcAft>
              <a:defRPr/>
            </a:lvl3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marL="0" indent="0">
              <a:lnSpc>
                <a:spcPct val="100000"/>
              </a:lnSpc>
              <a:buNone/>
            </a:pPr>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official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Slide Number Placeholder 5">
            <a:extLst>
              <a:ext uri="{FF2B5EF4-FFF2-40B4-BE49-F238E27FC236}">
                <a16:creationId xmlns:a16="http://schemas.microsoft.com/office/drawing/2014/main" id="{EC551365-85A6-124E-BAE4-3128A5DD43E9}"/>
              </a:ext>
            </a:extLst>
          </p:cNvPr>
          <p:cNvSpPr>
            <a:spLocks noGrp="1"/>
          </p:cNvSpPr>
          <p:nvPr>
            <p:ph type="sldNum" sz="quarter" idx="12"/>
          </p:nvPr>
        </p:nvSpPr>
        <p:spPr>
          <a:xfrm>
            <a:off x="11491993" y="6278353"/>
            <a:ext cx="184069" cy="365125"/>
          </a:xfrm>
          <a:prstGeom prst="rect">
            <a:avLst/>
          </a:prstGeom>
        </p:spPr>
        <p:txBody>
          <a:bodyPr lIns="46800" rIns="0"/>
          <a:lstStyle/>
          <a:p>
            <a:fld id="{F595E21E-DEBA-8F42-9C16-77733D726770}" type="slidenum">
              <a:rPr lang="en-US" smtClean="0"/>
              <a:t>‹#›</a:t>
            </a:fld>
            <a:endParaRPr lang="en-US"/>
          </a:p>
        </p:txBody>
      </p:sp>
      <p:sp>
        <p:nvSpPr>
          <p:cNvPr id="16" name="Title 1">
            <a:extLst>
              <a:ext uri="{FF2B5EF4-FFF2-40B4-BE49-F238E27FC236}">
                <a16:creationId xmlns:a16="http://schemas.microsoft.com/office/drawing/2014/main" id="{663E3EE1-08D9-8447-AE3C-413678F7235A}"/>
              </a:ext>
            </a:extLst>
          </p:cNvPr>
          <p:cNvSpPr>
            <a:spLocks noGrp="1"/>
          </p:cNvSpPr>
          <p:nvPr>
            <p:ph type="title" hasCustomPrompt="1"/>
          </p:nvPr>
        </p:nvSpPr>
        <p:spPr>
          <a:xfrm>
            <a:off x="528638" y="368300"/>
            <a:ext cx="11147425" cy="637880"/>
          </a:xfrm>
        </p:spPr>
        <p:txBody>
          <a:bodyPr anchor="t" anchorCtr="0">
            <a:noAutofit/>
          </a:bodyPr>
          <a:lstStyle>
            <a:lvl1pPr>
              <a:defRPr sz="2400" b="1" i="0">
                <a:latin typeface="Arial" panose="020B0604020202020204" pitchFamily="34" charset="0"/>
                <a:cs typeface="Arial" panose="020B0604020202020204" pitchFamily="34" charset="0"/>
              </a:defRPr>
            </a:lvl1pPr>
          </a:lstStyle>
          <a:p>
            <a:r>
              <a:rPr lang="en-US"/>
              <a:t>Insert header</a:t>
            </a:r>
          </a:p>
        </p:txBody>
      </p:sp>
      <p:sp>
        <p:nvSpPr>
          <p:cNvPr id="8" name="TextBox 7">
            <a:extLst>
              <a:ext uri="{FF2B5EF4-FFF2-40B4-BE49-F238E27FC236}">
                <a16:creationId xmlns:a16="http://schemas.microsoft.com/office/drawing/2014/main" id="{95BF52FA-CF44-444C-92F6-818F02D4960F}"/>
              </a:ext>
            </a:extLst>
          </p:cNvPr>
          <p:cNvSpPr txBox="1"/>
          <p:nvPr userDrawn="1"/>
        </p:nvSpPr>
        <p:spPr>
          <a:xfrm>
            <a:off x="8953283"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rPr>
              <a:t>© 2026 Petroliam Nasional Berhad (PETRONAS)     |</a:t>
            </a:r>
            <a:endParaRPr lang="en-US" sz="800">
              <a:solidFill>
                <a:srgbClr val="00B1A9"/>
              </a:solidFill>
            </a:endParaRPr>
          </a:p>
        </p:txBody>
      </p:sp>
      <p:pic>
        <p:nvPicPr>
          <p:cNvPr id="7" name="Picture 6">
            <a:extLst>
              <a:ext uri="{FF2B5EF4-FFF2-40B4-BE49-F238E27FC236}">
                <a16:creationId xmlns:a16="http://schemas.microsoft.com/office/drawing/2014/main" id="{D4B1E889-3A6D-9C42-A55A-27476B93E0BE}"/>
              </a:ext>
            </a:extLst>
          </p:cNvPr>
          <p:cNvPicPr>
            <a:picLocks noChangeAspect="1"/>
          </p:cNvPicPr>
          <p:nvPr userDrawn="1"/>
        </p:nvPicPr>
        <p:blipFill>
          <a:blip r:embed="rId2"/>
          <a:stretch>
            <a:fillRect/>
          </a:stretch>
        </p:blipFill>
        <p:spPr>
          <a:xfrm>
            <a:off x="527958" y="6339656"/>
            <a:ext cx="835200" cy="300672"/>
          </a:xfrm>
          <a:prstGeom prst="rect">
            <a:avLst/>
          </a:prstGeom>
        </p:spPr>
      </p:pic>
    </p:spTree>
    <p:extLst>
      <p:ext uri="{BB962C8B-B14F-4D97-AF65-F5344CB8AC3E}">
        <p14:creationId xmlns:p14="http://schemas.microsoft.com/office/powerpoint/2010/main" val="2673436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59C551AA-75DE-BE4F-B1A2-A0215E5F7BF6}"/>
              </a:ext>
            </a:extLst>
          </p:cNvPr>
          <p:cNvSpPr>
            <a:spLocks noGrp="1"/>
          </p:cNvSpPr>
          <p:nvPr>
            <p:ph type="body" sz="quarter" idx="14" hasCustomPrompt="1"/>
          </p:nvPr>
        </p:nvSpPr>
        <p:spPr>
          <a:xfrm>
            <a:off x="515937" y="1234986"/>
            <a:ext cx="5318447" cy="4881652"/>
          </a:xfrm>
        </p:spPr>
        <p:txBody>
          <a:bodyPr>
            <a:noAutofit/>
          </a:bodyPr>
          <a:lstStyle>
            <a:lvl1pPr marL="0" indent="0">
              <a:lnSpc>
                <a:spcPct val="100000"/>
              </a:lnSpc>
              <a:spcAft>
                <a:spcPts val="1000"/>
              </a:spcAft>
              <a:buNone/>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marL="0" indent="0">
              <a:lnSpc>
                <a:spcPct val="100000"/>
              </a:lnSpc>
              <a:buNone/>
            </a:pPr>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official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Slide Number Placeholder 5">
            <a:extLst>
              <a:ext uri="{FF2B5EF4-FFF2-40B4-BE49-F238E27FC236}">
                <a16:creationId xmlns:a16="http://schemas.microsoft.com/office/drawing/2014/main" id="{061031F5-1495-454F-AD69-346BBC09F411}"/>
              </a:ext>
            </a:extLst>
          </p:cNvPr>
          <p:cNvSpPr>
            <a:spLocks noGrp="1"/>
          </p:cNvSpPr>
          <p:nvPr>
            <p:ph type="sldNum" sz="quarter" idx="12"/>
          </p:nvPr>
        </p:nvSpPr>
        <p:spPr>
          <a:xfrm>
            <a:off x="11491993" y="6278353"/>
            <a:ext cx="184069" cy="365125"/>
          </a:xfrm>
          <a:prstGeom prst="rect">
            <a:avLst/>
          </a:prstGeom>
        </p:spPr>
        <p:txBody>
          <a:bodyPr lIns="46800" rIns="0"/>
          <a:lstStyle/>
          <a:p>
            <a:fld id="{F595E21E-DEBA-8F42-9C16-77733D726770}" type="slidenum">
              <a:rPr lang="en-US" smtClean="0"/>
              <a:t>‹#›</a:t>
            </a:fld>
            <a:endParaRPr lang="en-US"/>
          </a:p>
        </p:txBody>
      </p:sp>
      <p:sp>
        <p:nvSpPr>
          <p:cNvPr id="18" name="TextBox 17">
            <a:extLst>
              <a:ext uri="{FF2B5EF4-FFF2-40B4-BE49-F238E27FC236}">
                <a16:creationId xmlns:a16="http://schemas.microsoft.com/office/drawing/2014/main" id="{C6FEF64A-894C-BC49-96EE-BE41EFFDEFCB}"/>
              </a:ext>
            </a:extLst>
          </p:cNvPr>
          <p:cNvSpPr txBox="1"/>
          <p:nvPr userDrawn="1"/>
        </p:nvSpPr>
        <p:spPr>
          <a:xfrm>
            <a:off x="8953283"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rPr>
              <a:t>© 2026 Petroliam Nasional Berhad (PETRONAS)     |</a:t>
            </a:r>
            <a:endParaRPr lang="en-US" sz="800">
              <a:solidFill>
                <a:srgbClr val="00B1A9"/>
              </a:solidFill>
            </a:endParaRPr>
          </a:p>
        </p:txBody>
      </p:sp>
      <p:sp>
        <p:nvSpPr>
          <p:cNvPr id="15" name="Content Placeholder 6">
            <a:extLst>
              <a:ext uri="{FF2B5EF4-FFF2-40B4-BE49-F238E27FC236}">
                <a16:creationId xmlns:a16="http://schemas.microsoft.com/office/drawing/2014/main" id="{EF28C022-3765-B34C-870E-AD02B8CBB2DA}"/>
              </a:ext>
            </a:extLst>
          </p:cNvPr>
          <p:cNvSpPr>
            <a:spLocks noGrp="1"/>
          </p:cNvSpPr>
          <p:nvPr>
            <p:ph sz="quarter" idx="15"/>
          </p:nvPr>
        </p:nvSpPr>
        <p:spPr>
          <a:xfrm>
            <a:off x="6370315" y="1235075"/>
            <a:ext cx="5305749" cy="4881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1">
            <a:extLst>
              <a:ext uri="{FF2B5EF4-FFF2-40B4-BE49-F238E27FC236}">
                <a16:creationId xmlns:a16="http://schemas.microsoft.com/office/drawing/2014/main" id="{4149C65F-E588-554E-9F3D-076C92CFD03B}"/>
              </a:ext>
            </a:extLst>
          </p:cNvPr>
          <p:cNvSpPr>
            <a:spLocks noGrp="1"/>
          </p:cNvSpPr>
          <p:nvPr>
            <p:ph type="title" hasCustomPrompt="1"/>
          </p:nvPr>
        </p:nvSpPr>
        <p:spPr>
          <a:xfrm>
            <a:off x="528638" y="368300"/>
            <a:ext cx="11147425" cy="637880"/>
          </a:xfrm>
        </p:spPr>
        <p:txBody>
          <a:bodyPr anchor="t" anchorCtr="0">
            <a:noAutofit/>
          </a:bodyPr>
          <a:lstStyle>
            <a:lvl1pPr>
              <a:defRPr sz="2400" b="1" i="0">
                <a:latin typeface="Arial" panose="020B0604020202020204" pitchFamily="34" charset="0"/>
                <a:cs typeface="Arial" panose="020B0604020202020204" pitchFamily="34" charset="0"/>
              </a:defRPr>
            </a:lvl1pPr>
          </a:lstStyle>
          <a:p>
            <a:r>
              <a:rPr lang="en-US"/>
              <a:t>Insert header keeping to a maximum of two lines</a:t>
            </a:r>
          </a:p>
        </p:txBody>
      </p:sp>
      <p:pic>
        <p:nvPicPr>
          <p:cNvPr id="8" name="Picture 7">
            <a:extLst>
              <a:ext uri="{FF2B5EF4-FFF2-40B4-BE49-F238E27FC236}">
                <a16:creationId xmlns:a16="http://schemas.microsoft.com/office/drawing/2014/main" id="{68260DA4-3232-7E4F-8C2F-46B9E991C3C6}"/>
              </a:ext>
            </a:extLst>
          </p:cNvPr>
          <p:cNvPicPr>
            <a:picLocks noChangeAspect="1"/>
          </p:cNvPicPr>
          <p:nvPr userDrawn="1"/>
        </p:nvPicPr>
        <p:blipFill>
          <a:blip r:embed="rId2"/>
          <a:stretch>
            <a:fillRect/>
          </a:stretch>
        </p:blipFill>
        <p:spPr>
          <a:xfrm>
            <a:off x="527958" y="6339656"/>
            <a:ext cx="835200" cy="300672"/>
          </a:xfrm>
          <a:prstGeom prst="rect">
            <a:avLst/>
          </a:prstGeom>
        </p:spPr>
      </p:pic>
    </p:spTree>
    <p:extLst>
      <p:ext uri="{BB962C8B-B14F-4D97-AF65-F5344CB8AC3E}">
        <p14:creationId xmlns:p14="http://schemas.microsoft.com/office/powerpoint/2010/main" val="2104007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1">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59C551AA-75DE-BE4F-B1A2-A0215E5F7BF6}"/>
              </a:ext>
            </a:extLst>
          </p:cNvPr>
          <p:cNvSpPr>
            <a:spLocks noGrp="1"/>
          </p:cNvSpPr>
          <p:nvPr>
            <p:ph type="body" sz="quarter" idx="14" hasCustomPrompt="1"/>
          </p:nvPr>
        </p:nvSpPr>
        <p:spPr>
          <a:xfrm>
            <a:off x="515938" y="1234986"/>
            <a:ext cx="7088524" cy="4881652"/>
          </a:xfrm>
        </p:spPr>
        <p:txBody>
          <a:bodyPr>
            <a:noAutofit/>
          </a:bodyPr>
          <a:lstStyle>
            <a:lvl1pPr marL="0" indent="0">
              <a:lnSpc>
                <a:spcPct val="100000"/>
              </a:lnSpc>
              <a:spcAft>
                <a:spcPts val="1000"/>
              </a:spcAft>
              <a:buNone/>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marL="0" indent="0">
              <a:lnSpc>
                <a:spcPct val="100000"/>
              </a:lnSpc>
              <a:buNone/>
            </a:pPr>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official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Slide Number Placeholder 5">
            <a:extLst>
              <a:ext uri="{FF2B5EF4-FFF2-40B4-BE49-F238E27FC236}">
                <a16:creationId xmlns:a16="http://schemas.microsoft.com/office/drawing/2014/main" id="{061031F5-1495-454F-AD69-346BBC09F411}"/>
              </a:ext>
            </a:extLst>
          </p:cNvPr>
          <p:cNvSpPr>
            <a:spLocks noGrp="1"/>
          </p:cNvSpPr>
          <p:nvPr>
            <p:ph type="sldNum" sz="quarter" idx="12"/>
          </p:nvPr>
        </p:nvSpPr>
        <p:spPr>
          <a:xfrm>
            <a:off x="11491993" y="6278353"/>
            <a:ext cx="184069" cy="365125"/>
          </a:xfrm>
          <a:prstGeom prst="rect">
            <a:avLst/>
          </a:prstGeom>
        </p:spPr>
        <p:txBody>
          <a:bodyPr lIns="46800" rIns="0"/>
          <a:lstStyle/>
          <a:p>
            <a:fld id="{F595E21E-DEBA-8F42-9C16-77733D726770}" type="slidenum">
              <a:rPr lang="en-US" smtClean="0"/>
              <a:t>‹#›</a:t>
            </a:fld>
            <a:endParaRPr lang="en-US"/>
          </a:p>
        </p:txBody>
      </p:sp>
      <p:sp>
        <p:nvSpPr>
          <p:cNvPr id="18" name="TextBox 17">
            <a:extLst>
              <a:ext uri="{FF2B5EF4-FFF2-40B4-BE49-F238E27FC236}">
                <a16:creationId xmlns:a16="http://schemas.microsoft.com/office/drawing/2014/main" id="{C6FEF64A-894C-BC49-96EE-BE41EFFDEFCB}"/>
              </a:ext>
            </a:extLst>
          </p:cNvPr>
          <p:cNvSpPr txBox="1"/>
          <p:nvPr userDrawn="1"/>
        </p:nvSpPr>
        <p:spPr>
          <a:xfrm>
            <a:off x="8953283"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rPr>
              <a:t>© 2026 Petroliam Nasional Berhad (PETRONAS)     |</a:t>
            </a:r>
            <a:endParaRPr lang="en-US" sz="800">
              <a:solidFill>
                <a:srgbClr val="00B1A9"/>
              </a:solidFill>
            </a:endParaRPr>
          </a:p>
        </p:txBody>
      </p:sp>
      <p:sp>
        <p:nvSpPr>
          <p:cNvPr id="15" name="Content Placeholder 8">
            <a:extLst>
              <a:ext uri="{FF2B5EF4-FFF2-40B4-BE49-F238E27FC236}">
                <a16:creationId xmlns:a16="http://schemas.microsoft.com/office/drawing/2014/main" id="{1CDBA8C0-2BC3-1641-8FA2-8E0256AAE415}"/>
              </a:ext>
            </a:extLst>
          </p:cNvPr>
          <p:cNvSpPr>
            <a:spLocks noGrp="1"/>
          </p:cNvSpPr>
          <p:nvPr>
            <p:ph sz="quarter" idx="15"/>
          </p:nvPr>
        </p:nvSpPr>
        <p:spPr>
          <a:xfrm>
            <a:off x="8140862" y="1235075"/>
            <a:ext cx="3535200" cy="4881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1">
            <a:extLst>
              <a:ext uri="{FF2B5EF4-FFF2-40B4-BE49-F238E27FC236}">
                <a16:creationId xmlns:a16="http://schemas.microsoft.com/office/drawing/2014/main" id="{7EA851B0-4002-154A-A07B-D8C71D2E196F}"/>
              </a:ext>
            </a:extLst>
          </p:cNvPr>
          <p:cNvSpPr>
            <a:spLocks noGrp="1"/>
          </p:cNvSpPr>
          <p:nvPr>
            <p:ph type="title" hasCustomPrompt="1"/>
          </p:nvPr>
        </p:nvSpPr>
        <p:spPr>
          <a:xfrm>
            <a:off x="528638" y="368300"/>
            <a:ext cx="11147425" cy="637880"/>
          </a:xfrm>
        </p:spPr>
        <p:txBody>
          <a:bodyPr anchor="t" anchorCtr="0">
            <a:noAutofit/>
          </a:bodyPr>
          <a:lstStyle>
            <a:lvl1pPr>
              <a:defRPr sz="2400" b="1" i="0">
                <a:latin typeface="Arial" panose="020B0604020202020204" pitchFamily="34" charset="0"/>
                <a:cs typeface="Arial" panose="020B0604020202020204" pitchFamily="34" charset="0"/>
              </a:defRPr>
            </a:lvl1pPr>
          </a:lstStyle>
          <a:p>
            <a:r>
              <a:rPr lang="en-US"/>
              <a:t>Insert header</a:t>
            </a:r>
          </a:p>
        </p:txBody>
      </p:sp>
      <p:pic>
        <p:nvPicPr>
          <p:cNvPr id="9" name="Picture 8">
            <a:extLst>
              <a:ext uri="{FF2B5EF4-FFF2-40B4-BE49-F238E27FC236}">
                <a16:creationId xmlns:a16="http://schemas.microsoft.com/office/drawing/2014/main" id="{3AFA79F6-F396-BD4E-9359-956C8A579893}"/>
              </a:ext>
            </a:extLst>
          </p:cNvPr>
          <p:cNvPicPr>
            <a:picLocks noChangeAspect="1"/>
          </p:cNvPicPr>
          <p:nvPr userDrawn="1"/>
        </p:nvPicPr>
        <p:blipFill>
          <a:blip r:embed="rId2"/>
          <a:stretch>
            <a:fillRect/>
          </a:stretch>
        </p:blipFill>
        <p:spPr>
          <a:xfrm>
            <a:off x="527958" y="6339656"/>
            <a:ext cx="835200" cy="300672"/>
          </a:xfrm>
          <a:prstGeom prst="rect">
            <a:avLst/>
          </a:prstGeom>
        </p:spPr>
      </p:pic>
    </p:spTree>
    <p:extLst>
      <p:ext uri="{BB962C8B-B14F-4D97-AF65-F5344CB8AC3E}">
        <p14:creationId xmlns:p14="http://schemas.microsoft.com/office/powerpoint/2010/main" val="241617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
    <p:spTree>
      <p:nvGrpSpPr>
        <p:cNvPr id="1" name=""/>
        <p:cNvGrpSpPr/>
        <p:nvPr/>
      </p:nvGrpSpPr>
      <p:grpSpPr>
        <a:xfrm>
          <a:off x="0" y="0"/>
          <a:ext cx="0" cy="0"/>
          <a:chOff x="0" y="0"/>
          <a:chExt cx="0" cy="0"/>
        </a:xfrm>
      </p:grpSpPr>
      <p:sp>
        <p:nvSpPr>
          <p:cNvPr id="17" name="Slide Number Placeholder 5">
            <a:extLst>
              <a:ext uri="{FF2B5EF4-FFF2-40B4-BE49-F238E27FC236}">
                <a16:creationId xmlns:a16="http://schemas.microsoft.com/office/drawing/2014/main" id="{061031F5-1495-454F-AD69-346BBC09F411}"/>
              </a:ext>
            </a:extLst>
          </p:cNvPr>
          <p:cNvSpPr>
            <a:spLocks noGrp="1"/>
          </p:cNvSpPr>
          <p:nvPr>
            <p:ph type="sldNum" sz="quarter" idx="12"/>
          </p:nvPr>
        </p:nvSpPr>
        <p:spPr>
          <a:xfrm>
            <a:off x="11491993" y="6278353"/>
            <a:ext cx="184069" cy="365125"/>
          </a:xfrm>
          <a:prstGeom prst="rect">
            <a:avLst/>
          </a:prstGeom>
        </p:spPr>
        <p:txBody>
          <a:bodyPr lIns="46800" rIns="0"/>
          <a:lstStyle/>
          <a:p>
            <a:fld id="{F595E21E-DEBA-8F42-9C16-77733D726770}" type="slidenum">
              <a:rPr lang="en-US" smtClean="0"/>
              <a:t>‹#›</a:t>
            </a:fld>
            <a:endParaRPr lang="en-US"/>
          </a:p>
        </p:txBody>
      </p:sp>
      <p:sp>
        <p:nvSpPr>
          <p:cNvPr id="18" name="TextBox 17">
            <a:extLst>
              <a:ext uri="{FF2B5EF4-FFF2-40B4-BE49-F238E27FC236}">
                <a16:creationId xmlns:a16="http://schemas.microsoft.com/office/drawing/2014/main" id="{C6FEF64A-894C-BC49-96EE-BE41EFFDEFCB}"/>
              </a:ext>
            </a:extLst>
          </p:cNvPr>
          <p:cNvSpPr txBox="1"/>
          <p:nvPr userDrawn="1"/>
        </p:nvSpPr>
        <p:spPr>
          <a:xfrm>
            <a:off x="8953283"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rPr>
              <a:t>© 2026 Petroliam Nasional Berhad (PETRONAS)     |</a:t>
            </a:r>
            <a:endParaRPr lang="en-US" sz="800">
              <a:solidFill>
                <a:srgbClr val="00B1A9"/>
              </a:solidFill>
            </a:endParaRPr>
          </a:p>
        </p:txBody>
      </p:sp>
      <p:sp>
        <p:nvSpPr>
          <p:cNvPr id="9" name="Text Placeholder 13">
            <a:extLst>
              <a:ext uri="{FF2B5EF4-FFF2-40B4-BE49-F238E27FC236}">
                <a16:creationId xmlns:a16="http://schemas.microsoft.com/office/drawing/2014/main" id="{39E7C400-D876-1B4D-ABBC-8AC7B36A2F98}"/>
              </a:ext>
            </a:extLst>
          </p:cNvPr>
          <p:cNvSpPr>
            <a:spLocks noGrp="1"/>
          </p:cNvSpPr>
          <p:nvPr>
            <p:ph type="body" sz="quarter" idx="14" hasCustomPrompt="1"/>
          </p:nvPr>
        </p:nvSpPr>
        <p:spPr>
          <a:xfrm>
            <a:off x="515938" y="1234986"/>
            <a:ext cx="3535200" cy="4881652"/>
          </a:xfrm>
        </p:spPr>
        <p:txBody>
          <a:bodyPr>
            <a:noAutofit/>
          </a:bodyPr>
          <a:lstStyle>
            <a:lvl1pPr marL="0" indent="0">
              <a:lnSpc>
                <a:spcPct val="100000"/>
              </a:lnSpc>
              <a:spcAft>
                <a:spcPts val="1000"/>
              </a:spcAft>
              <a:buNone/>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marL="0" indent="0">
              <a:lnSpc>
                <a:spcPct val="100000"/>
              </a:lnSpc>
              <a:buNone/>
            </a:pPr>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official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Content Placeholder 6">
            <a:extLst>
              <a:ext uri="{FF2B5EF4-FFF2-40B4-BE49-F238E27FC236}">
                <a16:creationId xmlns:a16="http://schemas.microsoft.com/office/drawing/2014/main" id="{01F4F26E-21F2-224A-B295-8F31F19CB8F1}"/>
              </a:ext>
            </a:extLst>
          </p:cNvPr>
          <p:cNvSpPr>
            <a:spLocks noGrp="1"/>
          </p:cNvSpPr>
          <p:nvPr>
            <p:ph sz="quarter" idx="16"/>
          </p:nvPr>
        </p:nvSpPr>
        <p:spPr>
          <a:xfrm>
            <a:off x="4587537" y="1235075"/>
            <a:ext cx="7088525" cy="4881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itle 1">
            <a:extLst>
              <a:ext uri="{FF2B5EF4-FFF2-40B4-BE49-F238E27FC236}">
                <a16:creationId xmlns:a16="http://schemas.microsoft.com/office/drawing/2014/main" id="{7E03EB46-C4CC-464C-9AF6-82D82CF163F0}"/>
              </a:ext>
            </a:extLst>
          </p:cNvPr>
          <p:cNvSpPr>
            <a:spLocks noGrp="1"/>
          </p:cNvSpPr>
          <p:nvPr>
            <p:ph type="title" hasCustomPrompt="1"/>
          </p:nvPr>
        </p:nvSpPr>
        <p:spPr>
          <a:xfrm>
            <a:off x="528638" y="368300"/>
            <a:ext cx="11147425" cy="637880"/>
          </a:xfrm>
        </p:spPr>
        <p:txBody>
          <a:bodyPr anchor="t" anchorCtr="0">
            <a:noAutofit/>
          </a:bodyPr>
          <a:lstStyle>
            <a:lvl1pPr>
              <a:defRPr sz="2400" b="1" i="0">
                <a:latin typeface="Arial" panose="020B0604020202020204" pitchFamily="34" charset="0"/>
                <a:cs typeface="Arial" panose="020B0604020202020204" pitchFamily="34" charset="0"/>
              </a:defRPr>
            </a:lvl1pPr>
          </a:lstStyle>
          <a:p>
            <a:r>
              <a:rPr lang="en-US"/>
              <a:t>Insert header</a:t>
            </a:r>
          </a:p>
        </p:txBody>
      </p:sp>
      <p:pic>
        <p:nvPicPr>
          <p:cNvPr id="8" name="Picture 7">
            <a:extLst>
              <a:ext uri="{FF2B5EF4-FFF2-40B4-BE49-F238E27FC236}">
                <a16:creationId xmlns:a16="http://schemas.microsoft.com/office/drawing/2014/main" id="{831B8588-9C18-AA4D-9A60-76909679D350}"/>
              </a:ext>
            </a:extLst>
          </p:cNvPr>
          <p:cNvPicPr>
            <a:picLocks noChangeAspect="1"/>
          </p:cNvPicPr>
          <p:nvPr userDrawn="1"/>
        </p:nvPicPr>
        <p:blipFill>
          <a:blip r:embed="rId2"/>
          <a:stretch>
            <a:fillRect/>
          </a:stretch>
        </p:blipFill>
        <p:spPr>
          <a:xfrm>
            <a:off x="527958" y="6339656"/>
            <a:ext cx="835200" cy="300672"/>
          </a:xfrm>
          <a:prstGeom prst="rect">
            <a:avLst/>
          </a:prstGeom>
        </p:spPr>
      </p:pic>
    </p:spTree>
    <p:extLst>
      <p:ext uri="{BB962C8B-B14F-4D97-AF65-F5344CB8AC3E}">
        <p14:creationId xmlns:p14="http://schemas.microsoft.com/office/powerpoint/2010/main" val="966115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 with image">
    <p:spTree>
      <p:nvGrpSpPr>
        <p:cNvPr id="1" name=""/>
        <p:cNvGrpSpPr/>
        <p:nvPr/>
      </p:nvGrpSpPr>
      <p:grpSpPr>
        <a:xfrm>
          <a:off x="0" y="0"/>
          <a:ext cx="0" cy="0"/>
          <a:chOff x="0" y="0"/>
          <a:chExt cx="0" cy="0"/>
        </a:xfrm>
      </p:grpSpPr>
      <p:sp>
        <p:nvSpPr>
          <p:cNvPr id="17" name="Slide Number Placeholder 5">
            <a:extLst>
              <a:ext uri="{FF2B5EF4-FFF2-40B4-BE49-F238E27FC236}">
                <a16:creationId xmlns:a16="http://schemas.microsoft.com/office/drawing/2014/main" id="{061031F5-1495-454F-AD69-346BBC09F411}"/>
              </a:ext>
            </a:extLst>
          </p:cNvPr>
          <p:cNvSpPr>
            <a:spLocks noGrp="1"/>
          </p:cNvSpPr>
          <p:nvPr>
            <p:ph type="sldNum" sz="quarter" idx="12"/>
          </p:nvPr>
        </p:nvSpPr>
        <p:spPr>
          <a:xfrm>
            <a:off x="11491993" y="6278353"/>
            <a:ext cx="184069" cy="365125"/>
          </a:xfrm>
          <a:prstGeom prst="rect">
            <a:avLst/>
          </a:prstGeom>
        </p:spPr>
        <p:txBody>
          <a:bodyPr lIns="46800" rIns="0"/>
          <a:lstStyle/>
          <a:p>
            <a:fld id="{F595E21E-DEBA-8F42-9C16-77733D726770}" type="slidenum">
              <a:rPr lang="en-US" smtClean="0"/>
              <a:t>‹#›</a:t>
            </a:fld>
            <a:endParaRPr lang="en-US"/>
          </a:p>
        </p:txBody>
      </p:sp>
      <p:sp>
        <p:nvSpPr>
          <p:cNvPr id="18" name="TextBox 17">
            <a:extLst>
              <a:ext uri="{FF2B5EF4-FFF2-40B4-BE49-F238E27FC236}">
                <a16:creationId xmlns:a16="http://schemas.microsoft.com/office/drawing/2014/main" id="{C6FEF64A-894C-BC49-96EE-BE41EFFDEFCB}"/>
              </a:ext>
            </a:extLst>
          </p:cNvPr>
          <p:cNvSpPr txBox="1"/>
          <p:nvPr userDrawn="1"/>
        </p:nvSpPr>
        <p:spPr>
          <a:xfrm>
            <a:off x="8953283"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rPr>
              <a:t>© 2026 Petroliam Nasional Berhad (PETRONAS)     |</a:t>
            </a:r>
            <a:endParaRPr lang="en-US" sz="800">
              <a:solidFill>
                <a:srgbClr val="00B1A9"/>
              </a:solidFill>
            </a:endParaRPr>
          </a:p>
        </p:txBody>
      </p:sp>
      <p:sp>
        <p:nvSpPr>
          <p:cNvPr id="20" name="Text Placeholder 13">
            <a:extLst>
              <a:ext uri="{FF2B5EF4-FFF2-40B4-BE49-F238E27FC236}">
                <a16:creationId xmlns:a16="http://schemas.microsoft.com/office/drawing/2014/main" id="{8762926E-123F-D74B-9640-D264C41786A1}"/>
              </a:ext>
            </a:extLst>
          </p:cNvPr>
          <p:cNvSpPr>
            <a:spLocks noGrp="1"/>
          </p:cNvSpPr>
          <p:nvPr>
            <p:ph type="body" sz="quarter" idx="14" hasCustomPrompt="1"/>
          </p:nvPr>
        </p:nvSpPr>
        <p:spPr>
          <a:xfrm>
            <a:off x="515937" y="1234986"/>
            <a:ext cx="5318447" cy="4881652"/>
          </a:xfrm>
        </p:spPr>
        <p:txBody>
          <a:bodyPr>
            <a:noAutofit/>
          </a:bodyPr>
          <a:lstStyle>
            <a:lvl1pPr marL="0" indent="0">
              <a:lnSpc>
                <a:spcPct val="100000"/>
              </a:lnSpc>
              <a:spcAft>
                <a:spcPts val="1000"/>
              </a:spcAft>
              <a:buNone/>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marL="0" indent="0">
              <a:lnSpc>
                <a:spcPct val="100000"/>
              </a:lnSpc>
              <a:buNone/>
            </a:pPr>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official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25" name="Title 1">
            <a:extLst>
              <a:ext uri="{FF2B5EF4-FFF2-40B4-BE49-F238E27FC236}">
                <a16:creationId xmlns:a16="http://schemas.microsoft.com/office/drawing/2014/main" id="{3878B502-0371-3E4D-A780-4D53CB18A975}"/>
              </a:ext>
            </a:extLst>
          </p:cNvPr>
          <p:cNvSpPr>
            <a:spLocks noGrp="1"/>
          </p:cNvSpPr>
          <p:nvPr>
            <p:ph type="title" hasCustomPrompt="1"/>
          </p:nvPr>
        </p:nvSpPr>
        <p:spPr>
          <a:xfrm>
            <a:off x="528639" y="368300"/>
            <a:ext cx="5305744" cy="637880"/>
          </a:xfrm>
        </p:spPr>
        <p:txBody>
          <a:bodyPr anchor="t" anchorCtr="0">
            <a:noAutofit/>
          </a:bodyPr>
          <a:lstStyle>
            <a:lvl1pPr>
              <a:defRPr sz="2400" b="1" i="0">
                <a:latin typeface="Arial" panose="020B0604020202020204" pitchFamily="34" charset="0"/>
                <a:cs typeface="Arial" panose="020B0604020202020204" pitchFamily="34" charset="0"/>
              </a:defRPr>
            </a:lvl1pPr>
          </a:lstStyle>
          <a:p>
            <a:r>
              <a:rPr lang="en-US"/>
              <a:t>Insert header</a:t>
            </a:r>
          </a:p>
        </p:txBody>
      </p:sp>
      <p:sp>
        <p:nvSpPr>
          <p:cNvPr id="14" name="Picture Placeholder 4">
            <a:extLst>
              <a:ext uri="{FF2B5EF4-FFF2-40B4-BE49-F238E27FC236}">
                <a16:creationId xmlns:a16="http://schemas.microsoft.com/office/drawing/2014/main" id="{8544DBCB-C2E9-8E4F-9E0E-782D67AF0A51}"/>
              </a:ext>
            </a:extLst>
          </p:cNvPr>
          <p:cNvSpPr>
            <a:spLocks noGrp="1"/>
          </p:cNvSpPr>
          <p:nvPr>
            <p:ph type="pic" sz="quarter" idx="17" hasCustomPrompt="1"/>
          </p:nvPr>
        </p:nvSpPr>
        <p:spPr>
          <a:xfrm>
            <a:off x="6357618" y="0"/>
            <a:ext cx="5834383" cy="6858000"/>
          </a:xfrm>
          <a:solidFill>
            <a:schemeClr val="bg1">
              <a:lumMod val="95000"/>
            </a:schemeClr>
          </a:solidFill>
        </p:spPr>
        <p:txBody>
          <a:bodyPr anchor="ctr" anchorCtr="0"/>
          <a:lstStyle>
            <a:lvl1pPr marL="0" indent="0" algn="ctr">
              <a:buNone/>
              <a:defRPr>
                <a:solidFill>
                  <a:schemeClr val="tx1"/>
                </a:solidFill>
              </a:defRPr>
            </a:lvl1pPr>
          </a:lstStyle>
          <a:p>
            <a:r>
              <a:rPr lang="en-US"/>
              <a:t>Click to insert image</a:t>
            </a:r>
          </a:p>
        </p:txBody>
      </p:sp>
      <p:pic>
        <p:nvPicPr>
          <p:cNvPr id="9" name="Picture 8">
            <a:extLst>
              <a:ext uri="{FF2B5EF4-FFF2-40B4-BE49-F238E27FC236}">
                <a16:creationId xmlns:a16="http://schemas.microsoft.com/office/drawing/2014/main" id="{A26928FC-D433-DC40-9FC2-818213B112EB}"/>
              </a:ext>
            </a:extLst>
          </p:cNvPr>
          <p:cNvPicPr>
            <a:picLocks noChangeAspect="1"/>
          </p:cNvPicPr>
          <p:nvPr userDrawn="1"/>
        </p:nvPicPr>
        <p:blipFill>
          <a:blip r:embed="rId2"/>
          <a:stretch>
            <a:fillRect/>
          </a:stretch>
        </p:blipFill>
        <p:spPr>
          <a:xfrm>
            <a:off x="527958" y="6339656"/>
            <a:ext cx="835200" cy="300672"/>
          </a:xfrm>
          <a:prstGeom prst="rect">
            <a:avLst/>
          </a:prstGeom>
        </p:spPr>
      </p:pic>
    </p:spTree>
    <p:extLst>
      <p:ext uri="{BB962C8B-B14F-4D97-AF65-F5344CB8AC3E}">
        <p14:creationId xmlns:p14="http://schemas.microsoft.com/office/powerpoint/2010/main" val="1393755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1 with image">
    <p:spTree>
      <p:nvGrpSpPr>
        <p:cNvPr id="1" name=""/>
        <p:cNvGrpSpPr/>
        <p:nvPr/>
      </p:nvGrpSpPr>
      <p:grpSpPr>
        <a:xfrm>
          <a:off x="0" y="0"/>
          <a:ext cx="0" cy="0"/>
          <a:chOff x="0" y="0"/>
          <a:chExt cx="0" cy="0"/>
        </a:xfrm>
      </p:grpSpPr>
      <p:sp>
        <p:nvSpPr>
          <p:cNvPr id="17" name="Slide Number Placeholder 5">
            <a:extLst>
              <a:ext uri="{FF2B5EF4-FFF2-40B4-BE49-F238E27FC236}">
                <a16:creationId xmlns:a16="http://schemas.microsoft.com/office/drawing/2014/main" id="{061031F5-1495-454F-AD69-346BBC09F411}"/>
              </a:ext>
            </a:extLst>
          </p:cNvPr>
          <p:cNvSpPr>
            <a:spLocks noGrp="1"/>
          </p:cNvSpPr>
          <p:nvPr>
            <p:ph type="sldNum" sz="quarter" idx="12"/>
          </p:nvPr>
        </p:nvSpPr>
        <p:spPr>
          <a:xfrm>
            <a:off x="11491993" y="6278353"/>
            <a:ext cx="184069" cy="365125"/>
          </a:xfrm>
          <a:prstGeom prst="rect">
            <a:avLst/>
          </a:prstGeom>
        </p:spPr>
        <p:txBody>
          <a:bodyPr lIns="46800" rIns="0"/>
          <a:lstStyle/>
          <a:p>
            <a:fld id="{F595E21E-DEBA-8F42-9C16-77733D726770}" type="slidenum">
              <a:rPr lang="en-US" smtClean="0"/>
              <a:t>‹#›</a:t>
            </a:fld>
            <a:endParaRPr lang="en-US"/>
          </a:p>
        </p:txBody>
      </p:sp>
      <p:sp>
        <p:nvSpPr>
          <p:cNvPr id="18" name="TextBox 17">
            <a:extLst>
              <a:ext uri="{FF2B5EF4-FFF2-40B4-BE49-F238E27FC236}">
                <a16:creationId xmlns:a16="http://schemas.microsoft.com/office/drawing/2014/main" id="{C6FEF64A-894C-BC49-96EE-BE41EFFDEFCB}"/>
              </a:ext>
            </a:extLst>
          </p:cNvPr>
          <p:cNvSpPr txBox="1"/>
          <p:nvPr userDrawn="1"/>
        </p:nvSpPr>
        <p:spPr>
          <a:xfrm>
            <a:off x="8953283"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rPr>
              <a:t>© 2026 Petroliam Nasional Berhad (PETRONAS)     |</a:t>
            </a:r>
            <a:endParaRPr lang="en-US" sz="800">
              <a:solidFill>
                <a:srgbClr val="00B1A9"/>
              </a:solidFill>
            </a:endParaRPr>
          </a:p>
        </p:txBody>
      </p:sp>
      <p:sp>
        <p:nvSpPr>
          <p:cNvPr id="10" name="Content Placeholder 6">
            <a:extLst>
              <a:ext uri="{FF2B5EF4-FFF2-40B4-BE49-F238E27FC236}">
                <a16:creationId xmlns:a16="http://schemas.microsoft.com/office/drawing/2014/main" id="{05917B13-2354-A04A-A2D5-FF4CFEF3F862}"/>
              </a:ext>
            </a:extLst>
          </p:cNvPr>
          <p:cNvSpPr>
            <a:spLocks noGrp="1"/>
          </p:cNvSpPr>
          <p:nvPr>
            <p:ph sz="quarter" idx="17" hasCustomPrompt="1"/>
          </p:nvPr>
        </p:nvSpPr>
        <p:spPr>
          <a:xfrm>
            <a:off x="528638" y="1235075"/>
            <a:ext cx="7075824" cy="4881563"/>
          </a:xfrm>
        </p:spPr>
        <p:txBody>
          <a:bodyPr/>
          <a:lstStyle>
            <a:lvl1pPr>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marL="0" indent="0">
              <a:lnSpc>
                <a:spcPct val="100000"/>
              </a:lnSpc>
              <a:buNone/>
            </a:pPr>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official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20" name="Title 1">
            <a:extLst>
              <a:ext uri="{FF2B5EF4-FFF2-40B4-BE49-F238E27FC236}">
                <a16:creationId xmlns:a16="http://schemas.microsoft.com/office/drawing/2014/main" id="{84AEBEDC-4258-8F46-8C7E-AE4DD813507A}"/>
              </a:ext>
            </a:extLst>
          </p:cNvPr>
          <p:cNvSpPr>
            <a:spLocks noGrp="1"/>
          </p:cNvSpPr>
          <p:nvPr>
            <p:ph type="title" hasCustomPrompt="1"/>
          </p:nvPr>
        </p:nvSpPr>
        <p:spPr>
          <a:xfrm>
            <a:off x="528639" y="368300"/>
            <a:ext cx="7075824" cy="637880"/>
          </a:xfrm>
        </p:spPr>
        <p:txBody>
          <a:bodyPr anchor="t" anchorCtr="0">
            <a:noAutofit/>
          </a:bodyPr>
          <a:lstStyle>
            <a:lvl1pPr>
              <a:defRPr sz="2400" b="1" i="0">
                <a:latin typeface="Arial" panose="020B0604020202020204" pitchFamily="34" charset="0"/>
                <a:cs typeface="Arial" panose="020B0604020202020204" pitchFamily="34" charset="0"/>
              </a:defRPr>
            </a:lvl1pPr>
          </a:lstStyle>
          <a:p>
            <a:r>
              <a:rPr lang="en-US"/>
              <a:t>Insert header</a:t>
            </a:r>
          </a:p>
        </p:txBody>
      </p:sp>
      <p:sp>
        <p:nvSpPr>
          <p:cNvPr id="13" name="Picture Placeholder 4">
            <a:extLst>
              <a:ext uri="{FF2B5EF4-FFF2-40B4-BE49-F238E27FC236}">
                <a16:creationId xmlns:a16="http://schemas.microsoft.com/office/drawing/2014/main" id="{CCAAC1F8-DC87-0D4F-A824-25897149CEBD}"/>
              </a:ext>
            </a:extLst>
          </p:cNvPr>
          <p:cNvSpPr>
            <a:spLocks noGrp="1"/>
          </p:cNvSpPr>
          <p:nvPr>
            <p:ph type="pic" sz="quarter" idx="18" hasCustomPrompt="1"/>
          </p:nvPr>
        </p:nvSpPr>
        <p:spPr>
          <a:xfrm>
            <a:off x="8140862" y="0"/>
            <a:ext cx="4051138" cy="6858000"/>
          </a:xfrm>
          <a:solidFill>
            <a:schemeClr val="bg1">
              <a:lumMod val="95000"/>
            </a:schemeClr>
          </a:solidFill>
        </p:spPr>
        <p:txBody>
          <a:bodyPr anchor="ctr" anchorCtr="0"/>
          <a:lstStyle>
            <a:lvl1pPr marL="0" indent="0" algn="ctr">
              <a:buNone/>
              <a:defRPr>
                <a:solidFill>
                  <a:schemeClr val="tx1"/>
                </a:solidFill>
              </a:defRPr>
            </a:lvl1pPr>
          </a:lstStyle>
          <a:p>
            <a:r>
              <a:rPr lang="en-US"/>
              <a:t>Click to insert image</a:t>
            </a:r>
          </a:p>
        </p:txBody>
      </p:sp>
      <p:pic>
        <p:nvPicPr>
          <p:cNvPr id="9" name="Picture 8">
            <a:extLst>
              <a:ext uri="{FF2B5EF4-FFF2-40B4-BE49-F238E27FC236}">
                <a16:creationId xmlns:a16="http://schemas.microsoft.com/office/drawing/2014/main" id="{22BE6991-77D9-5E4C-9E2B-0741B9FC621D}"/>
              </a:ext>
            </a:extLst>
          </p:cNvPr>
          <p:cNvPicPr>
            <a:picLocks noChangeAspect="1"/>
          </p:cNvPicPr>
          <p:nvPr userDrawn="1"/>
        </p:nvPicPr>
        <p:blipFill>
          <a:blip r:embed="rId2"/>
          <a:stretch>
            <a:fillRect/>
          </a:stretch>
        </p:blipFill>
        <p:spPr>
          <a:xfrm>
            <a:off x="527958" y="6339656"/>
            <a:ext cx="835200" cy="300672"/>
          </a:xfrm>
          <a:prstGeom prst="rect">
            <a:avLst/>
          </a:prstGeom>
        </p:spPr>
      </p:pic>
    </p:spTree>
    <p:extLst>
      <p:ext uri="{BB962C8B-B14F-4D97-AF65-F5344CB8AC3E}">
        <p14:creationId xmlns:p14="http://schemas.microsoft.com/office/powerpoint/2010/main" val="2893425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with image">
    <p:spTree>
      <p:nvGrpSpPr>
        <p:cNvPr id="1" name=""/>
        <p:cNvGrpSpPr/>
        <p:nvPr/>
      </p:nvGrpSpPr>
      <p:grpSpPr>
        <a:xfrm>
          <a:off x="0" y="0"/>
          <a:ext cx="0" cy="0"/>
          <a:chOff x="0" y="0"/>
          <a:chExt cx="0" cy="0"/>
        </a:xfrm>
      </p:grpSpPr>
      <p:sp>
        <p:nvSpPr>
          <p:cNvPr id="17" name="Slide Number Placeholder 5">
            <a:extLst>
              <a:ext uri="{FF2B5EF4-FFF2-40B4-BE49-F238E27FC236}">
                <a16:creationId xmlns:a16="http://schemas.microsoft.com/office/drawing/2014/main" id="{061031F5-1495-454F-AD69-346BBC09F411}"/>
              </a:ext>
            </a:extLst>
          </p:cNvPr>
          <p:cNvSpPr>
            <a:spLocks noGrp="1"/>
          </p:cNvSpPr>
          <p:nvPr>
            <p:ph type="sldNum" sz="quarter" idx="12"/>
          </p:nvPr>
        </p:nvSpPr>
        <p:spPr>
          <a:xfrm>
            <a:off x="11491993" y="6278353"/>
            <a:ext cx="184069" cy="365125"/>
          </a:xfrm>
          <a:prstGeom prst="rect">
            <a:avLst/>
          </a:prstGeom>
        </p:spPr>
        <p:txBody>
          <a:bodyPr lIns="46800" rIns="0"/>
          <a:lstStyle/>
          <a:p>
            <a:fld id="{F595E21E-DEBA-8F42-9C16-77733D726770}" type="slidenum">
              <a:rPr lang="en-US" smtClean="0"/>
              <a:t>‹#›</a:t>
            </a:fld>
            <a:endParaRPr lang="en-US"/>
          </a:p>
        </p:txBody>
      </p:sp>
      <p:sp>
        <p:nvSpPr>
          <p:cNvPr id="18" name="TextBox 17">
            <a:extLst>
              <a:ext uri="{FF2B5EF4-FFF2-40B4-BE49-F238E27FC236}">
                <a16:creationId xmlns:a16="http://schemas.microsoft.com/office/drawing/2014/main" id="{C6FEF64A-894C-BC49-96EE-BE41EFFDEFCB}"/>
              </a:ext>
            </a:extLst>
          </p:cNvPr>
          <p:cNvSpPr txBox="1"/>
          <p:nvPr userDrawn="1"/>
        </p:nvSpPr>
        <p:spPr>
          <a:xfrm>
            <a:off x="8953283"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rPr>
              <a:t>© 2026 Petroliam Nasional Berhad (PETRONAS)     |</a:t>
            </a:r>
            <a:endParaRPr lang="en-US" sz="800">
              <a:solidFill>
                <a:srgbClr val="00B1A9"/>
              </a:solidFill>
            </a:endParaRPr>
          </a:p>
        </p:txBody>
      </p:sp>
      <p:pic>
        <p:nvPicPr>
          <p:cNvPr id="8" name="Picture 7">
            <a:extLst>
              <a:ext uri="{FF2B5EF4-FFF2-40B4-BE49-F238E27FC236}">
                <a16:creationId xmlns:a16="http://schemas.microsoft.com/office/drawing/2014/main" id="{8920AF90-BD79-D64D-BDD2-391E00B9FF6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28638" y="6340038"/>
            <a:ext cx="837849" cy="299323"/>
          </a:xfrm>
          <a:prstGeom prst="rect">
            <a:avLst/>
          </a:prstGeom>
        </p:spPr>
      </p:pic>
      <p:sp>
        <p:nvSpPr>
          <p:cNvPr id="14" name="Content Placeholder 6">
            <a:extLst>
              <a:ext uri="{FF2B5EF4-FFF2-40B4-BE49-F238E27FC236}">
                <a16:creationId xmlns:a16="http://schemas.microsoft.com/office/drawing/2014/main" id="{26E5D0E0-15B3-A746-B109-ED82918511CD}"/>
              </a:ext>
            </a:extLst>
          </p:cNvPr>
          <p:cNvSpPr>
            <a:spLocks noGrp="1"/>
          </p:cNvSpPr>
          <p:nvPr>
            <p:ph sz="quarter" idx="16" hasCustomPrompt="1"/>
          </p:nvPr>
        </p:nvSpPr>
        <p:spPr>
          <a:xfrm>
            <a:off x="4579777" y="1235075"/>
            <a:ext cx="7096285" cy="4881563"/>
          </a:xfrm>
        </p:spPr>
        <p:txBody>
          <a:bodyPr/>
          <a:lstStyle>
            <a:lvl1pPr>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marL="0" indent="0">
              <a:lnSpc>
                <a:spcPct val="100000"/>
              </a:lnSpc>
              <a:buNone/>
            </a:pPr>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official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24" name="Title 1">
            <a:extLst>
              <a:ext uri="{FF2B5EF4-FFF2-40B4-BE49-F238E27FC236}">
                <a16:creationId xmlns:a16="http://schemas.microsoft.com/office/drawing/2014/main" id="{C9789F5C-CC6E-1F41-A365-575B13846BE3}"/>
              </a:ext>
            </a:extLst>
          </p:cNvPr>
          <p:cNvSpPr>
            <a:spLocks noGrp="1"/>
          </p:cNvSpPr>
          <p:nvPr>
            <p:ph type="title" hasCustomPrompt="1"/>
          </p:nvPr>
        </p:nvSpPr>
        <p:spPr>
          <a:xfrm>
            <a:off x="4579777" y="368300"/>
            <a:ext cx="7096286" cy="637880"/>
          </a:xfrm>
        </p:spPr>
        <p:txBody>
          <a:bodyPr anchor="t" anchorCtr="0">
            <a:noAutofit/>
          </a:bodyPr>
          <a:lstStyle>
            <a:lvl1pPr>
              <a:defRPr sz="2400" b="1" i="0">
                <a:latin typeface="Arial" panose="020B0604020202020204" pitchFamily="34" charset="0"/>
                <a:cs typeface="Arial" panose="020B0604020202020204" pitchFamily="34" charset="0"/>
              </a:defRPr>
            </a:lvl1pPr>
          </a:lstStyle>
          <a:p>
            <a:r>
              <a:rPr lang="en-US"/>
              <a:t>Insert header</a:t>
            </a:r>
          </a:p>
        </p:txBody>
      </p:sp>
      <p:sp>
        <p:nvSpPr>
          <p:cNvPr id="9" name="Picture Placeholder 4">
            <a:extLst>
              <a:ext uri="{FF2B5EF4-FFF2-40B4-BE49-F238E27FC236}">
                <a16:creationId xmlns:a16="http://schemas.microsoft.com/office/drawing/2014/main" id="{04AD6740-7075-D845-9577-EF331C5900AA}"/>
              </a:ext>
            </a:extLst>
          </p:cNvPr>
          <p:cNvSpPr>
            <a:spLocks noGrp="1"/>
          </p:cNvSpPr>
          <p:nvPr>
            <p:ph type="pic" sz="quarter" idx="18" hasCustomPrompt="1"/>
          </p:nvPr>
        </p:nvSpPr>
        <p:spPr>
          <a:xfrm>
            <a:off x="0" y="0"/>
            <a:ext cx="4051138" cy="6858000"/>
          </a:xfrm>
          <a:solidFill>
            <a:schemeClr val="bg1">
              <a:lumMod val="95000"/>
            </a:schemeClr>
          </a:solidFill>
        </p:spPr>
        <p:txBody>
          <a:bodyPr anchor="ctr" anchorCtr="0"/>
          <a:lstStyle>
            <a:lvl1pPr marL="0" indent="0" algn="ctr">
              <a:buNone/>
              <a:defRPr>
                <a:solidFill>
                  <a:schemeClr val="bg1"/>
                </a:solidFill>
              </a:defRPr>
            </a:lvl1pPr>
          </a:lstStyle>
          <a:p>
            <a:r>
              <a:rPr lang="en-US"/>
              <a:t>Click to insert image</a:t>
            </a:r>
          </a:p>
        </p:txBody>
      </p:sp>
    </p:spTree>
    <p:extLst>
      <p:ext uri="{BB962C8B-B14F-4D97-AF65-F5344CB8AC3E}">
        <p14:creationId xmlns:p14="http://schemas.microsoft.com/office/powerpoint/2010/main" val="3559490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with quot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BC4FE55-FE0F-6444-B1AD-DDA4EA307837}"/>
              </a:ext>
            </a:extLst>
          </p:cNvPr>
          <p:cNvSpPr>
            <a:spLocks noGrp="1"/>
          </p:cNvSpPr>
          <p:nvPr>
            <p:ph sz="quarter" idx="4" hasCustomPrompt="1"/>
          </p:nvPr>
        </p:nvSpPr>
        <p:spPr>
          <a:xfrm>
            <a:off x="6370312" y="1234986"/>
            <a:ext cx="5305750" cy="4881652"/>
          </a:xfrm>
        </p:spPr>
        <p:txBody>
          <a:bodyPr wrap="square">
            <a:noAutofit/>
          </a:bodyPr>
          <a:lstStyle>
            <a:lvl1pPr marL="0" indent="0">
              <a:lnSpc>
                <a:spcPct val="100000"/>
              </a:lnSpc>
              <a:spcAft>
                <a:spcPts val="1000"/>
              </a:spcAft>
              <a:buNone/>
              <a:defRPr/>
            </a:lvl1pPr>
          </a:lstStyle>
          <a:p>
            <a:pPr marL="0" indent="0">
              <a:lnSpc>
                <a:spcPct val="100000"/>
              </a:lnSpc>
              <a:buNone/>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a:p>
            <a:pPr marL="0" indent="0">
              <a:lnSpc>
                <a:spcPct val="100000"/>
              </a:lnSpc>
              <a:buNone/>
            </a:pPr>
            <a:r>
              <a:rPr lang="en-US"/>
              <a:t>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official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Slide Number Placeholder 5">
            <a:extLst>
              <a:ext uri="{FF2B5EF4-FFF2-40B4-BE49-F238E27FC236}">
                <a16:creationId xmlns:a16="http://schemas.microsoft.com/office/drawing/2014/main" id="{78C40434-0F1B-C84F-BE0E-83F79A59720E}"/>
              </a:ext>
            </a:extLst>
          </p:cNvPr>
          <p:cNvSpPr>
            <a:spLocks noGrp="1"/>
          </p:cNvSpPr>
          <p:nvPr>
            <p:ph type="sldNum" sz="quarter" idx="12"/>
          </p:nvPr>
        </p:nvSpPr>
        <p:spPr>
          <a:xfrm>
            <a:off x="11491993" y="6278353"/>
            <a:ext cx="184069" cy="365125"/>
          </a:xfrm>
          <a:prstGeom prst="rect">
            <a:avLst/>
          </a:prstGeom>
        </p:spPr>
        <p:txBody>
          <a:bodyPr lIns="46800" rIns="0"/>
          <a:lstStyle/>
          <a:p>
            <a:fld id="{F595E21E-DEBA-8F42-9C16-77733D726770}" type="slidenum">
              <a:rPr lang="en-US" smtClean="0"/>
              <a:t>‹#›</a:t>
            </a:fld>
            <a:endParaRPr lang="en-US"/>
          </a:p>
        </p:txBody>
      </p:sp>
      <p:sp>
        <p:nvSpPr>
          <p:cNvPr id="18" name="TextBox 17">
            <a:extLst>
              <a:ext uri="{FF2B5EF4-FFF2-40B4-BE49-F238E27FC236}">
                <a16:creationId xmlns:a16="http://schemas.microsoft.com/office/drawing/2014/main" id="{37F0358A-ED75-E74E-8863-7CBE9D207BCF}"/>
              </a:ext>
            </a:extLst>
          </p:cNvPr>
          <p:cNvSpPr txBox="1"/>
          <p:nvPr userDrawn="1"/>
        </p:nvSpPr>
        <p:spPr>
          <a:xfrm>
            <a:off x="8953283"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rPr>
              <a:t>© 2026 Petroliam Nasional Berhad (PETRONAS)     |</a:t>
            </a:r>
            <a:endParaRPr lang="en-US" sz="800">
              <a:solidFill>
                <a:srgbClr val="00B1A9"/>
              </a:solidFill>
            </a:endParaRPr>
          </a:p>
        </p:txBody>
      </p:sp>
      <p:sp>
        <p:nvSpPr>
          <p:cNvPr id="10" name="Text Placeholder 13">
            <a:extLst>
              <a:ext uri="{FF2B5EF4-FFF2-40B4-BE49-F238E27FC236}">
                <a16:creationId xmlns:a16="http://schemas.microsoft.com/office/drawing/2014/main" id="{F748CB81-AEA0-1F4E-9D39-3C4304B31517}"/>
              </a:ext>
            </a:extLst>
          </p:cNvPr>
          <p:cNvSpPr>
            <a:spLocks noGrp="1"/>
          </p:cNvSpPr>
          <p:nvPr>
            <p:ph type="body" sz="quarter" idx="14" hasCustomPrompt="1"/>
          </p:nvPr>
        </p:nvSpPr>
        <p:spPr>
          <a:xfrm>
            <a:off x="515938" y="1234986"/>
            <a:ext cx="5318446" cy="4881652"/>
          </a:xfrm>
        </p:spPr>
        <p:txBody>
          <a:bodyPr>
            <a:noAutofit/>
          </a:bodyPr>
          <a:lstStyle>
            <a:lvl1pPr marL="0" indent="0">
              <a:lnSpc>
                <a:spcPct val="100000"/>
              </a:lnSpc>
              <a:spcAft>
                <a:spcPts val="1000"/>
              </a:spcAft>
              <a:buNone/>
              <a:defRPr sz="5000" b="1" i="0">
                <a:solidFill>
                  <a:srgbClr val="00B1A9"/>
                </a:solidFill>
                <a:latin typeface="Arial Black" panose="020B0604020202020204" pitchFamily="34" charset="0"/>
                <a:cs typeface="Arial Black" panose="020B0604020202020204" pitchFamily="34" charset="0"/>
              </a:defRPr>
            </a:lvl1pPr>
          </a:lstStyle>
          <a:p>
            <a:pPr lvl="0"/>
            <a:r>
              <a:rPr lang="en-US"/>
              <a:t>“Insert a quote here investing in visionary thinkers and technologies”</a:t>
            </a:r>
          </a:p>
        </p:txBody>
      </p:sp>
      <p:sp>
        <p:nvSpPr>
          <p:cNvPr id="20" name="Title 1">
            <a:extLst>
              <a:ext uri="{FF2B5EF4-FFF2-40B4-BE49-F238E27FC236}">
                <a16:creationId xmlns:a16="http://schemas.microsoft.com/office/drawing/2014/main" id="{78EA725C-E44D-584C-BF08-D0F784444326}"/>
              </a:ext>
            </a:extLst>
          </p:cNvPr>
          <p:cNvSpPr>
            <a:spLocks noGrp="1"/>
          </p:cNvSpPr>
          <p:nvPr>
            <p:ph type="title" hasCustomPrompt="1"/>
          </p:nvPr>
        </p:nvSpPr>
        <p:spPr>
          <a:xfrm>
            <a:off x="528638" y="368300"/>
            <a:ext cx="11147425" cy="637880"/>
          </a:xfrm>
        </p:spPr>
        <p:txBody>
          <a:bodyPr anchor="t" anchorCtr="0">
            <a:normAutofit/>
          </a:bodyPr>
          <a:lstStyle>
            <a:lvl1pPr>
              <a:defRPr sz="2400" b="1" i="0">
                <a:latin typeface="Arial" panose="020B0604020202020204" pitchFamily="34" charset="0"/>
                <a:cs typeface="Arial" panose="020B0604020202020204" pitchFamily="34" charset="0"/>
              </a:defRPr>
            </a:lvl1pPr>
          </a:lstStyle>
          <a:p>
            <a:r>
              <a:rPr lang="en-US"/>
              <a:t>Insert header</a:t>
            </a:r>
          </a:p>
        </p:txBody>
      </p:sp>
      <p:pic>
        <p:nvPicPr>
          <p:cNvPr id="9" name="Picture 8">
            <a:extLst>
              <a:ext uri="{FF2B5EF4-FFF2-40B4-BE49-F238E27FC236}">
                <a16:creationId xmlns:a16="http://schemas.microsoft.com/office/drawing/2014/main" id="{2CD090BF-DD82-AC49-B87C-DB4BFB4E7A3E}"/>
              </a:ext>
            </a:extLst>
          </p:cNvPr>
          <p:cNvPicPr>
            <a:picLocks noChangeAspect="1"/>
          </p:cNvPicPr>
          <p:nvPr userDrawn="1"/>
        </p:nvPicPr>
        <p:blipFill>
          <a:blip r:embed="rId2"/>
          <a:stretch>
            <a:fillRect/>
          </a:stretch>
        </p:blipFill>
        <p:spPr>
          <a:xfrm>
            <a:off x="527958" y="6339656"/>
            <a:ext cx="835200" cy="300672"/>
          </a:xfrm>
          <a:prstGeom prst="rect">
            <a:avLst/>
          </a:prstGeom>
        </p:spPr>
      </p:pic>
    </p:spTree>
    <p:extLst>
      <p:ext uri="{BB962C8B-B14F-4D97-AF65-F5344CB8AC3E}">
        <p14:creationId xmlns:p14="http://schemas.microsoft.com/office/powerpoint/2010/main" val="499294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cons with text">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B092A210-BF9C-334E-B3DC-069B1291528B}"/>
              </a:ext>
            </a:extLst>
          </p:cNvPr>
          <p:cNvSpPr>
            <a:spLocks noGrp="1"/>
          </p:cNvSpPr>
          <p:nvPr>
            <p:ph type="body" sz="quarter" idx="17" hasCustomPrompt="1"/>
          </p:nvPr>
        </p:nvSpPr>
        <p:spPr>
          <a:xfrm>
            <a:off x="528639" y="3748183"/>
            <a:ext cx="2098986" cy="320675"/>
          </a:xfrm>
        </p:spPr>
        <p:txBody>
          <a:bodyPr>
            <a:noAutofit/>
          </a:bodyPr>
          <a:lstStyle>
            <a:lvl1pPr marL="0" indent="0" algn="ctr">
              <a:buNone/>
              <a:defRPr sz="1600" b="1" i="0">
                <a:solidFill>
                  <a:schemeClr val="tx1"/>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a:t>Title of icon</a:t>
            </a:r>
          </a:p>
        </p:txBody>
      </p:sp>
      <p:sp>
        <p:nvSpPr>
          <p:cNvPr id="17" name="Text Placeholder 15">
            <a:extLst>
              <a:ext uri="{FF2B5EF4-FFF2-40B4-BE49-F238E27FC236}">
                <a16:creationId xmlns:a16="http://schemas.microsoft.com/office/drawing/2014/main" id="{011BA8FC-1F79-1D48-BC84-E9473BB1E09A}"/>
              </a:ext>
            </a:extLst>
          </p:cNvPr>
          <p:cNvSpPr>
            <a:spLocks noGrp="1"/>
          </p:cNvSpPr>
          <p:nvPr>
            <p:ph type="body" sz="quarter" idx="18" hasCustomPrompt="1"/>
          </p:nvPr>
        </p:nvSpPr>
        <p:spPr>
          <a:xfrm>
            <a:off x="528638" y="4073278"/>
            <a:ext cx="2098986" cy="801868"/>
          </a:xfrm>
        </p:spPr>
        <p:txBody>
          <a:bodyPr>
            <a:noAutofit/>
          </a:bodyPr>
          <a:lstStyle>
            <a:lvl1pPr marL="0" indent="0" algn="ctr">
              <a:buNone/>
              <a:defRPr sz="1400" b="0" i="0">
                <a:solidFill>
                  <a:srgbClr val="3C3835"/>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a:t>
            </a:r>
          </a:p>
        </p:txBody>
      </p:sp>
      <p:sp>
        <p:nvSpPr>
          <p:cNvPr id="20" name="Text Placeholder 15">
            <a:extLst>
              <a:ext uri="{FF2B5EF4-FFF2-40B4-BE49-F238E27FC236}">
                <a16:creationId xmlns:a16="http://schemas.microsoft.com/office/drawing/2014/main" id="{498DFEE5-6D15-D04A-A5B9-E954AC9B63AA}"/>
              </a:ext>
            </a:extLst>
          </p:cNvPr>
          <p:cNvSpPr>
            <a:spLocks noGrp="1"/>
          </p:cNvSpPr>
          <p:nvPr>
            <p:ph type="body" sz="quarter" idx="19" hasCustomPrompt="1"/>
          </p:nvPr>
        </p:nvSpPr>
        <p:spPr>
          <a:xfrm>
            <a:off x="3544785" y="3748183"/>
            <a:ext cx="2098986" cy="320675"/>
          </a:xfrm>
        </p:spPr>
        <p:txBody>
          <a:bodyPr>
            <a:noAutofit/>
          </a:bodyPr>
          <a:lstStyle>
            <a:lvl1pPr marL="0" indent="0" algn="ctr">
              <a:buNone/>
              <a:defRPr sz="1600" b="1" i="0">
                <a:solidFill>
                  <a:schemeClr val="tx1"/>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a:t>Title of icon</a:t>
            </a:r>
          </a:p>
        </p:txBody>
      </p:sp>
      <p:sp>
        <p:nvSpPr>
          <p:cNvPr id="21" name="Text Placeholder 15">
            <a:extLst>
              <a:ext uri="{FF2B5EF4-FFF2-40B4-BE49-F238E27FC236}">
                <a16:creationId xmlns:a16="http://schemas.microsoft.com/office/drawing/2014/main" id="{F9EA07A5-77EC-A341-AC8C-98280DAAE308}"/>
              </a:ext>
            </a:extLst>
          </p:cNvPr>
          <p:cNvSpPr>
            <a:spLocks noGrp="1"/>
          </p:cNvSpPr>
          <p:nvPr>
            <p:ph type="body" sz="quarter" idx="20" hasCustomPrompt="1"/>
          </p:nvPr>
        </p:nvSpPr>
        <p:spPr>
          <a:xfrm>
            <a:off x="3551766" y="4073278"/>
            <a:ext cx="2098986" cy="801868"/>
          </a:xfrm>
        </p:spPr>
        <p:txBody>
          <a:bodyPr>
            <a:noAutofit/>
          </a:bodyPr>
          <a:lstStyle>
            <a:lvl1pPr marL="0" indent="0" algn="ctr">
              <a:buNone/>
              <a:defRPr sz="1400" b="0" i="0">
                <a:solidFill>
                  <a:srgbClr val="3C3835"/>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a:t>
            </a:r>
          </a:p>
        </p:txBody>
      </p:sp>
      <p:sp>
        <p:nvSpPr>
          <p:cNvPr id="22" name="Text Placeholder 15">
            <a:extLst>
              <a:ext uri="{FF2B5EF4-FFF2-40B4-BE49-F238E27FC236}">
                <a16:creationId xmlns:a16="http://schemas.microsoft.com/office/drawing/2014/main" id="{E9B2387C-3CE0-1745-B78C-BA5E42758E43}"/>
              </a:ext>
            </a:extLst>
          </p:cNvPr>
          <p:cNvSpPr>
            <a:spLocks noGrp="1"/>
          </p:cNvSpPr>
          <p:nvPr>
            <p:ph type="body" sz="quarter" idx="21" hasCustomPrompt="1"/>
          </p:nvPr>
        </p:nvSpPr>
        <p:spPr>
          <a:xfrm>
            <a:off x="6560931" y="3748183"/>
            <a:ext cx="2090191" cy="320675"/>
          </a:xfrm>
        </p:spPr>
        <p:txBody>
          <a:bodyPr>
            <a:noAutofit/>
          </a:bodyPr>
          <a:lstStyle>
            <a:lvl1pPr marL="0" indent="0" algn="ctr">
              <a:buNone/>
              <a:defRPr sz="1600" b="1" i="0">
                <a:solidFill>
                  <a:schemeClr val="tx1"/>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a:t>Title of icon</a:t>
            </a:r>
          </a:p>
        </p:txBody>
      </p:sp>
      <p:sp>
        <p:nvSpPr>
          <p:cNvPr id="23" name="Text Placeholder 15">
            <a:extLst>
              <a:ext uri="{FF2B5EF4-FFF2-40B4-BE49-F238E27FC236}">
                <a16:creationId xmlns:a16="http://schemas.microsoft.com/office/drawing/2014/main" id="{3BE6B94E-66E0-7B45-9E15-8860414F1BBC}"/>
              </a:ext>
            </a:extLst>
          </p:cNvPr>
          <p:cNvSpPr>
            <a:spLocks noGrp="1"/>
          </p:cNvSpPr>
          <p:nvPr>
            <p:ph type="body" sz="quarter" idx="22" hasCustomPrompt="1"/>
          </p:nvPr>
        </p:nvSpPr>
        <p:spPr>
          <a:xfrm>
            <a:off x="6552136" y="4073278"/>
            <a:ext cx="2098986" cy="801868"/>
          </a:xfrm>
        </p:spPr>
        <p:txBody>
          <a:bodyPr>
            <a:noAutofit/>
          </a:bodyPr>
          <a:lstStyle>
            <a:lvl1pPr marL="0" indent="0" algn="ctr">
              <a:buNone/>
              <a:defRPr sz="1400" b="0" i="0">
                <a:solidFill>
                  <a:srgbClr val="3C3835"/>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a:t>
            </a:r>
          </a:p>
        </p:txBody>
      </p:sp>
      <p:sp>
        <p:nvSpPr>
          <p:cNvPr id="24" name="Text Placeholder 15">
            <a:extLst>
              <a:ext uri="{FF2B5EF4-FFF2-40B4-BE49-F238E27FC236}">
                <a16:creationId xmlns:a16="http://schemas.microsoft.com/office/drawing/2014/main" id="{61D3925C-ED51-E843-B09A-97B41662DAAF}"/>
              </a:ext>
            </a:extLst>
          </p:cNvPr>
          <p:cNvSpPr>
            <a:spLocks noGrp="1"/>
          </p:cNvSpPr>
          <p:nvPr>
            <p:ph type="body" sz="quarter" idx="23" hasCustomPrompt="1"/>
          </p:nvPr>
        </p:nvSpPr>
        <p:spPr>
          <a:xfrm>
            <a:off x="9577077" y="3748183"/>
            <a:ext cx="2098986" cy="320675"/>
          </a:xfrm>
        </p:spPr>
        <p:txBody>
          <a:bodyPr>
            <a:noAutofit/>
          </a:bodyPr>
          <a:lstStyle>
            <a:lvl1pPr marL="0" indent="0" algn="ctr">
              <a:buNone/>
              <a:defRPr sz="1600" b="1" i="0">
                <a:solidFill>
                  <a:schemeClr val="tx1"/>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a:t>Title of icon</a:t>
            </a:r>
          </a:p>
        </p:txBody>
      </p:sp>
      <p:sp>
        <p:nvSpPr>
          <p:cNvPr id="25" name="Text Placeholder 15">
            <a:extLst>
              <a:ext uri="{FF2B5EF4-FFF2-40B4-BE49-F238E27FC236}">
                <a16:creationId xmlns:a16="http://schemas.microsoft.com/office/drawing/2014/main" id="{8433C5FA-1864-CC49-9E48-EEC5D1706B51}"/>
              </a:ext>
            </a:extLst>
          </p:cNvPr>
          <p:cNvSpPr>
            <a:spLocks noGrp="1"/>
          </p:cNvSpPr>
          <p:nvPr>
            <p:ph type="body" sz="quarter" idx="24" hasCustomPrompt="1"/>
          </p:nvPr>
        </p:nvSpPr>
        <p:spPr>
          <a:xfrm>
            <a:off x="9575263" y="4073278"/>
            <a:ext cx="2100799" cy="801868"/>
          </a:xfrm>
        </p:spPr>
        <p:txBody>
          <a:bodyPr>
            <a:noAutofit/>
          </a:bodyPr>
          <a:lstStyle>
            <a:lvl1pPr marL="0" indent="0" algn="ctr">
              <a:buNone/>
              <a:defRPr sz="1400" b="0" i="0">
                <a:solidFill>
                  <a:srgbClr val="3C3835"/>
                </a:solidFill>
                <a:latin typeface="Arial" panose="020B0604020202020204" pitchFamily="34" charset="0"/>
                <a:cs typeface="Arial" panose="020B0604020202020204" pitchFamily="34" charset="0"/>
              </a:defRPr>
            </a:lvl1pPr>
            <a:lvl2pPr>
              <a:defRPr sz="1600">
                <a:solidFill>
                  <a:srgbClr val="00B1A9"/>
                </a:solidFill>
              </a:defRPr>
            </a:lvl2pPr>
            <a:lvl3pPr>
              <a:defRPr sz="1600">
                <a:solidFill>
                  <a:srgbClr val="00B1A9"/>
                </a:solidFill>
              </a:defRPr>
            </a:lvl3pPr>
            <a:lvl4pPr>
              <a:defRPr sz="1600">
                <a:solidFill>
                  <a:srgbClr val="00B1A9"/>
                </a:solidFill>
              </a:defRPr>
            </a:lvl4pPr>
            <a:lvl5pPr>
              <a:defRPr sz="1600">
                <a:solidFill>
                  <a:srgbClr val="00B1A9"/>
                </a:solidFill>
              </a:defRPr>
            </a:lvl5pPr>
          </a:lstStyle>
          <a:p>
            <a:pPr lvl="0"/>
            <a:r>
              <a:rPr lang="en-US"/>
              <a:t>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a:t>
            </a:r>
          </a:p>
        </p:txBody>
      </p:sp>
      <p:sp>
        <p:nvSpPr>
          <p:cNvPr id="26" name="Slide Number Placeholder 5">
            <a:extLst>
              <a:ext uri="{FF2B5EF4-FFF2-40B4-BE49-F238E27FC236}">
                <a16:creationId xmlns:a16="http://schemas.microsoft.com/office/drawing/2014/main" id="{E1A44120-9613-DB4D-8E81-6D45C9E58802}"/>
              </a:ext>
            </a:extLst>
          </p:cNvPr>
          <p:cNvSpPr>
            <a:spLocks noGrp="1"/>
          </p:cNvSpPr>
          <p:nvPr>
            <p:ph type="sldNum" sz="quarter" idx="12"/>
          </p:nvPr>
        </p:nvSpPr>
        <p:spPr>
          <a:xfrm>
            <a:off x="11491993" y="6278353"/>
            <a:ext cx="184069" cy="365125"/>
          </a:xfrm>
          <a:prstGeom prst="rect">
            <a:avLst/>
          </a:prstGeom>
        </p:spPr>
        <p:txBody>
          <a:bodyPr lIns="46800" rIns="0"/>
          <a:lstStyle/>
          <a:p>
            <a:fld id="{F595E21E-DEBA-8F42-9C16-77733D726770}" type="slidenum">
              <a:rPr lang="en-US" smtClean="0"/>
              <a:t>‹#›</a:t>
            </a:fld>
            <a:endParaRPr lang="en-US"/>
          </a:p>
        </p:txBody>
      </p:sp>
      <p:sp>
        <p:nvSpPr>
          <p:cNvPr id="27" name="TextBox 26">
            <a:extLst>
              <a:ext uri="{FF2B5EF4-FFF2-40B4-BE49-F238E27FC236}">
                <a16:creationId xmlns:a16="http://schemas.microsoft.com/office/drawing/2014/main" id="{63E57E89-A31D-0744-9D2C-0D1CB044649D}"/>
              </a:ext>
            </a:extLst>
          </p:cNvPr>
          <p:cNvSpPr txBox="1"/>
          <p:nvPr userDrawn="1"/>
        </p:nvSpPr>
        <p:spPr>
          <a:xfrm>
            <a:off x="8953283" y="6345444"/>
            <a:ext cx="2538710" cy="215444"/>
          </a:xfrm>
          <a:prstGeom prst="rect">
            <a:avLst/>
          </a:prstGeom>
          <a:noFill/>
        </p:spPr>
        <p:txBody>
          <a:bodyPr wrap="square" r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pt" sz="800">
                <a:solidFill>
                  <a:srgbClr val="00B1A9"/>
                </a:solidFill>
              </a:rPr>
              <a:t>© 2026 Petroliam Nasional Berhad (PETRONAS)     |</a:t>
            </a:r>
            <a:endParaRPr lang="en-US" sz="800">
              <a:solidFill>
                <a:srgbClr val="00B1A9"/>
              </a:solidFill>
            </a:endParaRPr>
          </a:p>
        </p:txBody>
      </p:sp>
      <p:sp>
        <p:nvSpPr>
          <p:cNvPr id="32" name="Title 1">
            <a:extLst>
              <a:ext uri="{FF2B5EF4-FFF2-40B4-BE49-F238E27FC236}">
                <a16:creationId xmlns:a16="http://schemas.microsoft.com/office/drawing/2014/main" id="{E561C834-132B-5C4D-9EF2-355AA69A957C}"/>
              </a:ext>
            </a:extLst>
          </p:cNvPr>
          <p:cNvSpPr>
            <a:spLocks noGrp="1"/>
          </p:cNvSpPr>
          <p:nvPr>
            <p:ph type="title" hasCustomPrompt="1"/>
          </p:nvPr>
        </p:nvSpPr>
        <p:spPr>
          <a:xfrm>
            <a:off x="528638" y="368300"/>
            <a:ext cx="11147425" cy="637880"/>
          </a:xfrm>
        </p:spPr>
        <p:txBody>
          <a:bodyPr anchor="t" anchorCtr="0">
            <a:normAutofit/>
          </a:bodyPr>
          <a:lstStyle>
            <a:lvl1pPr>
              <a:defRPr sz="2400" b="1" i="0">
                <a:latin typeface="Arial" panose="020B0604020202020204" pitchFamily="34" charset="0"/>
                <a:cs typeface="Arial" panose="020B0604020202020204" pitchFamily="34" charset="0"/>
              </a:defRPr>
            </a:lvl1pPr>
          </a:lstStyle>
          <a:p>
            <a:r>
              <a:rPr lang="en-US"/>
              <a:t>Insert header</a:t>
            </a:r>
          </a:p>
        </p:txBody>
      </p:sp>
      <p:pic>
        <p:nvPicPr>
          <p:cNvPr id="19" name="Picture 18">
            <a:extLst>
              <a:ext uri="{FF2B5EF4-FFF2-40B4-BE49-F238E27FC236}">
                <a16:creationId xmlns:a16="http://schemas.microsoft.com/office/drawing/2014/main" id="{B45A1E24-5D43-EF47-B6EC-F2A0B4FBF851}"/>
              </a:ext>
            </a:extLst>
          </p:cNvPr>
          <p:cNvPicPr>
            <a:picLocks noChangeAspect="1"/>
          </p:cNvPicPr>
          <p:nvPr userDrawn="1"/>
        </p:nvPicPr>
        <p:blipFill>
          <a:blip r:embed="rId2"/>
          <a:stretch>
            <a:fillRect/>
          </a:stretch>
        </p:blipFill>
        <p:spPr>
          <a:xfrm>
            <a:off x="527958" y="6339656"/>
            <a:ext cx="835200" cy="300672"/>
          </a:xfrm>
          <a:prstGeom prst="rect">
            <a:avLst/>
          </a:prstGeom>
        </p:spPr>
      </p:pic>
      <p:pic>
        <p:nvPicPr>
          <p:cNvPr id="3" name="Picture 2" descr="A blue and green pin on a black background&#10;&#10;Description automatically generated">
            <a:extLst>
              <a:ext uri="{FF2B5EF4-FFF2-40B4-BE49-F238E27FC236}">
                <a16:creationId xmlns:a16="http://schemas.microsoft.com/office/drawing/2014/main" id="{0DA7C501-0B7F-AED2-404B-96E09431C88C}"/>
              </a:ext>
            </a:extLst>
          </p:cNvPr>
          <p:cNvPicPr>
            <a:picLocks noChangeAspect="1"/>
          </p:cNvPicPr>
          <p:nvPr userDrawn="1"/>
        </p:nvPicPr>
        <p:blipFill>
          <a:blip r:embed="rId3"/>
          <a:stretch>
            <a:fillRect/>
          </a:stretch>
        </p:blipFill>
        <p:spPr>
          <a:xfrm>
            <a:off x="767130" y="1979815"/>
            <a:ext cx="1676209" cy="1676209"/>
          </a:xfrm>
          <a:prstGeom prst="rect">
            <a:avLst/>
          </a:prstGeom>
        </p:spPr>
      </p:pic>
      <p:pic>
        <p:nvPicPr>
          <p:cNvPr id="5" name="Picture 4" descr="A green outline of a car&#10;&#10;Description automatically generated">
            <a:extLst>
              <a:ext uri="{FF2B5EF4-FFF2-40B4-BE49-F238E27FC236}">
                <a16:creationId xmlns:a16="http://schemas.microsoft.com/office/drawing/2014/main" id="{656A0742-78B8-2C73-7ECA-05AEB875BCA1}"/>
              </a:ext>
            </a:extLst>
          </p:cNvPr>
          <p:cNvPicPr>
            <a:picLocks noChangeAspect="1"/>
          </p:cNvPicPr>
          <p:nvPr userDrawn="1"/>
        </p:nvPicPr>
        <p:blipFill>
          <a:blip r:embed="rId4"/>
          <a:stretch>
            <a:fillRect/>
          </a:stretch>
        </p:blipFill>
        <p:spPr>
          <a:xfrm>
            <a:off x="3647355" y="1907331"/>
            <a:ext cx="1987621" cy="1987621"/>
          </a:xfrm>
          <a:prstGeom prst="rect">
            <a:avLst/>
          </a:prstGeom>
        </p:spPr>
      </p:pic>
      <p:pic>
        <p:nvPicPr>
          <p:cNvPr id="7" name="Picture 6" descr="A green leaf with a black background&#10;&#10;Description automatically generated">
            <a:extLst>
              <a:ext uri="{FF2B5EF4-FFF2-40B4-BE49-F238E27FC236}">
                <a16:creationId xmlns:a16="http://schemas.microsoft.com/office/drawing/2014/main" id="{CB918A4D-C3F4-B49F-1888-9652D33A5BA3}"/>
              </a:ext>
            </a:extLst>
          </p:cNvPr>
          <p:cNvPicPr>
            <a:picLocks noChangeAspect="1"/>
          </p:cNvPicPr>
          <p:nvPr userDrawn="1"/>
        </p:nvPicPr>
        <p:blipFill>
          <a:blip r:embed="rId5"/>
          <a:stretch>
            <a:fillRect/>
          </a:stretch>
        </p:blipFill>
        <p:spPr>
          <a:xfrm>
            <a:off x="7025523" y="2113035"/>
            <a:ext cx="1576212" cy="1576212"/>
          </a:xfrm>
          <a:prstGeom prst="rect">
            <a:avLst/>
          </a:prstGeom>
        </p:spPr>
      </p:pic>
      <p:pic>
        <p:nvPicPr>
          <p:cNvPr id="10" name="Picture 9" descr="A green line drawing of a gas pump&#10;&#10;Description automatically generated">
            <a:extLst>
              <a:ext uri="{FF2B5EF4-FFF2-40B4-BE49-F238E27FC236}">
                <a16:creationId xmlns:a16="http://schemas.microsoft.com/office/drawing/2014/main" id="{A6BD6907-97D1-D9AC-992D-503891F4B93F}"/>
              </a:ext>
            </a:extLst>
          </p:cNvPr>
          <p:cNvPicPr>
            <a:picLocks noChangeAspect="1"/>
          </p:cNvPicPr>
          <p:nvPr userDrawn="1"/>
        </p:nvPicPr>
        <p:blipFill>
          <a:blip r:embed="rId6"/>
          <a:stretch>
            <a:fillRect/>
          </a:stretch>
        </p:blipFill>
        <p:spPr>
          <a:xfrm>
            <a:off x="10032874" y="2205143"/>
            <a:ext cx="1391996" cy="1391996"/>
          </a:xfrm>
          <a:prstGeom prst="rect">
            <a:avLst/>
          </a:prstGeom>
        </p:spPr>
      </p:pic>
    </p:spTree>
    <p:extLst>
      <p:ext uri="{BB962C8B-B14F-4D97-AF65-F5344CB8AC3E}">
        <p14:creationId xmlns:p14="http://schemas.microsoft.com/office/powerpoint/2010/main" val="26301677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media">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8D8F1C0-0165-F84D-A9A1-2F3499F4409B}"/>
              </a:ext>
            </a:extLst>
          </p:cNvPr>
          <p:cNvSpPr>
            <a:spLocks noGrp="1"/>
          </p:cNvSpPr>
          <p:nvPr>
            <p:ph type="pic" sz="quarter" idx="14" hasCustomPrompt="1"/>
          </p:nvPr>
        </p:nvSpPr>
        <p:spPr>
          <a:xfrm>
            <a:off x="0" y="0"/>
            <a:ext cx="12192000" cy="6858000"/>
          </a:xfrm>
          <a:solidFill>
            <a:schemeClr val="bg1">
              <a:lumMod val="95000"/>
            </a:schemeClr>
          </a:solidFill>
        </p:spPr>
        <p:txBody>
          <a:bodyPr anchor="ctr" anchorCtr="0"/>
          <a:lstStyle>
            <a:lvl1pPr marL="0" indent="0" algn="ctr">
              <a:buNone/>
              <a:defRPr>
                <a:solidFill>
                  <a:schemeClr val="tx1"/>
                </a:solidFill>
              </a:defRPr>
            </a:lvl1pPr>
          </a:lstStyle>
          <a:p>
            <a:r>
              <a:rPr lang="en-US"/>
              <a:t>Click to insert image</a:t>
            </a:r>
          </a:p>
        </p:txBody>
      </p:sp>
      <p:sp>
        <p:nvSpPr>
          <p:cNvPr id="6" name="Text Placeholder 13">
            <a:extLst>
              <a:ext uri="{FF2B5EF4-FFF2-40B4-BE49-F238E27FC236}">
                <a16:creationId xmlns:a16="http://schemas.microsoft.com/office/drawing/2014/main" id="{624B90F7-4A6F-DD47-AA4F-E9856C4F6261}"/>
              </a:ext>
            </a:extLst>
          </p:cNvPr>
          <p:cNvSpPr>
            <a:spLocks noGrp="1"/>
          </p:cNvSpPr>
          <p:nvPr>
            <p:ph type="body" sz="quarter" idx="13" hasCustomPrompt="1"/>
          </p:nvPr>
        </p:nvSpPr>
        <p:spPr>
          <a:xfrm>
            <a:off x="7251192" y="368300"/>
            <a:ext cx="4424871" cy="1432220"/>
          </a:xfrm>
        </p:spPr>
        <p:txBody>
          <a:bodyPr>
            <a:normAutofit/>
          </a:bodyPr>
          <a:lstStyle>
            <a:lvl1pPr marL="0" indent="0">
              <a:buNone/>
              <a:defRPr sz="5000" b="1" i="0">
                <a:solidFill>
                  <a:srgbClr val="00B1A9"/>
                </a:solidFill>
                <a:latin typeface="Arial Black" panose="020B0604020202020204" pitchFamily="34" charset="0"/>
                <a:cs typeface="Arial Black" panose="020B0604020202020204" pitchFamily="34" charset="0"/>
              </a:defRPr>
            </a:lvl1pPr>
            <a:lvl2pPr>
              <a:defRPr b="1" i="0">
                <a:solidFill>
                  <a:srgbClr val="00B1A9"/>
                </a:solidFill>
                <a:latin typeface="Arial Black" panose="020B0604020202020204" pitchFamily="34" charset="0"/>
                <a:cs typeface="Arial Black" panose="020B0604020202020204" pitchFamily="34" charset="0"/>
              </a:defRPr>
            </a:lvl2pPr>
            <a:lvl3pPr>
              <a:defRPr b="1" i="0">
                <a:solidFill>
                  <a:srgbClr val="00B1A9"/>
                </a:solidFill>
                <a:latin typeface="Arial Black" panose="020B0604020202020204" pitchFamily="34" charset="0"/>
                <a:cs typeface="Arial Black" panose="020B0604020202020204" pitchFamily="34" charset="0"/>
              </a:defRPr>
            </a:lvl3pPr>
            <a:lvl4pPr>
              <a:defRPr b="1" i="0">
                <a:solidFill>
                  <a:srgbClr val="00B1A9"/>
                </a:solidFill>
                <a:latin typeface="Arial Black" panose="020B0604020202020204" pitchFamily="34" charset="0"/>
                <a:cs typeface="Arial Black" panose="020B0604020202020204" pitchFamily="34" charset="0"/>
              </a:defRPr>
            </a:lvl4pPr>
            <a:lvl5pPr>
              <a:defRPr b="1" i="0">
                <a:solidFill>
                  <a:srgbClr val="00B1A9"/>
                </a:solidFill>
                <a:latin typeface="Arial Black" panose="020B0604020202020204" pitchFamily="34" charset="0"/>
                <a:cs typeface="Arial Black" panose="020B0604020202020204" pitchFamily="34" charset="0"/>
              </a:defRPr>
            </a:lvl5pPr>
          </a:lstStyle>
          <a:p>
            <a:pPr lvl="0"/>
            <a:r>
              <a:rPr lang="en-US"/>
              <a:t>“Insert a quote here”</a:t>
            </a:r>
          </a:p>
        </p:txBody>
      </p:sp>
      <p:pic>
        <p:nvPicPr>
          <p:cNvPr id="9" name="Picture 8">
            <a:extLst>
              <a:ext uri="{FF2B5EF4-FFF2-40B4-BE49-F238E27FC236}">
                <a16:creationId xmlns:a16="http://schemas.microsoft.com/office/drawing/2014/main" id="{47EC9BE9-63A9-6740-ACC4-E401739D068C}"/>
              </a:ext>
            </a:extLst>
          </p:cNvPr>
          <p:cNvPicPr>
            <a:picLocks noChangeAspect="1"/>
          </p:cNvPicPr>
          <p:nvPr userDrawn="1"/>
        </p:nvPicPr>
        <p:blipFill>
          <a:blip r:embed="rId2"/>
          <a:stretch>
            <a:fillRect/>
          </a:stretch>
        </p:blipFill>
        <p:spPr>
          <a:xfrm>
            <a:off x="515939" y="6325127"/>
            <a:ext cx="847220" cy="326179"/>
          </a:xfrm>
          <a:prstGeom prst="rect">
            <a:avLst/>
          </a:prstGeom>
        </p:spPr>
      </p:pic>
    </p:spTree>
    <p:extLst>
      <p:ext uri="{BB962C8B-B14F-4D97-AF65-F5344CB8AC3E}">
        <p14:creationId xmlns:p14="http://schemas.microsoft.com/office/powerpoint/2010/main" val="1750595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311EA-8E47-3C43-8982-1B4712F09C88}"/>
              </a:ext>
            </a:extLst>
          </p:cNvPr>
          <p:cNvSpPr>
            <a:spLocks noGrp="1"/>
          </p:cNvSpPr>
          <p:nvPr>
            <p:ph type="ctrTitle" hasCustomPrompt="1"/>
          </p:nvPr>
        </p:nvSpPr>
        <p:spPr>
          <a:xfrm>
            <a:off x="2427866" y="3086100"/>
            <a:ext cx="6622364" cy="685799"/>
          </a:xfrm>
        </p:spPr>
        <p:txBody>
          <a:bodyPr anchor="ctr" anchorCtr="0">
            <a:noAutofit/>
          </a:bodyPr>
          <a:lstStyle>
            <a:lvl1pPr algn="l">
              <a:defRPr sz="2800" b="1">
                <a:solidFill>
                  <a:schemeClr val="bg1"/>
                </a:solidFill>
                <a:latin typeface="Arial" panose="020B0604020202020204" pitchFamily="34" charset="0"/>
                <a:cs typeface="Arial" panose="020B0604020202020204" pitchFamily="34" charset="0"/>
              </a:defRPr>
            </a:lvl1pPr>
          </a:lstStyle>
          <a:p>
            <a:r>
              <a:rPr lang="en-US"/>
              <a:t>PETRONAS</a:t>
            </a:r>
            <a:br>
              <a:rPr lang="en-US"/>
            </a:br>
            <a:r>
              <a:rPr lang="en-US"/>
              <a:t>Passionate about Progress</a:t>
            </a:r>
          </a:p>
        </p:txBody>
      </p:sp>
    </p:spTree>
    <p:extLst>
      <p:ext uri="{BB962C8B-B14F-4D97-AF65-F5344CB8AC3E}">
        <p14:creationId xmlns:p14="http://schemas.microsoft.com/office/powerpoint/2010/main" val="15823061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94A37-B3E7-4A2C-9F8E-6EE69BA506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B602FB-00D4-4CEC-A84E-C46EB78D52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498986-7C6F-4F56-A5A8-FB4D36F26F70}"/>
              </a:ext>
            </a:extLst>
          </p:cNvPr>
          <p:cNvSpPr>
            <a:spLocks noGrp="1"/>
          </p:cNvSpPr>
          <p:nvPr>
            <p:ph type="dt" sz="half" idx="10"/>
          </p:nvPr>
        </p:nvSpPr>
        <p:spPr/>
        <p:txBody>
          <a:bodyPr/>
          <a:lstStyle/>
          <a:p>
            <a:fld id="{2D24BF17-EA64-4EE9-97C2-4B53AE2BFC31}" type="datetimeFigureOut">
              <a:rPr lang="en-US" smtClean="0"/>
              <a:t>8/4/2026</a:t>
            </a:fld>
            <a:endParaRPr lang="en-US"/>
          </a:p>
        </p:txBody>
      </p:sp>
      <p:sp>
        <p:nvSpPr>
          <p:cNvPr id="5" name="Footer Placeholder 4">
            <a:extLst>
              <a:ext uri="{FF2B5EF4-FFF2-40B4-BE49-F238E27FC236}">
                <a16:creationId xmlns:a16="http://schemas.microsoft.com/office/drawing/2014/main" id="{EBAA2F27-B2DC-4409-85B5-6076E79B456D}"/>
              </a:ext>
            </a:extLst>
          </p:cNvPr>
          <p:cNvSpPr>
            <a:spLocks noGrp="1"/>
          </p:cNvSpPr>
          <p:nvPr>
            <p:ph type="ftr" sz="quarter" idx="11"/>
            <p:custDataLst>
              <p:tags r:id="rId1"/>
            </p:custDataLst>
          </p:nvPr>
        </p:nvSpPr>
        <p:spPr>
          <a:xfrm>
            <a:off x="0" y="6356350"/>
            <a:ext cx="12192000" cy="365125"/>
          </a:xfrm>
        </p:spPr>
        <p:txBody>
          <a:bodyPr/>
          <a:lstStyle>
            <a:lvl1pPr algn="l">
              <a:defRPr lang="en-US" sz="600" b="0" i="0" u="none">
                <a:solidFill>
                  <a:srgbClr val="000000"/>
                </a:solidFill>
                <a:latin typeface="Verdana" panose="020B0604030504040204" pitchFamily="34" charset="0"/>
              </a:defRPr>
            </a:lvl1pPr>
          </a:lstStyle>
          <a:p>
            <a:r>
              <a:rPr lang="en-US"/>
              <a:t>Internal</a:t>
            </a:r>
          </a:p>
        </p:txBody>
      </p:sp>
      <p:sp>
        <p:nvSpPr>
          <p:cNvPr id="6" name="Slide Number Placeholder 5">
            <a:extLst>
              <a:ext uri="{FF2B5EF4-FFF2-40B4-BE49-F238E27FC236}">
                <a16:creationId xmlns:a16="http://schemas.microsoft.com/office/drawing/2014/main" id="{9E33DE50-D3FB-4724-AD72-5306C20C95D0}"/>
              </a:ext>
            </a:extLst>
          </p:cNvPr>
          <p:cNvSpPr>
            <a:spLocks noGrp="1"/>
          </p:cNvSpPr>
          <p:nvPr>
            <p:ph type="sldNum" sz="quarter" idx="12"/>
          </p:nvPr>
        </p:nvSpPr>
        <p:spPr/>
        <p:txBody>
          <a:bodyPr/>
          <a:lstStyle/>
          <a:p>
            <a:fld id="{F5CED561-C827-4218-8CB7-1DF03C68608A}" type="slidenum">
              <a:rPr lang="en-US" smtClean="0"/>
              <a:t>‹#›</a:t>
            </a:fld>
            <a:endParaRPr lang="en-US"/>
          </a:p>
        </p:txBody>
      </p:sp>
    </p:spTree>
    <p:extLst>
      <p:ext uri="{BB962C8B-B14F-4D97-AF65-F5344CB8AC3E}">
        <p14:creationId xmlns:p14="http://schemas.microsoft.com/office/powerpoint/2010/main" val="237306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3DB87A-147C-9540-876F-8E4B95B9D535}"/>
              </a:ext>
            </a:extLst>
          </p:cNvPr>
          <p:cNvSpPr>
            <a:spLocks noGrp="1"/>
          </p:cNvSpPr>
          <p:nvPr>
            <p:ph type="title"/>
          </p:nvPr>
        </p:nvSpPr>
        <p:spPr>
          <a:xfrm>
            <a:off x="515938" y="368299"/>
            <a:ext cx="11160123" cy="637880"/>
          </a:xfrm>
          <a:prstGeom prst="rect">
            <a:avLst/>
          </a:prstGeom>
        </p:spPr>
        <p:txBody>
          <a:bodyPr vert="horz" lIns="91440" tIns="45720" rIns="91440" bIns="45720" rtlCol="0" anchor="t" anchorCtr="0">
            <a:normAutofit/>
          </a:bodyPr>
          <a:lstStyle/>
          <a:p>
            <a:r>
              <a:rPr lang="en-US"/>
              <a:t>Click to edit Master title style</a:t>
            </a:r>
          </a:p>
        </p:txBody>
      </p:sp>
      <p:sp>
        <p:nvSpPr>
          <p:cNvPr id="3" name="Text Placeholder 2">
            <a:extLst>
              <a:ext uri="{FF2B5EF4-FFF2-40B4-BE49-F238E27FC236}">
                <a16:creationId xmlns:a16="http://schemas.microsoft.com/office/drawing/2014/main" id="{D8E64309-A57E-F343-9518-C3EBC798BF63}"/>
              </a:ext>
            </a:extLst>
          </p:cNvPr>
          <p:cNvSpPr>
            <a:spLocks noGrp="1"/>
          </p:cNvSpPr>
          <p:nvPr>
            <p:ph type="body" idx="1"/>
          </p:nvPr>
        </p:nvSpPr>
        <p:spPr>
          <a:xfrm>
            <a:off x="515938" y="1234986"/>
            <a:ext cx="11160125" cy="48305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E1740E48-B9C5-5448-A0FB-4BAFE68A50AD}"/>
              </a:ext>
            </a:extLst>
          </p:cNvPr>
          <p:cNvSpPr>
            <a:spLocks noGrp="1"/>
          </p:cNvSpPr>
          <p:nvPr>
            <p:ph type="sldNum" sz="quarter" idx="4"/>
          </p:nvPr>
        </p:nvSpPr>
        <p:spPr>
          <a:xfrm>
            <a:off x="11491993" y="6278353"/>
            <a:ext cx="184069" cy="365125"/>
          </a:xfrm>
          <a:prstGeom prst="rect">
            <a:avLst/>
          </a:prstGeom>
        </p:spPr>
        <p:txBody>
          <a:bodyPr lIns="46800" rIns="0" anchor="ctr" anchorCtr="0"/>
          <a:lstStyle>
            <a:lvl1pPr algn="r">
              <a:defRPr sz="800">
                <a:solidFill>
                  <a:srgbClr val="00B1A9"/>
                </a:solidFill>
              </a:defRPr>
            </a:lvl1pPr>
          </a:lstStyle>
          <a:p>
            <a:fld id="{F595E21E-DEBA-8F42-9C16-77733D726770}" type="slidenum">
              <a:rPr lang="en-US" smtClean="0"/>
              <a:pPr/>
              <a:t>‹#›</a:t>
            </a:fld>
            <a:endParaRPr lang="en-US"/>
          </a:p>
        </p:txBody>
      </p:sp>
      <p:sp>
        <p:nvSpPr>
          <p:cNvPr id="5" name="TextBox 4">
            <a:extLst>
              <a:ext uri="{FF2B5EF4-FFF2-40B4-BE49-F238E27FC236}">
                <a16:creationId xmlns:a16="http://schemas.microsoft.com/office/drawing/2014/main" id="{74A23516-3364-406A-CDE1-1C85DE59665D}"/>
              </a:ext>
            </a:extLst>
          </p:cNvPr>
          <p:cNvSpPr txBox="1"/>
          <p:nvPr>
            <p:extLst>
              <p:ext uri="{1162E1C5-73C7-4A58-AE30-91384D911F3F}">
                <p184:classification xmlns:p184="http://schemas.microsoft.com/office/powerpoint/2018/4/main" val="hdr"/>
              </p:ext>
            </p:extLst>
          </p:nvPr>
        </p:nvSpPr>
        <p:spPr>
          <a:xfrm>
            <a:off x="5123625" y="63500"/>
            <a:ext cx="1966912"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For Internal Use - For Internal Distribution Only</a:t>
            </a:r>
          </a:p>
        </p:txBody>
      </p:sp>
    </p:spTree>
    <p:extLst>
      <p:ext uri="{BB962C8B-B14F-4D97-AF65-F5344CB8AC3E}">
        <p14:creationId xmlns:p14="http://schemas.microsoft.com/office/powerpoint/2010/main" val="423936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54" r:id="rId4"/>
    <p:sldLayoutId id="2147483652" r:id="rId5"/>
    <p:sldLayoutId id="2147483662" r:id="rId6"/>
    <p:sldLayoutId id="2147483663" r:id="rId7"/>
    <p:sldLayoutId id="2147483664" r:id="rId8"/>
    <p:sldLayoutId id="2147483665" r:id="rId9"/>
    <p:sldLayoutId id="2147483666" r:id="rId10"/>
    <p:sldLayoutId id="2147483653" r:id="rId11"/>
    <p:sldLayoutId id="2147483655" r:id="rId12"/>
    <p:sldLayoutId id="2147483660" r:id="rId13"/>
    <p:sldLayoutId id="2147483661" r:id="rId14"/>
    <p:sldLayoutId id="2147483667" r:id="rId15"/>
  </p:sldLayoutIdLst>
  <p:hf hdr="0" ftr="0" dt="0"/>
  <p:txStyles>
    <p:titleStyle>
      <a:lvl1pPr algn="l" defTabSz="914400" rtl="0" eaLnBrk="1" latinLnBrk="0" hangingPunct="1">
        <a:lnSpc>
          <a:spcPct val="90000"/>
        </a:lnSpc>
        <a:spcBef>
          <a:spcPct val="0"/>
        </a:spcBef>
        <a:buNone/>
        <a:defRPr sz="2400" b="1" i="0" kern="1200">
          <a:solidFill>
            <a:srgbClr val="00B1A9"/>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rgbClr val="3C3835"/>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55" userDrawn="1">
          <p15:clr>
            <a:srgbClr val="F26B43"/>
          </p15:clr>
        </p15:guide>
        <p15:guide id="5" orient="horz" pos="232" userDrawn="1">
          <p15:clr>
            <a:srgbClr val="F26B43"/>
          </p15:clr>
        </p15:guide>
        <p15:guide id="6"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5B_AF1EC15E.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3.xml"/><Relationship Id="rId4" Type="http://schemas.openxmlformats.org/officeDocument/2006/relationships/image" Target="../media/image31.emf"/></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6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1F2CB-26C5-354A-BDBA-DDBBC8A77839}"/>
              </a:ext>
            </a:extLst>
          </p:cNvPr>
          <p:cNvSpPr>
            <a:spLocks noGrp="1"/>
          </p:cNvSpPr>
          <p:nvPr>
            <p:ph type="ctrTitle"/>
          </p:nvPr>
        </p:nvSpPr>
        <p:spPr>
          <a:xfrm>
            <a:off x="515938" y="1685333"/>
            <a:ext cx="7866061" cy="1743666"/>
          </a:xfrm>
        </p:spPr>
        <p:txBody>
          <a:bodyPr/>
          <a:lstStyle/>
          <a:p>
            <a:r>
              <a:rPr lang="en-GB" noProof="0"/>
              <a:t>Base Layer Controller Assessment (BLCA)</a:t>
            </a:r>
          </a:p>
        </p:txBody>
      </p:sp>
      <p:sp>
        <p:nvSpPr>
          <p:cNvPr id="3" name="Subtitle 2">
            <a:extLst>
              <a:ext uri="{FF2B5EF4-FFF2-40B4-BE49-F238E27FC236}">
                <a16:creationId xmlns:a16="http://schemas.microsoft.com/office/drawing/2014/main" id="{5758101D-3F77-5643-91AE-460B6E41963E}"/>
              </a:ext>
            </a:extLst>
          </p:cNvPr>
          <p:cNvSpPr>
            <a:spLocks noGrp="1"/>
          </p:cNvSpPr>
          <p:nvPr>
            <p:ph type="subTitle" idx="1"/>
          </p:nvPr>
        </p:nvSpPr>
        <p:spPr>
          <a:xfrm>
            <a:off x="516506" y="3434400"/>
            <a:ext cx="6107815" cy="1026042"/>
          </a:xfrm>
        </p:spPr>
        <p:txBody>
          <a:bodyPr/>
          <a:lstStyle/>
          <a:p>
            <a:r>
              <a:rPr lang="en-GB" sz="1400" noProof="0"/>
              <a:t>MBU APC Spin Off Learning Mini Series #4</a:t>
            </a:r>
          </a:p>
        </p:txBody>
      </p:sp>
      <p:sp>
        <p:nvSpPr>
          <p:cNvPr id="4" name="Text Placeholder 3">
            <a:extLst>
              <a:ext uri="{FF2B5EF4-FFF2-40B4-BE49-F238E27FC236}">
                <a16:creationId xmlns:a16="http://schemas.microsoft.com/office/drawing/2014/main" id="{C8E52C65-E3C6-F241-A182-0F2553B6C979}"/>
              </a:ext>
            </a:extLst>
          </p:cNvPr>
          <p:cNvSpPr>
            <a:spLocks noGrp="1"/>
          </p:cNvSpPr>
          <p:nvPr>
            <p:ph type="body" sz="quarter" idx="10"/>
          </p:nvPr>
        </p:nvSpPr>
        <p:spPr/>
        <p:txBody>
          <a:bodyPr/>
          <a:lstStyle/>
          <a:p>
            <a:r>
              <a:rPr lang="en-GB" noProof="0"/>
              <a:t>Presentation to EAS Process</a:t>
            </a:r>
          </a:p>
        </p:txBody>
      </p:sp>
      <p:sp>
        <p:nvSpPr>
          <p:cNvPr id="5" name="Text Placeholder 4">
            <a:extLst>
              <a:ext uri="{FF2B5EF4-FFF2-40B4-BE49-F238E27FC236}">
                <a16:creationId xmlns:a16="http://schemas.microsoft.com/office/drawing/2014/main" id="{0B8ED2FB-4835-1C43-A0F7-EDA0EF37FE18}"/>
              </a:ext>
            </a:extLst>
          </p:cNvPr>
          <p:cNvSpPr>
            <a:spLocks noGrp="1"/>
          </p:cNvSpPr>
          <p:nvPr>
            <p:ph type="body" sz="quarter" idx="11"/>
          </p:nvPr>
        </p:nvSpPr>
        <p:spPr/>
        <p:txBody>
          <a:bodyPr/>
          <a:lstStyle/>
          <a:p>
            <a:r>
              <a:rPr lang="en-GB" noProof="0"/>
              <a:t>DD.MM.YY</a:t>
            </a:r>
          </a:p>
        </p:txBody>
      </p:sp>
      <p:sp>
        <p:nvSpPr>
          <p:cNvPr id="6" name="TextBox 5">
            <a:extLst>
              <a:ext uri="{FF2B5EF4-FFF2-40B4-BE49-F238E27FC236}">
                <a16:creationId xmlns:a16="http://schemas.microsoft.com/office/drawing/2014/main" id="{6179FA89-C719-89A7-383A-8F6E50D5373D}"/>
              </a:ext>
            </a:extLst>
          </p:cNvPr>
          <p:cNvSpPr txBox="1"/>
          <p:nvPr/>
        </p:nvSpPr>
        <p:spPr>
          <a:xfrm>
            <a:off x="515938" y="5672793"/>
            <a:ext cx="6768000" cy="307777"/>
          </a:xfrm>
          <a:prstGeom prst="rect">
            <a:avLst/>
          </a:prstGeom>
          <a:noFill/>
        </p:spPr>
        <p:txBody>
          <a:bodyPr wrap="square" rtlCol="0">
            <a:spAutoFit/>
          </a:bodyPr>
          <a:lstStyle/>
          <a:p>
            <a:r>
              <a:rPr lang="en-GB" sz="700" noProof="0">
                <a:solidFill>
                  <a:schemeClr val="bg1"/>
                </a:solidFill>
                <a:latin typeface="Museo Sans 300" panose="02000000000000000000" pitchFamily="50" charset="0"/>
                <a:cs typeface="Arial" panose="020B0604020202020204" pitchFamily="34" charset="0"/>
              </a:rPr>
              <a:t>The PETRONAS Group adopts zero tolerance against all forms of bribery and corruption. We abide by the PETRONAS Code of Conduct and Business Ethics (</a:t>
            </a:r>
            <a:r>
              <a:rPr lang="en-GB" sz="700" noProof="0" err="1">
                <a:solidFill>
                  <a:schemeClr val="bg1"/>
                </a:solidFill>
                <a:latin typeface="Museo Sans 300" panose="02000000000000000000" pitchFamily="50" charset="0"/>
                <a:cs typeface="Arial" panose="020B0604020202020204" pitchFamily="34" charset="0"/>
              </a:rPr>
              <a:t>CoBE</a:t>
            </a:r>
            <a:r>
              <a:rPr lang="en-GB" sz="700" noProof="0">
                <a:solidFill>
                  <a:schemeClr val="bg1"/>
                </a:solidFill>
                <a:latin typeface="Museo Sans 300" panose="02000000000000000000" pitchFamily="50" charset="0"/>
                <a:cs typeface="Arial" panose="020B0604020202020204" pitchFamily="34" charset="0"/>
              </a:rPr>
              <a:t>) &amp; Anti-Bribery and Corruption (ABC) Standard, guided by our Shared Values, PETRONAS 2.0 Desired Behaviours and Statement of Purpose.</a:t>
            </a:r>
          </a:p>
        </p:txBody>
      </p:sp>
    </p:spTree>
    <p:extLst>
      <p:ext uri="{BB962C8B-B14F-4D97-AF65-F5344CB8AC3E}">
        <p14:creationId xmlns:p14="http://schemas.microsoft.com/office/powerpoint/2010/main" val="3429400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01F9956-DFA3-3B47-84E1-36C995A8C09A}"/>
              </a:ext>
            </a:extLst>
          </p:cNvPr>
          <p:cNvSpPr>
            <a:spLocks noGrp="1"/>
          </p:cNvSpPr>
          <p:nvPr>
            <p:ph type="sldNum" sz="quarter" idx="12"/>
          </p:nvPr>
        </p:nvSpPr>
        <p:spPr/>
        <p:txBody>
          <a:bodyPr/>
          <a:lstStyle/>
          <a:p>
            <a:fld id="{F595E21E-DEBA-8F42-9C16-77733D726770}" type="slidenum">
              <a:rPr lang="en-GB" noProof="0" smtClean="0"/>
              <a:t>2</a:t>
            </a:fld>
            <a:endParaRPr lang="en-GB" noProof="0"/>
          </a:p>
        </p:txBody>
      </p:sp>
      <p:sp>
        <p:nvSpPr>
          <p:cNvPr id="5" name="Rectangle 4">
            <a:extLst>
              <a:ext uri="{FF2B5EF4-FFF2-40B4-BE49-F238E27FC236}">
                <a16:creationId xmlns:a16="http://schemas.microsoft.com/office/drawing/2014/main" id="{3B478372-C2EE-A04D-0B4F-89C1ECB17A09}"/>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What is Base Layer Controller Assessment (BLCA)? </a:t>
            </a:r>
          </a:p>
        </p:txBody>
      </p:sp>
      <p:sp>
        <p:nvSpPr>
          <p:cNvPr id="9" name="Content Placeholder 1">
            <a:extLst>
              <a:ext uri="{FF2B5EF4-FFF2-40B4-BE49-F238E27FC236}">
                <a16:creationId xmlns:a16="http://schemas.microsoft.com/office/drawing/2014/main" id="{88229497-1F73-2266-02C3-6870FC008D11}"/>
              </a:ext>
            </a:extLst>
          </p:cNvPr>
          <p:cNvSpPr>
            <a:spLocks noGrp="1"/>
          </p:cNvSpPr>
          <p:nvPr>
            <p:ph sz="quarter" idx="4"/>
          </p:nvPr>
        </p:nvSpPr>
        <p:spPr>
          <a:xfrm>
            <a:off x="3603514" y="1283174"/>
            <a:ext cx="4774519" cy="500742"/>
          </a:xfrm>
        </p:spPr>
        <p:txBody>
          <a:bodyPr/>
          <a:lstStyle/>
          <a:p>
            <a:pPr algn="ctr"/>
            <a:r>
              <a:rPr lang="en-US" sz="1600">
                <a:latin typeface="Arial" panose="020B0604020202020204" pitchFamily="34" charset="0"/>
                <a:cs typeface="Arial" panose="020B0604020202020204" pitchFamily="34" charset="0"/>
              </a:rPr>
              <a:t>A systematic technique that determine:</a:t>
            </a:r>
          </a:p>
          <a:p>
            <a:pPr algn="ctr"/>
            <a:endParaRPr lang="en-US" sz="1600">
              <a:latin typeface="Arial" panose="020B0604020202020204" pitchFamily="34" charset="0"/>
              <a:cs typeface="Arial" panose="020B0604020202020204" pitchFamily="34" charset="0"/>
            </a:endParaRPr>
          </a:p>
        </p:txBody>
      </p:sp>
      <p:sp>
        <p:nvSpPr>
          <p:cNvPr id="10" name="Rectangle: Rounded Corners 9">
            <a:extLst>
              <a:ext uri="{FF2B5EF4-FFF2-40B4-BE49-F238E27FC236}">
                <a16:creationId xmlns:a16="http://schemas.microsoft.com/office/drawing/2014/main" id="{71530C7C-B387-BAA3-6EC9-9FDB75589287}"/>
              </a:ext>
            </a:extLst>
          </p:cNvPr>
          <p:cNvSpPr/>
          <p:nvPr/>
        </p:nvSpPr>
        <p:spPr>
          <a:xfrm>
            <a:off x="3097324" y="2508579"/>
            <a:ext cx="5795965" cy="500742"/>
          </a:xfrm>
          <a:prstGeom prst="roundRect">
            <a:avLst/>
          </a:prstGeom>
          <a:noFill/>
          <a:ln w="19050">
            <a:solidFill>
              <a:srgbClr val="00B1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Arial" panose="020B0604020202020204" pitchFamily="34" charset="0"/>
                <a:cs typeface="Arial" panose="020B0604020202020204" pitchFamily="34" charset="0"/>
              </a:rPr>
              <a:t>The overall </a:t>
            </a:r>
            <a:r>
              <a:rPr lang="en-US" sz="1600" b="1">
                <a:solidFill>
                  <a:srgbClr val="009999"/>
                </a:solidFill>
                <a:latin typeface="Arial" panose="020B0604020202020204" pitchFamily="34" charset="0"/>
                <a:cs typeface="Arial" panose="020B0604020202020204" pitchFamily="34" charset="0"/>
              </a:rPr>
              <a:t>health</a:t>
            </a:r>
            <a:r>
              <a:rPr lang="en-US" sz="1600">
                <a:solidFill>
                  <a:schemeClr val="tx1"/>
                </a:solidFill>
                <a:latin typeface="Arial" panose="020B0604020202020204" pitchFamily="34" charset="0"/>
                <a:cs typeface="Arial" panose="020B0604020202020204" pitchFamily="34" charset="0"/>
              </a:rPr>
              <a:t> of PID control loop </a:t>
            </a:r>
          </a:p>
        </p:txBody>
      </p:sp>
      <p:sp>
        <p:nvSpPr>
          <p:cNvPr id="11" name="Rectangle: Rounded Corners 10">
            <a:extLst>
              <a:ext uri="{FF2B5EF4-FFF2-40B4-BE49-F238E27FC236}">
                <a16:creationId xmlns:a16="http://schemas.microsoft.com/office/drawing/2014/main" id="{AF523AC7-F3F0-4760-0670-A89F67673DF3}"/>
              </a:ext>
            </a:extLst>
          </p:cNvPr>
          <p:cNvSpPr/>
          <p:nvPr/>
        </p:nvSpPr>
        <p:spPr>
          <a:xfrm>
            <a:off x="3097324" y="3148485"/>
            <a:ext cx="5948365" cy="1768176"/>
          </a:xfrm>
          <a:prstGeom prst="roundRect">
            <a:avLst/>
          </a:prstGeom>
          <a:noFill/>
          <a:ln w="19050">
            <a:solidFill>
              <a:srgbClr val="00B1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b="1">
                <a:solidFill>
                  <a:srgbClr val="009999"/>
                </a:solidFill>
                <a:latin typeface="Arial" panose="020B0604020202020204" pitchFamily="34" charset="0"/>
                <a:cs typeface="Arial" panose="020B0604020202020204" pitchFamily="34" charset="0"/>
              </a:rPr>
              <a:t>Identify non-compliance loop </a:t>
            </a:r>
            <a:r>
              <a:rPr lang="en-US" sz="1600">
                <a:solidFill>
                  <a:schemeClr val="tx1"/>
                </a:solidFill>
                <a:latin typeface="Arial" panose="020B0604020202020204" pitchFamily="34" charset="0"/>
                <a:cs typeface="Arial" panose="020B0604020202020204" pitchFamily="34" charset="0"/>
              </a:rPr>
              <a:t>&amp; the potential </a:t>
            </a:r>
            <a:r>
              <a:rPr lang="en-US" sz="1600" b="1">
                <a:solidFill>
                  <a:srgbClr val="009999"/>
                </a:solidFill>
                <a:latin typeface="Arial" panose="020B0604020202020204" pitchFamily="34" charset="0"/>
                <a:cs typeface="Arial" panose="020B0604020202020204" pitchFamily="34" charset="0"/>
              </a:rPr>
              <a:t>root cause</a:t>
            </a:r>
            <a:r>
              <a:rPr lang="en-US" sz="1600">
                <a:solidFill>
                  <a:schemeClr val="tx1"/>
                </a:solidFill>
                <a:latin typeface="Arial" panose="020B0604020202020204" pitchFamily="34" charset="0"/>
                <a:cs typeface="Arial" panose="020B0604020202020204" pitchFamily="34" charset="0"/>
              </a:rPr>
              <a:t>:</a:t>
            </a:r>
          </a:p>
          <a:p>
            <a:pPr marL="971550" lvl="1" indent="-285750">
              <a:buFont typeface="Courier New" panose="02070309020205020404" pitchFamily="49" charset="0"/>
              <a:buChar char="o"/>
            </a:pPr>
            <a:r>
              <a:rPr lang="en-US" sz="1600">
                <a:solidFill>
                  <a:schemeClr val="tx1"/>
                </a:solidFill>
                <a:latin typeface="Arial" panose="020B0604020202020204" pitchFamily="34" charset="0"/>
                <a:cs typeface="Arial" panose="020B0604020202020204" pitchFamily="34" charset="0"/>
              </a:rPr>
              <a:t>Faulty instrumentation</a:t>
            </a:r>
          </a:p>
          <a:p>
            <a:pPr marL="971550" lvl="1" indent="-285750">
              <a:buFont typeface="Courier New" panose="02070309020205020404" pitchFamily="49" charset="0"/>
              <a:buChar char="o"/>
            </a:pPr>
            <a:r>
              <a:rPr lang="en-US" sz="1600">
                <a:solidFill>
                  <a:schemeClr val="tx1"/>
                </a:solidFill>
                <a:latin typeface="Arial" panose="020B0604020202020204" pitchFamily="34" charset="0"/>
                <a:cs typeface="Arial" panose="020B0604020202020204" pitchFamily="34" charset="0"/>
              </a:rPr>
              <a:t>Incorrect control strategies</a:t>
            </a:r>
          </a:p>
          <a:p>
            <a:pPr marL="971550" lvl="1" indent="-285750">
              <a:buFont typeface="Courier New" panose="02070309020205020404" pitchFamily="49" charset="0"/>
              <a:buChar char="o"/>
            </a:pPr>
            <a:r>
              <a:rPr lang="en-US" sz="1600">
                <a:solidFill>
                  <a:schemeClr val="tx1"/>
                </a:solidFill>
                <a:latin typeface="Arial" panose="020B0604020202020204" pitchFamily="34" charset="0"/>
                <a:cs typeface="Arial" panose="020B0604020202020204" pitchFamily="34" charset="0"/>
              </a:rPr>
              <a:t>Improper tuning settings</a:t>
            </a:r>
          </a:p>
          <a:p>
            <a:pPr marL="971550" lvl="1" indent="-285750">
              <a:buFont typeface="Courier New" panose="02070309020205020404" pitchFamily="49" charset="0"/>
              <a:buChar char="o"/>
            </a:pPr>
            <a:r>
              <a:rPr lang="en-US" sz="1600">
                <a:solidFill>
                  <a:schemeClr val="tx1"/>
                </a:solidFill>
                <a:latin typeface="Arial" panose="020B0604020202020204" pitchFamily="34" charset="0"/>
                <a:cs typeface="Arial" panose="020B0604020202020204" pitchFamily="34" charset="0"/>
              </a:rPr>
              <a:t>Process design limitation</a:t>
            </a:r>
          </a:p>
        </p:txBody>
      </p:sp>
      <p:sp>
        <p:nvSpPr>
          <p:cNvPr id="12" name="Rectangle: Rounded Corners 11">
            <a:extLst>
              <a:ext uri="{FF2B5EF4-FFF2-40B4-BE49-F238E27FC236}">
                <a16:creationId xmlns:a16="http://schemas.microsoft.com/office/drawing/2014/main" id="{CFB08B31-D031-206F-05C8-4A5FADF0F418}"/>
              </a:ext>
            </a:extLst>
          </p:cNvPr>
          <p:cNvSpPr/>
          <p:nvPr/>
        </p:nvSpPr>
        <p:spPr>
          <a:xfrm>
            <a:off x="3146310" y="5055825"/>
            <a:ext cx="5899379" cy="513977"/>
          </a:xfrm>
          <a:prstGeom prst="roundRect">
            <a:avLst/>
          </a:prstGeom>
          <a:noFill/>
          <a:ln w="19050">
            <a:solidFill>
              <a:srgbClr val="00B1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600">
                <a:solidFill>
                  <a:schemeClr val="tx1"/>
                </a:solidFill>
                <a:latin typeface="Arial" panose="020B0604020202020204" pitchFamily="34" charset="0"/>
                <a:cs typeface="Arial" panose="020B0604020202020204" pitchFamily="34" charset="0"/>
              </a:rPr>
              <a:t>Potential </a:t>
            </a:r>
            <a:r>
              <a:rPr lang="en-US" sz="1600" b="1">
                <a:solidFill>
                  <a:srgbClr val="009999"/>
                </a:solidFill>
                <a:latin typeface="Arial" panose="020B0604020202020204" pitchFamily="34" charset="0"/>
                <a:cs typeface="Arial" panose="020B0604020202020204" pitchFamily="34" charset="0"/>
              </a:rPr>
              <a:t>improvement</a:t>
            </a:r>
            <a:r>
              <a:rPr lang="en-US" sz="1600">
                <a:solidFill>
                  <a:schemeClr val="tx1"/>
                </a:solidFill>
                <a:latin typeface="Arial" panose="020B0604020202020204" pitchFamily="34" charset="0"/>
                <a:cs typeface="Arial" panose="020B0604020202020204" pitchFamily="34" charset="0"/>
              </a:rPr>
              <a:t> for the non-performing controller  </a:t>
            </a:r>
          </a:p>
        </p:txBody>
      </p:sp>
      <p:sp>
        <p:nvSpPr>
          <p:cNvPr id="13" name="Arrow: Chevron 12">
            <a:extLst>
              <a:ext uri="{FF2B5EF4-FFF2-40B4-BE49-F238E27FC236}">
                <a16:creationId xmlns:a16="http://schemas.microsoft.com/office/drawing/2014/main" id="{8CC00DD4-F665-2226-CBDA-1DF2441AE979}"/>
              </a:ext>
            </a:extLst>
          </p:cNvPr>
          <p:cNvSpPr/>
          <p:nvPr/>
        </p:nvSpPr>
        <p:spPr>
          <a:xfrm rot="5400000">
            <a:off x="5660231" y="1730247"/>
            <a:ext cx="359229" cy="816429"/>
          </a:xfrm>
          <a:prstGeom prst="chevron">
            <a:avLst/>
          </a:prstGeom>
          <a:solidFill>
            <a:srgbClr val="00B1A9"/>
          </a:solidFill>
          <a:ln>
            <a:solidFill>
              <a:srgbClr val="00B1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row: Chevron 13">
            <a:extLst>
              <a:ext uri="{FF2B5EF4-FFF2-40B4-BE49-F238E27FC236}">
                <a16:creationId xmlns:a16="http://schemas.microsoft.com/office/drawing/2014/main" id="{43D3002D-B4A0-A991-FE45-3DCDA16AA86B}"/>
              </a:ext>
            </a:extLst>
          </p:cNvPr>
          <p:cNvSpPr/>
          <p:nvPr/>
        </p:nvSpPr>
        <p:spPr>
          <a:xfrm rot="5400000">
            <a:off x="5660231" y="1481051"/>
            <a:ext cx="359229" cy="816429"/>
          </a:xfrm>
          <a:prstGeom prst="chevron">
            <a:avLst/>
          </a:prstGeom>
          <a:solidFill>
            <a:srgbClr val="00B1A9"/>
          </a:solidFill>
          <a:ln>
            <a:solidFill>
              <a:srgbClr val="00B1A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5" name="Picture 14" descr="A picture containing black, darkness&#10;&#10;Description automatically generated">
            <a:extLst>
              <a:ext uri="{FF2B5EF4-FFF2-40B4-BE49-F238E27FC236}">
                <a16:creationId xmlns:a16="http://schemas.microsoft.com/office/drawing/2014/main" id="{2FA2A101-7EF0-5F1D-C114-12B485F2495D}"/>
              </a:ext>
            </a:extLst>
          </p:cNvPr>
          <p:cNvPicPr>
            <a:picLocks noChangeAspect="1"/>
          </p:cNvPicPr>
          <p:nvPr/>
        </p:nvPicPr>
        <p:blipFill>
          <a:blip r:embed="rId2">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157534" y="2036750"/>
            <a:ext cx="753156" cy="753156"/>
          </a:xfrm>
          <a:prstGeom prst="rect">
            <a:avLst/>
          </a:prstGeom>
        </p:spPr>
      </p:pic>
      <p:pic>
        <p:nvPicPr>
          <p:cNvPr id="16" name="Picture 15" descr="A picture containing black, darkness&#10;&#10;Description automatically generated">
            <a:extLst>
              <a:ext uri="{FF2B5EF4-FFF2-40B4-BE49-F238E27FC236}">
                <a16:creationId xmlns:a16="http://schemas.microsoft.com/office/drawing/2014/main" id="{7D5817F4-DD74-E55E-4F09-BC1BEC2A7075}"/>
              </a:ext>
            </a:extLst>
          </p:cNvPr>
          <p:cNvPicPr>
            <a:picLocks noChangeAspect="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8893289" y="3555776"/>
            <a:ext cx="670565" cy="670565"/>
          </a:xfrm>
          <a:prstGeom prst="rect">
            <a:avLst/>
          </a:prstGeom>
        </p:spPr>
      </p:pic>
      <p:pic>
        <p:nvPicPr>
          <p:cNvPr id="17" name="Picture 16" descr="A picture containing black, darkness&#10;&#10;Description automatically generated">
            <a:extLst>
              <a:ext uri="{FF2B5EF4-FFF2-40B4-BE49-F238E27FC236}">
                <a16:creationId xmlns:a16="http://schemas.microsoft.com/office/drawing/2014/main" id="{A7D57CBF-1F27-134A-D74F-62D597EAC81C}"/>
              </a:ext>
            </a:extLst>
          </p:cNvPr>
          <p:cNvPicPr>
            <a:picLocks noChangeAspect="1"/>
          </p:cNvPicPr>
          <p:nvPr/>
        </p:nvPicPr>
        <p:blipFill>
          <a:blip r:embed="rId4">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flipH="1">
            <a:off x="8237409" y="4122363"/>
            <a:ext cx="753156" cy="753156"/>
          </a:xfrm>
          <a:prstGeom prst="rect">
            <a:avLst/>
          </a:prstGeom>
        </p:spPr>
      </p:pic>
    </p:spTree>
    <p:extLst>
      <p:ext uri="{BB962C8B-B14F-4D97-AF65-F5344CB8AC3E}">
        <p14:creationId xmlns:p14="http://schemas.microsoft.com/office/powerpoint/2010/main" val="40063080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52D0F-060F-114F-BBA5-F1BDB820603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2CAD66-25A8-3949-9FBC-2D7307135E9B}"/>
              </a:ext>
            </a:extLst>
          </p:cNvPr>
          <p:cNvSpPr>
            <a:spLocks noGrp="1"/>
          </p:cNvSpPr>
          <p:nvPr>
            <p:ph type="sldNum" sz="quarter" idx="12"/>
          </p:nvPr>
        </p:nvSpPr>
        <p:spPr/>
        <p:txBody>
          <a:bodyPr/>
          <a:lstStyle/>
          <a:p>
            <a:fld id="{F595E21E-DEBA-8F42-9C16-77733D726770}" type="slidenum">
              <a:rPr lang="en-GB" noProof="0" smtClean="0"/>
              <a:t>3</a:t>
            </a:fld>
            <a:endParaRPr lang="en-GB" noProof="0"/>
          </a:p>
        </p:txBody>
      </p:sp>
      <p:sp>
        <p:nvSpPr>
          <p:cNvPr id="5" name="Rectangle 4">
            <a:extLst>
              <a:ext uri="{FF2B5EF4-FFF2-40B4-BE49-F238E27FC236}">
                <a16:creationId xmlns:a16="http://schemas.microsoft.com/office/drawing/2014/main" id="{48B1ED89-2E23-590C-DE4F-37CA819FB580}"/>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BLCA Objectives </a:t>
            </a:r>
            <a:endParaRPr lang="en-US" sz="2500" b="1">
              <a:ln w="0"/>
              <a:solidFill>
                <a:schemeClr val="bg1"/>
              </a:solidFill>
              <a:ea typeface="Nirmala UI Semilight" panose="020B0402040204020203" pitchFamily="34" charset="0"/>
              <a:cs typeface="Nirmala UI Semilight" panose="020B0402040204020203" pitchFamily="34" charset="0"/>
            </a:endParaRPr>
          </a:p>
        </p:txBody>
      </p:sp>
      <p:sp>
        <p:nvSpPr>
          <p:cNvPr id="12" name="Rectangle 11">
            <a:extLst>
              <a:ext uri="{FF2B5EF4-FFF2-40B4-BE49-F238E27FC236}">
                <a16:creationId xmlns:a16="http://schemas.microsoft.com/office/drawing/2014/main" id="{5D5AE0ED-3CD3-8F42-9AF4-EB1DC91733B0}"/>
              </a:ext>
            </a:extLst>
          </p:cNvPr>
          <p:cNvSpPr/>
          <p:nvPr/>
        </p:nvSpPr>
        <p:spPr>
          <a:xfrm>
            <a:off x="4838700" y="2247900"/>
            <a:ext cx="2514600" cy="1257300"/>
          </a:xfrm>
          <a:prstGeom prst="rect">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To identify and consolidate the reasons for controllers not operating in the </a:t>
            </a:r>
          </a:p>
          <a:p>
            <a:pPr algn="ctr"/>
            <a:r>
              <a:rPr lang="en-GB" sz="1200"/>
              <a:t>correct mode, i.e. controller in manual, disconnected slave controller.</a:t>
            </a:r>
          </a:p>
        </p:txBody>
      </p:sp>
      <p:sp>
        <p:nvSpPr>
          <p:cNvPr id="15" name="Rectangle 14">
            <a:extLst>
              <a:ext uri="{FF2B5EF4-FFF2-40B4-BE49-F238E27FC236}">
                <a16:creationId xmlns:a16="http://schemas.microsoft.com/office/drawing/2014/main" id="{E78655AE-B816-5212-5CDC-D4265F9D500F}"/>
              </a:ext>
            </a:extLst>
          </p:cNvPr>
          <p:cNvSpPr/>
          <p:nvPr/>
        </p:nvSpPr>
        <p:spPr>
          <a:xfrm>
            <a:off x="1524000" y="2247900"/>
            <a:ext cx="2514600" cy="1257300"/>
          </a:xfrm>
          <a:prstGeom prst="rect">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To check the present mode of controllers (Auto/Manual/Cascade) against </a:t>
            </a:r>
          </a:p>
          <a:p>
            <a:pPr algn="ctr"/>
            <a:r>
              <a:rPr lang="en-GB" sz="1200"/>
              <a:t>the design and intended operating mode</a:t>
            </a:r>
          </a:p>
        </p:txBody>
      </p:sp>
      <p:sp>
        <p:nvSpPr>
          <p:cNvPr id="16" name="Rectangle 15">
            <a:extLst>
              <a:ext uri="{FF2B5EF4-FFF2-40B4-BE49-F238E27FC236}">
                <a16:creationId xmlns:a16="http://schemas.microsoft.com/office/drawing/2014/main" id="{E26B1827-3A09-0220-E5F8-A9B274A0F249}"/>
              </a:ext>
            </a:extLst>
          </p:cNvPr>
          <p:cNvSpPr/>
          <p:nvPr/>
        </p:nvSpPr>
        <p:spPr>
          <a:xfrm>
            <a:off x="8248650" y="2247900"/>
            <a:ext cx="2514600" cy="1257300"/>
          </a:xfrm>
          <a:prstGeom prst="rect">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To evaluate and measure the performance of automatic controller through </a:t>
            </a:r>
          </a:p>
          <a:p>
            <a:pPr algn="ctr"/>
            <a:r>
              <a:rPr lang="en-GB" sz="1200"/>
              <a:t>data analysis</a:t>
            </a:r>
          </a:p>
        </p:txBody>
      </p:sp>
      <p:sp>
        <p:nvSpPr>
          <p:cNvPr id="17" name="Rectangle 16">
            <a:extLst>
              <a:ext uri="{FF2B5EF4-FFF2-40B4-BE49-F238E27FC236}">
                <a16:creationId xmlns:a16="http://schemas.microsoft.com/office/drawing/2014/main" id="{E493FAA8-B703-BB63-2467-85687B342292}"/>
              </a:ext>
            </a:extLst>
          </p:cNvPr>
          <p:cNvSpPr/>
          <p:nvPr/>
        </p:nvSpPr>
        <p:spPr>
          <a:xfrm>
            <a:off x="4838700" y="3990978"/>
            <a:ext cx="2514600" cy="1257300"/>
          </a:xfrm>
          <a:prstGeom prst="rect">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To identify faulty control valves and measurement transmitters through data </a:t>
            </a:r>
          </a:p>
          <a:p>
            <a:pPr algn="ctr"/>
            <a:r>
              <a:rPr lang="en-GB" sz="1200"/>
              <a:t>analysis</a:t>
            </a:r>
          </a:p>
        </p:txBody>
      </p:sp>
      <p:sp>
        <p:nvSpPr>
          <p:cNvPr id="18" name="Rectangle 17">
            <a:extLst>
              <a:ext uri="{FF2B5EF4-FFF2-40B4-BE49-F238E27FC236}">
                <a16:creationId xmlns:a16="http://schemas.microsoft.com/office/drawing/2014/main" id="{58D85912-1A24-FE01-6640-6840BEAAE7E8}"/>
              </a:ext>
            </a:extLst>
          </p:cNvPr>
          <p:cNvSpPr/>
          <p:nvPr/>
        </p:nvSpPr>
        <p:spPr>
          <a:xfrm>
            <a:off x="1524000" y="3990978"/>
            <a:ext cx="2514600" cy="1257300"/>
          </a:xfrm>
          <a:prstGeom prst="rect">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To measure the quality of process variable (noise)</a:t>
            </a:r>
          </a:p>
        </p:txBody>
      </p:sp>
      <p:sp>
        <p:nvSpPr>
          <p:cNvPr id="19" name="Rectangle 18">
            <a:extLst>
              <a:ext uri="{FF2B5EF4-FFF2-40B4-BE49-F238E27FC236}">
                <a16:creationId xmlns:a16="http://schemas.microsoft.com/office/drawing/2014/main" id="{2446B98B-66EF-6964-5F06-A1D70B26A0DD}"/>
              </a:ext>
            </a:extLst>
          </p:cNvPr>
          <p:cNvSpPr/>
          <p:nvPr/>
        </p:nvSpPr>
        <p:spPr>
          <a:xfrm>
            <a:off x="8248650" y="3990978"/>
            <a:ext cx="2514600" cy="1257300"/>
          </a:xfrm>
          <a:prstGeom prst="rect">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a:t>To quantify the overall performance of base layer controllers for readiness </a:t>
            </a:r>
          </a:p>
          <a:p>
            <a:pPr algn="ctr"/>
            <a:r>
              <a:rPr lang="en-GB" sz="1200"/>
              <a:t>of Advanced Process Control implementation</a:t>
            </a:r>
          </a:p>
        </p:txBody>
      </p:sp>
      <p:sp>
        <p:nvSpPr>
          <p:cNvPr id="20" name="Rectangle 19">
            <a:extLst>
              <a:ext uri="{FF2B5EF4-FFF2-40B4-BE49-F238E27FC236}">
                <a16:creationId xmlns:a16="http://schemas.microsoft.com/office/drawing/2014/main" id="{EAB50754-65AE-9F05-E4B6-EB4EF1C7F9E3}"/>
              </a:ext>
            </a:extLst>
          </p:cNvPr>
          <p:cNvSpPr/>
          <p:nvPr/>
        </p:nvSpPr>
        <p:spPr>
          <a:xfrm>
            <a:off x="1524000" y="1485900"/>
            <a:ext cx="9239250" cy="457200"/>
          </a:xfrm>
          <a:prstGeom prst="rect">
            <a:avLst/>
          </a:prstGeom>
          <a:solidFill>
            <a:srgbClr val="FDB9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Objectives</a:t>
            </a:r>
          </a:p>
        </p:txBody>
      </p:sp>
    </p:spTree>
    <p:extLst>
      <p:ext uri="{BB962C8B-B14F-4D97-AF65-F5344CB8AC3E}">
        <p14:creationId xmlns:p14="http://schemas.microsoft.com/office/powerpoint/2010/main" val="3164451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C8386-EBB4-2CC3-4087-12948B29EF4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F227F51-E658-CFB4-BEB5-17EF6293D922}"/>
              </a:ext>
            </a:extLst>
          </p:cNvPr>
          <p:cNvSpPr>
            <a:spLocks noGrp="1"/>
          </p:cNvSpPr>
          <p:nvPr>
            <p:ph type="sldNum" sz="quarter" idx="12"/>
          </p:nvPr>
        </p:nvSpPr>
        <p:spPr/>
        <p:txBody>
          <a:bodyPr/>
          <a:lstStyle/>
          <a:p>
            <a:fld id="{F595E21E-DEBA-8F42-9C16-77733D726770}" type="slidenum">
              <a:rPr lang="en-GB" noProof="0" smtClean="0"/>
              <a:t>4</a:t>
            </a:fld>
            <a:endParaRPr lang="en-GB" noProof="0"/>
          </a:p>
        </p:txBody>
      </p:sp>
      <p:sp>
        <p:nvSpPr>
          <p:cNvPr id="5" name="Rectangle 4">
            <a:extLst>
              <a:ext uri="{FF2B5EF4-FFF2-40B4-BE49-F238E27FC236}">
                <a16:creationId xmlns:a16="http://schemas.microsoft.com/office/drawing/2014/main" id="{D4BEB54F-3353-6F89-E6E6-47AF1FD85932}"/>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Training Outline</a:t>
            </a:r>
            <a:endParaRPr lang="en-US" sz="2500" b="1">
              <a:ln w="0"/>
              <a:solidFill>
                <a:schemeClr val="bg1"/>
              </a:solidFill>
              <a:ea typeface="Nirmala UI Semilight" panose="020B0402040204020203" pitchFamily="34" charset="0"/>
              <a:cs typeface="Nirmala UI Semilight" panose="020B0402040204020203" pitchFamily="34" charset="0"/>
            </a:endParaRPr>
          </a:p>
        </p:txBody>
      </p:sp>
    </p:spTree>
    <p:extLst>
      <p:ext uri="{BB962C8B-B14F-4D97-AF65-F5344CB8AC3E}">
        <p14:creationId xmlns:p14="http://schemas.microsoft.com/office/powerpoint/2010/main" val="2938028382"/>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3113A-C457-7F2E-46B5-30CB1D22CC5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291396-35CF-19AF-B9C0-28A49D4B4D07}"/>
              </a:ext>
            </a:extLst>
          </p:cNvPr>
          <p:cNvSpPr>
            <a:spLocks noGrp="1"/>
          </p:cNvSpPr>
          <p:nvPr>
            <p:ph type="sldNum" sz="quarter" idx="12"/>
          </p:nvPr>
        </p:nvSpPr>
        <p:spPr/>
        <p:txBody>
          <a:bodyPr/>
          <a:lstStyle/>
          <a:p>
            <a:fld id="{F595E21E-DEBA-8F42-9C16-77733D726770}" type="slidenum">
              <a:rPr lang="en-GB" noProof="0" smtClean="0"/>
              <a:t>5</a:t>
            </a:fld>
            <a:endParaRPr lang="en-GB" noProof="0"/>
          </a:p>
        </p:txBody>
      </p:sp>
      <p:sp>
        <p:nvSpPr>
          <p:cNvPr id="5" name="Rectangle 4">
            <a:extLst>
              <a:ext uri="{FF2B5EF4-FFF2-40B4-BE49-F238E27FC236}">
                <a16:creationId xmlns:a16="http://schemas.microsoft.com/office/drawing/2014/main" id="{C5EB3CE0-B022-DF83-C8F8-C6E7B3502675}"/>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Simplified Methodology</a:t>
            </a:r>
            <a:endParaRPr lang="en-US" sz="2500" b="1">
              <a:ln w="0"/>
              <a:solidFill>
                <a:schemeClr val="bg1"/>
              </a:solidFill>
              <a:ea typeface="Nirmala UI Semilight" panose="020B0402040204020203" pitchFamily="34" charset="0"/>
              <a:cs typeface="Nirmala UI Semilight" panose="020B0402040204020203" pitchFamily="34" charset="0"/>
            </a:endParaRPr>
          </a:p>
        </p:txBody>
      </p:sp>
      <p:graphicFrame>
        <p:nvGraphicFramePr>
          <p:cNvPr id="4" name="Diagram 3">
            <a:extLst>
              <a:ext uri="{FF2B5EF4-FFF2-40B4-BE49-F238E27FC236}">
                <a16:creationId xmlns:a16="http://schemas.microsoft.com/office/drawing/2014/main" id="{64F5D779-4110-E0AF-2014-B281B2D7D6E9}"/>
              </a:ext>
            </a:extLst>
          </p:cNvPr>
          <p:cNvGraphicFramePr/>
          <p:nvPr>
            <p:extLst>
              <p:ext uri="{D42A27DB-BD31-4B8C-83A1-F6EECF244321}">
                <p14:modId xmlns:p14="http://schemas.microsoft.com/office/powerpoint/2010/main" val="1213096116"/>
              </p:ext>
            </p:extLst>
          </p:nvPr>
        </p:nvGraphicFramePr>
        <p:xfrm>
          <a:off x="499312" y="1458722"/>
          <a:ext cx="11708005" cy="7588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38FB25C7-B976-2097-9F99-26339CFF9C29}"/>
              </a:ext>
            </a:extLst>
          </p:cNvPr>
          <p:cNvSpPr txBox="1"/>
          <p:nvPr/>
        </p:nvSpPr>
        <p:spPr>
          <a:xfrm>
            <a:off x="799362" y="2293815"/>
            <a:ext cx="2484492" cy="3105145"/>
          </a:xfrm>
          <a:prstGeom prst="rect">
            <a:avLst/>
          </a:prstGeom>
          <a:solidFill>
            <a:schemeClr val="accent6">
              <a:lumMod val="20000"/>
              <a:lumOff val="80000"/>
            </a:schemeClr>
          </a:solidFill>
          <a:ln>
            <a:noFill/>
          </a:ln>
        </p:spPr>
        <p:txBody>
          <a:bodyPr wrap="square" rtlCol="0">
            <a:spAutoFit/>
          </a:bodyPr>
          <a:lstStyle/>
          <a:p>
            <a:pPr marL="285750" lvl="0" indent="-285750">
              <a:lnSpc>
                <a:spcPct val="150000"/>
              </a:lnSpc>
              <a:buFont typeface="Arial" panose="020B0604020202020204" pitchFamily="34" charset="0"/>
              <a:buChar char="•"/>
            </a:pPr>
            <a:r>
              <a:rPr lang="en-US" sz="1200" b="0">
                <a:solidFill>
                  <a:schemeClr val="tx1"/>
                </a:solidFill>
                <a:cs typeface="Arial" panose="020B0604020202020204" pitchFamily="34" charset="0"/>
              </a:rPr>
              <a:t>PFD &amp; Process Description</a:t>
            </a:r>
          </a:p>
          <a:p>
            <a:pPr marL="285750" lvl="0" indent="-285750">
              <a:lnSpc>
                <a:spcPct val="150000"/>
              </a:lnSpc>
              <a:buFont typeface="Arial" panose="020B0604020202020204" pitchFamily="34" charset="0"/>
              <a:buChar char="•"/>
            </a:pPr>
            <a:r>
              <a:rPr lang="en-US" sz="1200" b="0">
                <a:solidFill>
                  <a:schemeClr val="tx1"/>
                </a:solidFill>
                <a:cs typeface="Arial" panose="020B0604020202020204" pitchFamily="34" charset="0"/>
              </a:rPr>
              <a:t>P&amp;ID</a:t>
            </a:r>
          </a:p>
          <a:p>
            <a:pPr marL="285750" lvl="0" indent="-285750">
              <a:lnSpc>
                <a:spcPct val="150000"/>
              </a:lnSpc>
              <a:buFont typeface="Arial" panose="020B0604020202020204" pitchFamily="34" charset="0"/>
              <a:buChar char="•"/>
            </a:pPr>
            <a:r>
              <a:rPr lang="en-US" sz="1200" b="0">
                <a:solidFill>
                  <a:schemeClr val="tx1"/>
                </a:solidFill>
                <a:cs typeface="Arial" panose="020B0604020202020204" pitchFamily="34" charset="0"/>
              </a:rPr>
              <a:t>DCS Graphic</a:t>
            </a:r>
          </a:p>
          <a:p>
            <a:pPr marL="285750" lvl="0" indent="-285750">
              <a:lnSpc>
                <a:spcPct val="150000"/>
              </a:lnSpc>
              <a:buFont typeface="Arial" panose="020B0604020202020204" pitchFamily="34" charset="0"/>
              <a:buChar char="•"/>
            </a:pPr>
            <a:r>
              <a:rPr lang="en-US" sz="1200" b="0">
                <a:solidFill>
                  <a:schemeClr val="tx1"/>
                </a:solidFill>
                <a:cs typeface="Arial" panose="020B0604020202020204" pitchFamily="34" charset="0"/>
              </a:rPr>
              <a:t>Control narratives</a:t>
            </a:r>
          </a:p>
          <a:p>
            <a:pPr marL="285750" lvl="0" indent="-285750">
              <a:lnSpc>
                <a:spcPct val="150000"/>
              </a:lnSpc>
              <a:buFont typeface="Arial" panose="020B0604020202020204" pitchFamily="34" charset="0"/>
              <a:buChar char="•"/>
            </a:pPr>
            <a:r>
              <a:rPr lang="en-US" sz="1200" b="0">
                <a:solidFill>
                  <a:schemeClr val="tx1"/>
                </a:solidFill>
                <a:cs typeface="Arial" panose="020B0604020202020204" pitchFamily="34" charset="0"/>
              </a:rPr>
              <a:t>List of associated controllers within </a:t>
            </a:r>
            <a:r>
              <a:rPr lang="en-US" sz="1200">
                <a:cs typeface="Arial" panose="020B0604020202020204" pitchFamily="34" charset="0"/>
              </a:rPr>
              <a:t>BLCA/ APC boundary </a:t>
            </a:r>
            <a:r>
              <a:rPr lang="en-US" sz="1200" b="0">
                <a:solidFill>
                  <a:schemeClr val="tx1"/>
                </a:solidFill>
                <a:cs typeface="Arial" panose="020B0604020202020204" pitchFamily="34" charset="0"/>
              </a:rPr>
              <a:t>(may comprises the </a:t>
            </a:r>
            <a:r>
              <a:rPr lang="en-US" sz="1200">
                <a:cs typeface="Arial" panose="020B0604020202020204" pitchFamily="34" charset="0"/>
              </a:rPr>
              <a:t>advanced regulatory controller) &amp; indicators. </a:t>
            </a:r>
          </a:p>
          <a:p>
            <a:pPr marL="285750" lvl="0" indent="-285750">
              <a:lnSpc>
                <a:spcPct val="150000"/>
              </a:lnSpc>
              <a:buFont typeface="Arial" panose="020B0604020202020204" pitchFamily="34" charset="0"/>
              <a:buChar char="•"/>
            </a:pPr>
            <a:r>
              <a:rPr lang="en-US" sz="1200" b="0">
                <a:solidFill>
                  <a:schemeClr val="tx1"/>
                </a:solidFill>
                <a:cs typeface="Arial" panose="020B0604020202020204" pitchFamily="34" charset="0"/>
              </a:rPr>
              <a:t>Data at least 2 weeks (at internal 1 min)</a:t>
            </a:r>
            <a:r>
              <a:rPr lang="en-US" sz="1200">
                <a:cs typeface="Arial" panose="020B0604020202020204" pitchFamily="34" charset="0"/>
              </a:rPr>
              <a:t>.</a:t>
            </a:r>
          </a:p>
        </p:txBody>
      </p:sp>
      <p:sp>
        <p:nvSpPr>
          <p:cNvPr id="9" name="TextBox 8">
            <a:extLst>
              <a:ext uri="{FF2B5EF4-FFF2-40B4-BE49-F238E27FC236}">
                <a16:creationId xmlns:a16="http://schemas.microsoft.com/office/drawing/2014/main" id="{8A71C06E-05CB-16D5-339B-2AF000FBEF7A}"/>
              </a:ext>
            </a:extLst>
          </p:cNvPr>
          <p:cNvSpPr txBox="1"/>
          <p:nvPr/>
        </p:nvSpPr>
        <p:spPr>
          <a:xfrm>
            <a:off x="3386441" y="2294049"/>
            <a:ext cx="2517384" cy="3105145"/>
          </a:xfrm>
          <a:prstGeom prst="rect">
            <a:avLst/>
          </a:prstGeom>
          <a:solidFill>
            <a:schemeClr val="accent3">
              <a:lumMod val="20000"/>
              <a:lumOff val="80000"/>
            </a:schemeClr>
          </a:solidFill>
          <a:ln>
            <a:solidFill>
              <a:srgbClr val="BFD730"/>
            </a:solidFill>
          </a:ln>
        </p:spPr>
        <p:txBody>
          <a:bodyPr wrap="square" rtlCol="0">
            <a:spAutoFit/>
          </a:bodyPr>
          <a:lstStyle/>
          <a:p>
            <a:pPr marL="171450" lvl="0" indent="-171450">
              <a:lnSpc>
                <a:spcPct val="150000"/>
              </a:lnSpc>
              <a:buFont typeface="Arial" panose="020B0604020202020204" pitchFamily="34" charset="0"/>
              <a:buChar char="•"/>
            </a:pPr>
            <a:r>
              <a:rPr lang="en-US" sz="1200" b="0" u="sng">
                <a:solidFill>
                  <a:schemeClr val="tx1"/>
                </a:solidFill>
                <a:latin typeface="Arial" panose="020B0604020202020204" pitchFamily="34" charset="0"/>
                <a:cs typeface="Arial" panose="020B0604020202020204" pitchFamily="34" charset="0"/>
              </a:rPr>
              <a:t>Controller’s mode</a:t>
            </a:r>
          </a:p>
          <a:p>
            <a:pPr marL="742950" lvl="1" indent="-285750">
              <a:lnSpc>
                <a:spcPct val="150000"/>
              </a:lnSpc>
              <a:buFont typeface="Courier New" panose="02070309020205020404" pitchFamily="49" charset="0"/>
              <a:buChar char="o"/>
            </a:pPr>
            <a:r>
              <a:rPr lang="en-US" sz="1200" b="0">
                <a:solidFill>
                  <a:schemeClr val="tx1"/>
                </a:solidFill>
                <a:latin typeface="Arial" panose="020B0604020202020204" pitchFamily="34" charset="0"/>
                <a:cs typeface="Arial" panose="020B0604020202020204" pitchFamily="34" charset="0"/>
              </a:rPr>
              <a:t>CAS / Auto</a:t>
            </a:r>
          </a:p>
          <a:p>
            <a:pPr marL="742950" lvl="1" indent="-285750">
              <a:lnSpc>
                <a:spcPct val="150000"/>
              </a:lnSpc>
              <a:buFont typeface="Courier New" panose="02070309020205020404" pitchFamily="49" charset="0"/>
              <a:buChar char="o"/>
            </a:pPr>
            <a:r>
              <a:rPr lang="en-US" sz="1200" b="0">
                <a:solidFill>
                  <a:schemeClr val="tx1"/>
                </a:solidFill>
                <a:latin typeface="Arial" panose="020B0604020202020204" pitchFamily="34" charset="0"/>
                <a:cs typeface="Arial" panose="020B0604020202020204" pitchFamily="34" charset="0"/>
              </a:rPr>
              <a:t>Manual</a:t>
            </a:r>
          </a:p>
          <a:p>
            <a:pPr marL="171450" lvl="0" indent="-171450">
              <a:lnSpc>
                <a:spcPct val="150000"/>
              </a:lnSpc>
              <a:buFont typeface="Arial" panose="020B0604020202020204" pitchFamily="34" charset="0"/>
              <a:buChar char="•"/>
            </a:pPr>
            <a:r>
              <a:rPr lang="en-US" sz="1200" b="0" u="sng">
                <a:solidFill>
                  <a:schemeClr val="tx1"/>
                </a:solidFill>
                <a:latin typeface="Arial" panose="020B0604020202020204" pitchFamily="34" charset="0"/>
                <a:cs typeface="Arial" panose="020B0604020202020204" pitchFamily="34" charset="0"/>
              </a:rPr>
              <a:t>Controller’s Status</a:t>
            </a:r>
          </a:p>
          <a:p>
            <a:pPr marL="742950" lvl="1" indent="-285750">
              <a:lnSpc>
                <a:spcPct val="150000"/>
              </a:lnSpc>
              <a:buFont typeface="Courier New" panose="02070309020205020404" pitchFamily="49" charset="0"/>
              <a:buChar char="o"/>
            </a:pPr>
            <a:r>
              <a:rPr lang="en-US" sz="1200" b="0">
                <a:solidFill>
                  <a:schemeClr val="tx1"/>
                </a:solidFill>
                <a:latin typeface="Arial" panose="020B0604020202020204" pitchFamily="34" charset="0"/>
                <a:cs typeface="Arial" panose="020B0604020202020204" pitchFamily="34" charset="0"/>
              </a:rPr>
              <a:t>Compliance</a:t>
            </a:r>
          </a:p>
          <a:p>
            <a:pPr marL="742950" lvl="1" indent="-285750">
              <a:lnSpc>
                <a:spcPct val="150000"/>
              </a:lnSpc>
              <a:buFont typeface="Courier New" panose="02070309020205020404" pitchFamily="49" charset="0"/>
              <a:buChar char="o"/>
            </a:pPr>
            <a:r>
              <a:rPr lang="en-US" sz="1200" b="0">
                <a:solidFill>
                  <a:schemeClr val="tx1"/>
                </a:solidFill>
                <a:latin typeface="Arial" panose="020B0604020202020204" pitchFamily="34" charset="0"/>
                <a:cs typeface="Arial" panose="020B0604020202020204" pitchFamily="34" charset="0"/>
              </a:rPr>
              <a:t>Non-compliance</a:t>
            </a:r>
          </a:p>
          <a:p>
            <a:pPr marL="171450" lvl="0" indent="-171450">
              <a:lnSpc>
                <a:spcPct val="150000"/>
              </a:lnSpc>
              <a:buFont typeface="Arial" panose="020B0604020202020204" pitchFamily="34" charset="0"/>
              <a:buChar char="•"/>
            </a:pPr>
            <a:r>
              <a:rPr lang="en-US" sz="1200" b="0">
                <a:solidFill>
                  <a:schemeClr val="tx1"/>
                </a:solidFill>
                <a:latin typeface="Arial" panose="020B0604020202020204" pitchFamily="34" charset="0"/>
                <a:cs typeface="Arial" panose="020B0604020202020204" pitchFamily="34" charset="0"/>
              </a:rPr>
              <a:t>Controller’s Performance</a:t>
            </a:r>
          </a:p>
          <a:p>
            <a:pPr marL="171450" lvl="0" indent="-171450">
              <a:lnSpc>
                <a:spcPct val="150000"/>
              </a:lnSpc>
              <a:buFont typeface="Arial" panose="020B0604020202020204" pitchFamily="34" charset="0"/>
              <a:buChar char="•"/>
            </a:pPr>
            <a:r>
              <a:rPr lang="en-US" sz="1200" b="0">
                <a:solidFill>
                  <a:schemeClr val="tx1"/>
                </a:solidFill>
                <a:latin typeface="Arial" panose="020B0604020202020204" pitchFamily="34" charset="0"/>
                <a:cs typeface="Arial" panose="020B0604020202020204" pitchFamily="34" charset="0"/>
              </a:rPr>
              <a:t>Indicator Performance </a:t>
            </a:r>
          </a:p>
          <a:p>
            <a:pPr marL="628650" lvl="1" indent="-171450">
              <a:lnSpc>
                <a:spcPct val="150000"/>
              </a:lnSpc>
              <a:buFont typeface="Courier New" panose="02070309020205020404" pitchFamily="49" charset="0"/>
              <a:buChar char="o"/>
            </a:pPr>
            <a:r>
              <a:rPr lang="en-US" sz="1200">
                <a:latin typeface="Arial" panose="020B0604020202020204" pitchFamily="34" charset="0"/>
                <a:cs typeface="Arial" panose="020B0604020202020204" pitchFamily="34" charset="0"/>
              </a:rPr>
              <a:t>Bad PV</a:t>
            </a:r>
          </a:p>
          <a:p>
            <a:pPr marL="628650" lvl="1" indent="-171450">
              <a:lnSpc>
                <a:spcPct val="150000"/>
              </a:lnSpc>
              <a:buFont typeface="Courier New" panose="02070309020205020404" pitchFamily="49" charset="0"/>
              <a:buChar char="o"/>
            </a:pPr>
            <a:r>
              <a:rPr lang="en-US" sz="1200" b="0">
                <a:solidFill>
                  <a:schemeClr val="tx1"/>
                </a:solidFill>
                <a:latin typeface="Arial" panose="020B0604020202020204" pitchFamily="34" charset="0"/>
                <a:cs typeface="Arial" panose="020B0604020202020204" pitchFamily="34" charset="0"/>
              </a:rPr>
              <a:t>Noisy</a:t>
            </a:r>
          </a:p>
          <a:p>
            <a:pPr marL="628650" lvl="1" indent="-171450">
              <a:lnSpc>
                <a:spcPct val="150000"/>
              </a:lnSpc>
              <a:buFont typeface="Courier New" panose="02070309020205020404" pitchFamily="49" charset="0"/>
              <a:buChar char="o"/>
            </a:pPr>
            <a:endParaRPr lang="en-MY" sz="1200" b="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4E73F79-50D8-A5EF-3A8F-7AC953B9B2FA}"/>
              </a:ext>
            </a:extLst>
          </p:cNvPr>
          <p:cNvSpPr txBox="1"/>
          <p:nvPr/>
        </p:nvSpPr>
        <p:spPr>
          <a:xfrm>
            <a:off x="8626381" y="2293814"/>
            <a:ext cx="2798422" cy="3105145"/>
          </a:xfrm>
          <a:prstGeom prst="rect">
            <a:avLst/>
          </a:prstGeom>
          <a:solidFill>
            <a:schemeClr val="accent3">
              <a:lumMod val="20000"/>
              <a:lumOff val="80000"/>
            </a:schemeClr>
          </a:solidFill>
          <a:ln>
            <a:solidFill>
              <a:srgbClr val="BFD730"/>
            </a:solidFill>
          </a:ln>
        </p:spPr>
        <p:txBody>
          <a:bodyPr wrap="square" rtlCol="0">
            <a:spAutoFit/>
          </a:bodyPr>
          <a:lstStyle>
            <a:defPPr>
              <a:defRPr lang="en-US"/>
            </a:defPPr>
            <a:lvl1pPr lvl="0">
              <a:lnSpc>
                <a:spcPct val="150000"/>
              </a:lnSpc>
              <a:defRPr sz="1200" b="0" u="sng">
                <a:latin typeface="Arial" panose="020B0604020202020204" pitchFamily="34" charset="0"/>
                <a:cs typeface="Arial" panose="020B0604020202020204" pitchFamily="34" charset="0"/>
              </a:defRPr>
            </a:lvl1pPr>
          </a:lstStyle>
          <a:p>
            <a:r>
              <a:rPr lang="en-US" u="none"/>
              <a:t>Propose improvement recommendation for rectification such as:</a:t>
            </a:r>
          </a:p>
          <a:p>
            <a:endParaRPr lang="en-US" u="none"/>
          </a:p>
          <a:p>
            <a:pPr marL="171450" indent="-171450">
              <a:buFont typeface="Courier New" panose="02070309020205020404" pitchFamily="49" charset="0"/>
              <a:buChar char="o"/>
            </a:pPr>
            <a:r>
              <a:rPr lang="en-US" u="none"/>
              <a:t>tuning,</a:t>
            </a:r>
          </a:p>
          <a:p>
            <a:pPr marL="171450" indent="-171450">
              <a:buFont typeface="Courier New" panose="02070309020205020404" pitchFamily="49" charset="0"/>
              <a:buChar char="o"/>
            </a:pPr>
            <a:r>
              <a:rPr lang="en-US" u="none"/>
              <a:t>instrumentation rectification and </a:t>
            </a:r>
          </a:p>
          <a:p>
            <a:pPr marL="171450" indent="-171450">
              <a:buFont typeface="Courier New" panose="02070309020205020404" pitchFamily="49" charset="0"/>
              <a:buChar char="o"/>
            </a:pPr>
            <a:r>
              <a:rPr lang="en-US" u="none"/>
              <a:t>Control Strategy Improvement</a:t>
            </a:r>
          </a:p>
          <a:p>
            <a:pPr marL="171450" indent="-171450">
              <a:buFont typeface="Courier New" panose="02070309020205020404" pitchFamily="49" charset="0"/>
              <a:buChar char="o"/>
            </a:pPr>
            <a:endParaRPr lang="en-US" u="none"/>
          </a:p>
          <a:p>
            <a:endParaRPr lang="en-US" u="none"/>
          </a:p>
          <a:p>
            <a:endParaRPr lang="en-US" u="none"/>
          </a:p>
          <a:p>
            <a:endParaRPr lang="en-US"/>
          </a:p>
        </p:txBody>
      </p:sp>
      <p:sp>
        <p:nvSpPr>
          <p:cNvPr id="13" name="TextBox 12">
            <a:extLst>
              <a:ext uri="{FF2B5EF4-FFF2-40B4-BE49-F238E27FC236}">
                <a16:creationId xmlns:a16="http://schemas.microsoft.com/office/drawing/2014/main" id="{F1375E67-A063-5278-97BD-3BD583DEBDE1}"/>
              </a:ext>
            </a:extLst>
          </p:cNvPr>
          <p:cNvSpPr txBox="1"/>
          <p:nvPr/>
        </p:nvSpPr>
        <p:spPr>
          <a:xfrm>
            <a:off x="6006410" y="2293815"/>
            <a:ext cx="2484492" cy="3082062"/>
          </a:xfrm>
          <a:prstGeom prst="rect">
            <a:avLst/>
          </a:prstGeom>
          <a:solidFill>
            <a:schemeClr val="accent6">
              <a:lumMod val="20000"/>
              <a:lumOff val="80000"/>
            </a:schemeClr>
          </a:solidFill>
          <a:ln>
            <a:noFill/>
          </a:ln>
        </p:spPr>
        <p:txBody>
          <a:bodyPr wrap="square" rtlCol="0">
            <a:spAutoFit/>
          </a:bodyPr>
          <a:lstStyle>
            <a:defPPr>
              <a:defRPr lang="en-US"/>
            </a:defPPr>
            <a:lvl1pPr marL="285750" lvl="0" indent="-285750">
              <a:lnSpc>
                <a:spcPct val="150000"/>
              </a:lnSpc>
              <a:buFont typeface="Arial" panose="020B0604020202020204" pitchFamily="34" charset="0"/>
              <a:buChar char="•"/>
              <a:defRPr sz="1200" b="0">
                <a:latin typeface="Arial" panose="020B0604020202020204" pitchFamily="34" charset="0"/>
                <a:cs typeface="Arial" panose="020B0604020202020204" pitchFamily="34" charset="0"/>
              </a:defRPr>
            </a:lvl1pPr>
          </a:lstStyle>
          <a:p>
            <a:r>
              <a:rPr lang="en-US"/>
              <a:t>Interview with operator &amp; instrument technicians for:</a:t>
            </a:r>
          </a:p>
          <a:p>
            <a:pPr marL="536575" lvl="1" indent="-285750">
              <a:buFont typeface="Arial" panose="020B0604020202020204" pitchFamily="34" charset="0"/>
              <a:buChar char="•"/>
            </a:pPr>
            <a:r>
              <a:rPr lang="en-US" sz="1200">
                <a:latin typeface="Arial" panose="020B0604020202020204" pitchFamily="34" charset="0"/>
                <a:cs typeface="Arial" panose="020B0604020202020204" pitchFamily="34" charset="0"/>
              </a:rPr>
              <a:t>Process constraints</a:t>
            </a:r>
          </a:p>
          <a:p>
            <a:pPr marL="536575" lvl="1" indent="-285750">
              <a:buFont typeface="Arial" panose="020B0604020202020204" pitchFamily="34" charset="0"/>
              <a:buChar char="•"/>
            </a:pPr>
            <a:r>
              <a:rPr lang="en-US" sz="1200">
                <a:latin typeface="Arial" panose="020B0604020202020204" pitchFamily="34" charset="0"/>
                <a:cs typeface="Arial" panose="020B0604020202020204" pitchFamily="34" charset="0"/>
              </a:rPr>
              <a:t>Instrumentation issues</a:t>
            </a:r>
          </a:p>
          <a:p>
            <a:pPr marL="536575" lvl="1" indent="-285750">
              <a:buFont typeface="Arial" panose="020B0604020202020204" pitchFamily="34" charset="0"/>
              <a:buChar char="•"/>
            </a:pPr>
            <a:r>
              <a:rPr lang="en-US" sz="1200">
                <a:latin typeface="Arial" panose="020B0604020202020204" pitchFamily="34" charset="0"/>
                <a:cs typeface="Arial" panose="020B0604020202020204" pitchFamily="34" charset="0"/>
              </a:rPr>
              <a:t>Operation of controllers &amp; process units</a:t>
            </a:r>
          </a:p>
          <a:p>
            <a:r>
              <a:rPr lang="en-US"/>
              <a:t>Performance Analysis using tools (</a:t>
            </a:r>
            <a:r>
              <a:rPr lang="en-US" err="1"/>
              <a:t>MDPro</a:t>
            </a:r>
            <a:r>
              <a:rPr lang="en-US"/>
              <a:t>).</a:t>
            </a:r>
          </a:p>
          <a:p>
            <a:r>
              <a:rPr lang="en-US"/>
              <a:t>Trend observations</a:t>
            </a:r>
          </a:p>
          <a:p>
            <a:r>
              <a:rPr lang="en-US"/>
              <a:t>Determine Controller’s Performance (Poor / Good)</a:t>
            </a:r>
          </a:p>
          <a:p>
            <a:pPr>
              <a:lnSpc>
                <a:spcPct val="200000"/>
              </a:lnSpc>
            </a:pPr>
            <a:endParaRPr lang="en-US"/>
          </a:p>
        </p:txBody>
      </p:sp>
    </p:spTree>
    <p:extLst>
      <p:ext uri="{BB962C8B-B14F-4D97-AF65-F5344CB8AC3E}">
        <p14:creationId xmlns:p14="http://schemas.microsoft.com/office/powerpoint/2010/main" val="2245917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E840-9D17-7386-4CFD-4CA36F2CB57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2BA24C5-DBF9-B0FB-47BB-52940F53F3FE}"/>
              </a:ext>
            </a:extLst>
          </p:cNvPr>
          <p:cNvSpPr>
            <a:spLocks noGrp="1"/>
          </p:cNvSpPr>
          <p:nvPr>
            <p:ph type="sldNum" sz="quarter" idx="12"/>
          </p:nvPr>
        </p:nvSpPr>
        <p:spPr/>
        <p:txBody>
          <a:bodyPr/>
          <a:lstStyle/>
          <a:p>
            <a:fld id="{F595E21E-DEBA-8F42-9C16-77733D726770}" type="slidenum">
              <a:rPr lang="en-GB" noProof="0" smtClean="0"/>
              <a:t>6</a:t>
            </a:fld>
            <a:endParaRPr lang="en-GB" noProof="0"/>
          </a:p>
        </p:txBody>
      </p:sp>
      <p:sp>
        <p:nvSpPr>
          <p:cNvPr id="5" name="Rectangle 4">
            <a:extLst>
              <a:ext uri="{FF2B5EF4-FFF2-40B4-BE49-F238E27FC236}">
                <a16:creationId xmlns:a16="http://schemas.microsoft.com/office/drawing/2014/main" id="{8C75F3F5-55DD-84FA-9A47-2146EFF27B5B}"/>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Methodology </a:t>
            </a:r>
            <a:endParaRPr lang="en-US" sz="2500" b="1">
              <a:ln w="0"/>
              <a:solidFill>
                <a:schemeClr val="bg1"/>
              </a:solidFill>
              <a:ea typeface="Nirmala UI Semilight" panose="020B0402040204020203" pitchFamily="34" charset="0"/>
              <a:cs typeface="Nirmala UI Semilight" panose="020B0402040204020203" pitchFamily="34" charset="0"/>
            </a:endParaRPr>
          </a:p>
        </p:txBody>
      </p:sp>
      <p:grpSp>
        <p:nvGrpSpPr>
          <p:cNvPr id="6" name="Group 5">
            <a:extLst>
              <a:ext uri="{FF2B5EF4-FFF2-40B4-BE49-F238E27FC236}">
                <a16:creationId xmlns:a16="http://schemas.microsoft.com/office/drawing/2014/main" id="{3AE9C37C-112F-7DE5-DA1B-AA182853D355}"/>
              </a:ext>
            </a:extLst>
          </p:cNvPr>
          <p:cNvGrpSpPr/>
          <p:nvPr/>
        </p:nvGrpSpPr>
        <p:grpSpPr>
          <a:xfrm>
            <a:off x="413924" y="985707"/>
            <a:ext cx="11312260" cy="640780"/>
            <a:chOff x="3547649" y="2576382"/>
            <a:chExt cx="11312260" cy="640780"/>
          </a:xfrm>
        </p:grpSpPr>
        <p:sp>
          <p:nvSpPr>
            <p:cNvPr id="2" name="TextBox 10">
              <a:extLst>
                <a:ext uri="{FF2B5EF4-FFF2-40B4-BE49-F238E27FC236}">
                  <a16:creationId xmlns:a16="http://schemas.microsoft.com/office/drawing/2014/main" id="{C5042142-939F-BA3F-3D1F-BDA8E17E133F}"/>
                </a:ext>
              </a:extLst>
            </p:cNvPr>
            <p:cNvSpPr txBox="1"/>
            <p:nvPr/>
          </p:nvSpPr>
          <p:spPr>
            <a:xfrm rot="10800000" flipV="1">
              <a:off x="3777723" y="2893997"/>
              <a:ext cx="11082186" cy="323165"/>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500" b="1">
                  <a:ea typeface="+mn-lt"/>
                  <a:cs typeface="+mn-lt"/>
                </a:rPr>
                <a:t>Process Understanding</a:t>
              </a:r>
              <a:endParaRPr lang="en-US" sz="1500">
                <a:ea typeface="+mn-lt"/>
                <a:cs typeface="+mn-lt"/>
              </a:endParaRPr>
            </a:p>
          </p:txBody>
        </p:sp>
        <p:sp>
          <p:nvSpPr>
            <p:cNvPr id="4" name="Flowchart: Connector 3">
              <a:extLst>
                <a:ext uri="{FF2B5EF4-FFF2-40B4-BE49-F238E27FC236}">
                  <a16:creationId xmlns:a16="http://schemas.microsoft.com/office/drawing/2014/main" id="{A558AECC-2C24-3F3D-252A-C741715B76E8}"/>
                </a:ext>
              </a:extLst>
            </p:cNvPr>
            <p:cNvSpPr/>
            <p:nvPr/>
          </p:nvSpPr>
          <p:spPr>
            <a:xfrm>
              <a:off x="3547649" y="257638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1</a:t>
              </a:r>
            </a:p>
          </p:txBody>
        </p:sp>
      </p:grpSp>
      <p:sp>
        <p:nvSpPr>
          <p:cNvPr id="7" name="Content Placeholder 1">
            <a:extLst>
              <a:ext uri="{FF2B5EF4-FFF2-40B4-BE49-F238E27FC236}">
                <a16:creationId xmlns:a16="http://schemas.microsoft.com/office/drawing/2014/main" id="{C6E2C03F-4C19-2D48-D9C9-FDA7C19E12A3}"/>
              </a:ext>
            </a:extLst>
          </p:cNvPr>
          <p:cNvSpPr txBox="1">
            <a:spLocks/>
          </p:cNvSpPr>
          <p:nvPr/>
        </p:nvSpPr>
        <p:spPr>
          <a:xfrm>
            <a:off x="955032" y="1905329"/>
            <a:ext cx="10460118" cy="3047341"/>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500">
                <a:solidFill>
                  <a:schemeClr val="tx1"/>
                </a:solidFill>
              </a:rPr>
              <a:t>Obtain process information through process description, P&amp;ID, PFD, DCS graphics, list of controllers.</a:t>
            </a:r>
          </a:p>
          <a:p>
            <a:pPr marL="342900" indent="-342900">
              <a:buFont typeface="+mj-lt"/>
              <a:buAutoNum type="arabicPeriod"/>
            </a:pPr>
            <a:r>
              <a:rPr lang="en-GB" sz="1500">
                <a:solidFill>
                  <a:schemeClr val="tx1"/>
                </a:solidFill>
              </a:rPr>
              <a:t>Establish rapport with important personnel for information gathering, i.e. process technologist , panel man, DCS &amp; Instrument engineers</a:t>
            </a:r>
          </a:p>
        </p:txBody>
      </p:sp>
    </p:spTree>
    <p:extLst>
      <p:ext uri="{BB962C8B-B14F-4D97-AF65-F5344CB8AC3E}">
        <p14:creationId xmlns:p14="http://schemas.microsoft.com/office/powerpoint/2010/main" val="758481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B795D-5A37-F670-CCA5-3ED91FC1EB5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41628B3-831E-1FB0-3A8A-A7834FE6DA06}"/>
              </a:ext>
            </a:extLst>
          </p:cNvPr>
          <p:cNvSpPr>
            <a:spLocks noGrp="1"/>
          </p:cNvSpPr>
          <p:nvPr>
            <p:ph type="sldNum" sz="quarter" idx="12"/>
          </p:nvPr>
        </p:nvSpPr>
        <p:spPr/>
        <p:txBody>
          <a:bodyPr/>
          <a:lstStyle/>
          <a:p>
            <a:fld id="{F595E21E-DEBA-8F42-9C16-77733D726770}" type="slidenum">
              <a:rPr lang="en-GB" noProof="0" smtClean="0"/>
              <a:t>7</a:t>
            </a:fld>
            <a:endParaRPr lang="en-GB" noProof="0"/>
          </a:p>
        </p:txBody>
      </p:sp>
      <p:sp>
        <p:nvSpPr>
          <p:cNvPr id="5" name="Rectangle 4">
            <a:extLst>
              <a:ext uri="{FF2B5EF4-FFF2-40B4-BE49-F238E27FC236}">
                <a16:creationId xmlns:a16="http://schemas.microsoft.com/office/drawing/2014/main" id="{B81EAE23-8977-870E-BA4D-CE15AEBCE714}"/>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Methodology </a:t>
            </a:r>
            <a:endParaRPr lang="en-US" sz="2500" b="1">
              <a:ln w="0"/>
              <a:solidFill>
                <a:schemeClr val="bg1"/>
              </a:solidFill>
              <a:ea typeface="Nirmala UI Semilight" panose="020B0402040204020203" pitchFamily="34" charset="0"/>
              <a:cs typeface="Nirmala UI Semilight" panose="020B0402040204020203" pitchFamily="34" charset="0"/>
            </a:endParaRPr>
          </a:p>
        </p:txBody>
      </p:sp>
      <p:grpSp>
        <p:nvGrpSpPr>
          <p:cNvPr id="6" name="Group 5">
            <a:extLst>
              <a:ext uri="{FF2B5EF4-FFF2-40B4-BE49-F238E27FC236}">
                <a16:creationId xmlns:a16="http://schemas.microsoft.com/office/drawing/2014/main" id="{7C2A154A-43A4-770F-DB7F-47C829A35ED1}"/>
              </a:ext>
            </a:extLst>
          </p:cNvPr>
          <p:cNvGrpSpPr/>
          <p:nvPr/>
        </p:nvGrpSpPr>
        <p:grpSpPr>
          <a:xfrm>
            <a:off x="413924" y="985707"/>
            <a:ext cx="11312260" cy="640781"/>
            <a:chOff x="3547649" y="2576382"/>
            <a:chExt cx="11312260" cy="640781"/>
          </a:xfrm>
        </p:grpSpPr>
        <p:sp>
          <p:nvSpPr>
            <p:cNvPr id="2" name="TextBox 10">
              <a:extLst>
                <a:ext uri="{FF2B5EF4-FFF2-40B4-BE49-F238E27FC236}">
                  <a16:creationId xmlns:a16="http://schemas.microsoft.com/office/drawing/2014/main" id="{FAEAEDE6-8B26-D990-42E1-E12E4C3A16D5}"/>
                </a:ext>
              </a:extLst>
            </p:cNvPr>
            <p:cNvSpPr txBox="1"/>
            <p:nvPr/>
          </p:nvSpPr>
          <p:spPr>
            <a:xfrm rot="10800000" flipV="1">
              <a:off x="3777723" y="2893998"/>
              <a:ext cx="11082186" cy="323165"/>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500" b="1">
                  <a:ea typeface="+mn-lt"/>
                  <a:cs typeface="+mn-lt"/>
                </a:rPr>
                <a:t>Data Collection</a:t>
              </a:r>
              <a:endParaRPr lang="en-US" sz="1500">
                <a:ea typeface="+mn-lt"/>
                <a:cs typeface="+mn-lt"/>
              </a:endParaRPr>
            </a:p>
          </p:txBody>
        </p:sp>
        <p:sp>
          <p:nvSpPr>
            <p:cNvPr id="4" name="Flowchart: Connector 3">
              <a:extLst>
                <a:ext uri="{FF2B5EF4-FFF2-40B4-BE49-F238E27FC236}">
                  <a16:creationId xmlns:a16="http://schemas.microsoft.com/office/drawing/2014/main" id="{354C1D6F-41AE-C929-9C47-E3621097E7B8}"/>
                </a:ext>
              </a:extLst>
            </p:cNvPr>
            <p:cNvSpPr/>
            <p:nvPr/>
          </p:nvSpPr>
          <p:spPr>
            <a:xfrm>
              <a:off x="3547649" y="257638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2</a:t>
              </a:r>
            </a:p>
          </p:txBody>
        </p:sp>
      </p:grpSp>
      <p:sp>
        <p:nvSpPr>
          <p:cNvPr id="7" name="Content Placeholder 1">
            <a:extLst>
              <a:ext uri="{FF2B5EF4-FFF2-40B4-BE49-F238E27FC236}">
                <a16:creationId xmlns:a16="http://schemas.microsoft.com/office/drawing/2014/main" id="{3C58C2AA-87EF-DAF4-E09F-811C348BDE0C}"/>
              </a:ext>
            </a:extLst>
          </p:cNvPr>
          <p:cNvSpPr txBox="1">
            <a:spLocks/>
          </p:cNvSpPr>
          <p:nvPr/>
        </p:nvSpPr>
        <p:spPr>
          <a:xfrm>
            <a:off x="955032" y="1905329"/>
            <a:ext cx="10460118" cy="3047341"/>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500">
                <a:solidFill>
                  <a:schemeClr val="tx1"/>
                </a:solidFill>
              </a:rPr>
              <a:t>Remove data compression from PIMS. </a:t>
            </a:r>
          </a:p>
          <a:p>
            <a:pPr marL="342900" indent="-342900">
              <a:buFont typeface="+mj-lt"/>
              <a:buAutoNum type="arabicPeriod"/>
            </a:pPr>
            <a:r>
              <a:rPr lang="en-GB" sz="1500">
                <a:solidFill>
                  <a:schemeClr val="tx1"/>
                </a:solidFill>
              </a:rPr>
              <a:t>Collect a month/minimum of 1 to 2 weeks data at maximum of 1 minute interval. </a:t>
            </a:r>
          </a:p>
          <a:p>
            <a:pPr marL="342900" indent="-342900">
              <a:buFont typeface="+mj-lt"/>
              <a:buAutoNum type="arabicPeriod"/>
            </a:pPr>
            <a:r>
              <a:rPr lang="en-GB" sz="1500">
                <a:solidFill>
                  <a:schemeClr val="tx1"/>
                </a:solidFill>
              </a:rPr>
              <a:t>Collect data at normal plant operating load.</a:t>
            </a:r>
          </a:p>
          <a:p>
            <a:pPr marL="342900" indent="-342900">
              <a:buFont typeface="+mj-lt"/>
              <a:buAutoNum type="arabicPeriod"/>
            </a:pPr>
            <a:r>
              <a:rPr lang="en-GB" sz="1500">
                <a:solidFill>
                  <a:schemeClr val="tx1"/>
                </a:solidFill>
              </a:rPr>
              <a:t>Ensure all tags are configured, </a:t>
            </a:r>
            <a:r>
              <a:rPr lang="en-GB" sz="1500" err="1">
                <a:solidFill>
                  <a:schemeClr val="tx1"/>
                </a:solidFill>
              </a:rPr>
              <a:t>historised</a:t>
            </a:r>
            <a:r>
              <a:rPr lang="en-GB" sz="1500">
                <a:solidFill>
                  <a:schemeClr val="tx1"/>
                </a:solidFill>
              </a:rPr>
              <a:t> and can be extracted from PIMS.</a:t>
            </a:r>
          </a:p>
          <a:p>
            <a:pPr marL="342900" indent="-342900">
              <a:buFont typeface="+mj-lt"/>
              <a:buAutoNum type="arabicPeriod"/>
            </a:pPr>
            <a:r>
              <a:rPr lang="en-GB" sz="1500">
                <a:solidFill>
                  <a:schemeClr val="tx1"/>
                </a:solidFill>
              </a:rPr>
              <a:t>Tags required from PIMS are</a:t>
            </a:r>
          </a:p>
          <a:p>
            <a:pPr marL="1028700" lvl="1" indent="-342900">
              <a:buFont typeface="+mj-lt"/>
              <a:buAutoNum type="arabicPeriod"/>
            </a:pPr>
            <a:r>
              <a:rPr lang="en-GB" sz="1500">
                <a:solidFill>
                  <a:schemeClr val="tx1"/>
                </a:solidFill>
              </a:rPr>
              <a:t>FOXBORO : MEAS, SPT, OUT, MODE</a:t>
            </a:r>
          </a:p>
          <a:p>
            <a:pPr marL="1028700" lvl="1" indent="-342900">
              <a:buFont typeface="+mj-lt"/>
              <a:buAutoNum type="arabicPeriod"/>
            </a:pPr>
            <a:r>
              <a:rPr lang="en-GB" sz="1500">
                <a:solidFill>
                  <a:schemeClr val="tx1"/>
                </a:solidFill>
              </a:rPr>
              <a:t>YOKOGAWA : PV, SV, MV, MODE</a:t>
            </a:r>
          </a:p>
          <a:p>
            <a:pPr marL="1028700" lvl="1" indent="-342900">
              <a:buFont typeface="+mj-lt"/>
              <a:buAutoNum type="arabicPeriod"/>
            </a:pPr>
            <a:r>
              <a:rPr lang="en-GB" sz="1500">
                <a:solidFill>
                  <a:schemeClr val="tx1"/>
                </a:solidFill>
              </a:rPr>
              <a:t>HONEYWELL: PV, SP, OP, MODE</a:t>
            </a:r>
          </a:p>
        </p:txBody>
      </p:sp>
    </p:spTree>
    <p:extLst>
      <p:ext uri="{BB962C8B-B14F-4D97-AF65-F5344CB8AC3E}">
        <p14:creationId xmlns:p14="http://schemas.microsoft.com/office/powerpoint/2010/main" val="1624283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2031-3521-F013-BD5C-B449F7B5393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7AA0455-4CDD-8111-7E62-C5B28A57A46F}"/>
              </a:ext>
            </a:extLst>
          </p:cNvPr>
          <p:cNvSpPr>
            <a:spLocks noGrp="1"/>
          </p:cNvSpPr>
          <p:nvPr>
            <p:ph type="sldNum" sz="quarter" idx="12"/>
          </p:nvPr>
        </p:nvSpPr>
        <p:spPr/>
        <p:txBody>
          <a:bodyPr/>
          <a:lstStyle/>
          <a:p>
            <a:fld id="{F595E21E-DEBA-8F42-9C16-77733D726770}" type="slidenum">
              <a:rPr lang="en-GB" noProof="0" smtClean="0"/>
              <a:t>8</a:t>
            </a:fld>
            <a:endParaRPr lang="en-GB" noProof="0"/>
          </a:p>
        </p:txBody>
      </p:sp>
      <p:sp>
        <p:nvSpPr>
          <p:cNvPr id="5" name="Rectangle 4">
            <a:extLst>
              <a:ext uri="{FF2B5EF4-FFF2-40B4-BE49-F238E27FC236}">
                <a16:creationId xmlns:a16="http://schemas.microsoft.com/office/drawing/2014/main" id="{FE5A58DD-8427-BD24-5E4E-73EB0018AE44}"/>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Methodology </a:t>
            </a:r>
            <a:endParaRPr lang="en-US" sz="2500" b="1">
              <a:ln w="0"/>
              <a:solidFill>
                <a:schemeClr val="bg1"/>
              </a:solidFill>
              <a:ea typeface="Nirmala UI Semilight" panose="020B0402040204020203" pitchFamily="34" charset="0"/>
              <a:cs typeface="Nirmala UI Semilight" panose="020B0402040204020203" pitchFamily="34" charset="0"/>
            </a:endParaRPr>
          </a:p>
        </p:txBody>
      </p:sp>
      <p:grpSp>
        <p:nvGrpSpPr>
          <p:cNvPr id="6" name="Group 5">
            <a:extLst>
              <a:ext uri="{FF2B5EF4-FFF2-40B4-BE49-F238E27FC236}">
                <a16:creationId xmlns:a16="http://schemas.microsoft.com/office/drawing/2014/main" id="{D6C53174-A645-903D-CA70-CCDAB9E2EFE3}"/>
              </a:ext>
            </a:extLst>
          </p:cNvPr>
          <p:cNvGrpSpPr/>
          <p:nvPr/>
        </p:nvGrpSpPr>
        <p:grpSpPr>
          <a:xfrm>
            <a:off x="439870" y="890457"/>
            <a:ext cx="11312260" cy="640781"/>
            <a:chOff x="3547649" y="2576382"/>
            <a:chExt cx="11312260" cy="640781"/>
          </a:xfrm>
        </p:grpSpPr>
        <p:sp>
          <p:nvSpPr>
            <p:cNvPr id="2" name="TextBox 10">
              <a:extLst>
                <a:ext uri="{FF2B5EF4-FFF2-40B4-BE49-F238E27FC236}">
                  <a16:creationId xmlns:a16="http://schemas.microsoft.com/office/drawing/2014/main" id="{EFC461A6-2B51-86F4-C535-6996C32BB96E}"/>
                </a:ext>
              </a:extLst>
            </p:cNvPr>
            <p:cNvSpPr txBox="1"/>
            <p:nvPr/>
          </p:nvSpPr>
          <p:spPr>
            <a:xfrm rot="10800000" flipV="1">
              <a:off x="3777723" y="2893998"/>
              <a:ext cx="11082186" cy="323165"/>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500" b="1">
                  <a:ea typeface="+mn-lt"/>
                  <a:cs typeface="+mn-lt"/>
                </a:rPr>
                <a:t>Data Reconciliation, Clean &amp; Data Segregation</a:t>
              </a:r>
              <a:endParaRPr lang="en-US" sz="1500">
                <a:ea typeface="+mn-lt"/>
                <a:cs typeface="+mn-lt"/>
              </a:endParaRPr>
            </a:p>
          </p:txBody>
        </p:sp>
        <p:sp>
          <p:nvSpPr>
            <p:cNvPr id="4" name="Flowchart: Connector 3">
              <a:extLst>
                <a:ext uri="{FF2B5EF4-FFF2-40B4-BE49-F238E27FC236}">
                  <a16:creationId xmlns:a16="http://schemas.microsoft.com/office/drawing/2014/main" id="{0A6400AD-5F10-B88F-B645-34F2C22FC744}"/>
                </a:ext>
              </a:extLst>
            </p:cNvPr>
            <p:cNvSpPr/>
            <p:nvPr/>
          </p:nvSpPr>
          <p:spPr>
            <a:xfrm>
              <a:off x="3547649" y="257638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3</a:t>
              </a:r>
            </a:p>
          </p:txBody>
        </p:sp>
      </p:grpSp>
      <p:sp>
        <p:nvSpPr>
          <p:cNvPr id="7" name="Content Placeholder 1">
            <a:extLst>
              <a:ext uri="{FF2B5EF4-FFF2-40B4-BE49-F238E27FC236}">
                <a16:creationId xmlns:a16="http://schemas.microsoft.com/office/drawing/2014/main" id="{DB472C93-2DEF-A65F-89AA-AD705BD8929E}"/>
              </a:ext>
            </a:extLst>
          </p:cNvPr>
          <p:cNvSpPr txBox="1">
            <a:spLocks/>
          </p:cNvSpPr>
          <p:nvPr/>
        </p:nvSpPr>
        <p:spPr>
          <a:xfrm>
            <a:off x="955032" y="1615591"/>
            <a:ext cx="10460118" cy="3047341"/>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500">
                <a:solidFill>
                  <a:schemeClr val="tx1"/>
                </a:solidFill>
              </a:rPr>
              <a:t>Remove tags with no value or with bad inputs</a:t>
            </a:r>
          </a:p>
          <a:p>
            <a:pPr marL="342900" indent="-342900">
              <a:buFont typeface="+mj-lt"/>
              <a:buAutoNum type="arabicPeriod"/>
            </a:pPr>
            <a:r>
              <a:rPr lang="en-GB" sz="1500">
                <a:solidFill>
                  <a:schemeClr val="tx1"/>
                </a:solidFill>
              </a:rPr>
              <a:t>Remove repeated tags before importing data into application/tools</a:t>
            </a:r>
          </a:p>
          <a:p>
            <a:pPr marL="342900" indent="-342900">
              <a:buFont typeface="+mj-lt"/>
              <a:buAutoNum type="arabicPeriod"/>
            </a:pPr>
            <a:r>
              <a:rPr lang="en-GB" sz="1500">
                <a:solidFill>
                  <a:schemeClr val="tx1"/>
                </a:solidFill>
              </a:rPr>
              <a:t>Replace and equalize data with negative values to equal zero</a:t>
            </a:r>
          </a:p>
          <a:p>
            <a:pPr marL="342900" indent="-342900">
              <a:buFont typeface="+mj-lt"/>
              <a:buAutoNum type="arabicPeriod"/>
            </a:pPr>
            <a:r>
              <a:rPr lang="en-GB" sz="1500">
                <a:solidFill>
                  <a:schemeClr val="tx1"/>
                </a:solidFill>
              </a:rPr>
              <a:t>Segregate/List controllers in manual mode and automatic mode</a:t>
            </a:r>
          </a:p>
          <a:p>
            <a:pPr marL="342900" indent="-342900">
              <a:buFont typeface="+mj-lt"/>
              <a:buAutoNum type="arabicPeriod"/>
            </a:pPr>
            <a:r>
              <a:rPr lang="en-GB" sz="1500">
                <a:solidFill>
                  <a:schemeClr val="tx1"/>
                </a:solidFill>
              </a:rPr>
              <a:t>Segregate/List cascade, split range, ration and override controllers</a:t>
            </a:r>
          </a:p>
          <a:p>
            <a:pPr marL="342900" indent="-342900">
              <a:buFont typeface="+mj-lt"/>
              <a:buAutoNum type="arabicPeriod"/>
            </a:pPr>
            <a:r>
              <a:rPr lang="en-GB" sz="1500">
                <a:solidFill>
                  <a:schemeClr val="tx1"/>
                </a:solidFill>
              </a:rPr>
              <a:t>Segregate/List of batch controllers/start up/shut down controllers</a:t>
            </a:r>
          </a:p>
          <a:p>
            <a:pPr marL="342900" indent="-342900">
              <a:buFont typeface="+mj-lt"/>
              <a:buAutoNum type="arabicPeriod"/>
            </a:pPr>
            <a:r>
              <a:rPr lang="en-GB" sz="1500">
                <a:solidFill>
                  <a:schemeClr val="tx1"/>
                </a:solidFill>
              </a:rPr>
              <a:t>Segregate/List on/off/non regulating controllers from automatic controllers (Controller output remained at one position)</a:t>
            </a:r>
          </a:p>
        </p:txBody>
      </p:sp>
    </p:spTree>
    <p:extLst>
      <p:ext uri="{BB962C8B-B14F-4D97-AF65-F5344CB8AC3E}">
        <p14:creationId xmlns:p14="http://schemas.microsoft.com/office/powerpoint/2010/main" val="1513032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E3D91-DF16-667E-3995-3D37764BAD6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588E10F-5DB4-79A8-7F9D-B8A254E5A91B}"/>
              </a:ext>
            </a:extLst>
          </p:cNvPr>
          <p:cNvSpPr>
            <a:spLocks noGrp="1"/>
          </p:cNvSpPr>
          <p:nvPr>
            <p:ph type="sldNum" sz="quarter" idx="12"/>
          </p:nvPr>
        </p:nvSpPr>
        <p:spPr/>
        <p:txBody>
          <a:bodyPr/>
          <a:lstStyle/>
          <a:p>
            <a:fld id="{F595E21E-DEBA-8F42-9C16-77733D726770}" type="slidenum">
              <a:rPr lang="en-GB" noProof="0" smtClean="0"/>
              <a:t>9</a:t>
            </a:fld>
            <a:endParaRPr lang="en-GB" noProof="0"/>
          </a:p>
        </p:txBody>
      </p:sp>
      <p:sp>
        <p:nvSpPr>
          <p:cNvPr id="5" name="Rectangle 4">
            <a:extLst>
              <a:ext uri="{FF2B5EF4-FFF2-40B4-BE49-F238E27FC236}">
                <a16:creationId xmlns:a16="http://schemas.microsoft.com/office/drawing/2014/main" id="{3D2E6EC2-E74B-87EC-54C6-7747FE43FA5B}"/>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Methodology </a:t>
            </a:r>
            <a:endParaRPr lang="en-US" sz="2500" b="1">
              <a:ln w="0"/>
              <a:solidFill>
                <a:schemeClr val="bg1"/>
              </a:solidFill>
              <a:ea typeface="Nirmala UI Semilight" panose="020B0402040204020203" pitchFamily="34" charset="0"/>
              <a:cs typeface="Nirmala UI Semilight" panose="020B0402040204020203" pitchFamily="34" charset="0"/>
            </a:endParaRPr>
          </a:p>
        </p:txBody>
      </p:sp>
      <p:grpSp>
        <p:nvGrpSpPr>
          <p:cNvPr id="6" name="Group 5">
            <a:extLst>
              <a:ext uri="{FF2B5EF4-FFF2-40B4-BE49-F238E27FC236}">
                <a16:creationId xmlns:a16="http://schemas.microsoft.com/office/drawing/2014/main" id="{62F6328F-868E-9E2C-607B-B59A048D0D0F}"/>
              </a:ext>
            </a:extLst>
          </p:cNvPr>
          <p:cNvGrpSpPr/>
          <p:nvPr/>
        </p:nvGrpSpPr>
        <p:grpSpPr>
          <a:xfrm>
            <a:off x="439870" y="890457"/>
            <a:ext cx="11312260" cy="640781"/>
            <a:chOff x="3547649" y="2576382"/>
            <a:chExt cx="11312260" cy="640781"/>
          </a:xfrm>
        </p:grpSpPr>
        <p:sp>
          <p:nvSpPr>
            <p:cNvPr id="2" name="TextBox 10">
              <a:extLst>
                <a:ext uri="{FF2B5EF4-FFF2-40B4-BE49-F238E27FC236}">
                  <a16:creationId xmlns:a16="http://schemas.microsoft.com/office/drawing/2014/main" id="{E81DFD5E-1D8E-963B-0330-D99809956F83}"/>
                </a:ext>
              </a:extLst>
            </p:cNvPr>
            <p:cNvSpPr txBox="1"/>
            <p:nvPr/>
          </p:nvSpPr>
          <p:spPr>
            <a:xfrm rot="10800000" flipV="1">
              <a:off x="3777723" y="2893998"/>
              <a:ext cx="11082186" cy="323165"/>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500" b="1">
                  <a:ea typeface="+mn-lt"/>
                  <a:cs typeface="+mn-lt"/>
                </a:rPr>
                <a:t>Data Analysis and Controllers Performance Rating</a:t>
              </a:r>
              <a:endParaRPr lang="en-US" sz="1500">
                <a:ea typeface="+mn-lt"/>
                <a:cs typeface="+mn-lt"/>
              </a:endParaRPr>
            </a:p>
          </p:txBody>
        </p:sp>
        <p:sp>
          <p:nvSpPr>
            <p:cNvPr id="4" name="Flowchart: Connector 3">
              <a:extLst>
                <a:ext uri="{FF2B5EF4-FFF2-40B4-BE49-F238E27FC236}">
                  <a16:creationId xmlns:a16="http://schemas.microsoft.com/office/drawing/2014/main" id="{64CBC3B1-8245-1FC1-7F63-B31A5E100A5C}"/>
                </a:ext>
              </a:extLst>
            </p:cNvPr>
            <p:cNvSpPr/>
            <p:nvPr/>
          </p:nvSpPr>
          <p:spPr>
            <a:xfrm>
              <a:off x="3547649" y="257638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4</a:t>
              </a:r>
            </a:p>
          </p:txBody>
        </p:sp>
      </p:grpSp>
      <p:sp>
        <p:nvSpPr>
          <p:cNvPr id="7" name="Content Placeholder 1">
            <a:extLst>
              <a:ext uri="{FF2B5EF4-FFF2-40B4-BE49-F238E27FC236}">
                <a16:creationId xmlns:a16="http://schemas.microsoft.com/office/drawing/2014/main" id="{56EDE547-B9B4-8257-1934-9CC8A54F5919}"/>
              </a:ext>
            </a:extLst>
          </p:cNvPr>
          <p:cNvSpPr txBox="1">
            <a:spLocks/>
          </p:cNvSpPr>
          <p:nvPr/>
        </p:nvSpPr>
        <p:spPr>
          <a:xfrm>
            <a:off x="955032" y="1615591"/>
            <a:ext cx="10460118" cy="3047341"/>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500">
                <a:solidFill>
                  <a:schemeClr val="tx1"/>
                </a:solidFill>
              </a:rPr>
              <a:t>Carry out data analysis on automatic controllers with varying measure value, set point and output. Set point can be fixed but it is better to </a:t>
            </a:r>
            <a:r>
              <a:rPr lang="en-GB" sz="1500" err="1">
                <a:solidFill>
                  <a:schemeClr val="tx1"/>
                </a:solidFill>
              </a:rPr>
              <a:t>analyze</a:t>
            </a:r>
            <a:r>
              <a:rPr lang="en-GB" sz="1500">
                <a:solidFill>
                  <a:schemeClr val="tx1"/>
                </a:solidFill>
              </a:rPr>
              <a:t> data with some set point changes. </a:t>
            </a:r>
          </a:p>
          <a:p>
            <a:pPr marL="342900" indent="-342900">
              <a:buFont typeface="+mj-lt"/>
              <a:buAutoNum type="arabicPeriod"/>
            </a:pPr>
            <a:r>
              <a:rPr lang="en-GB" sz="1500">
                <a:solidFill>
                  <a:schemeClr val="tx1"/>
                </a:solidFill>
              </a:rPr>
              <a:t>Load and </a:t>
            </a:r>
            <a:r>
              <a:rPr lang="en-GB" sz="1500" err="1">
                <a:solidFill>
                  <a:schemeClr val="tx1"/>
                </a:solidFill>
              </a:rPr>
              <a:t>analyze</a:t>
            </a:r>
            <a:r>
              <a:rPr lang="en-GB" sz="1500">
                <a:solidFill>
                  <a:schemeClr val="tx1"/>
                </a:solidFill>
              </a:rPr>
              <a:t> data using specific tools, i.e. Excel, Control Station Loop Pro, Shell MD Pro. Different tools have different analysis criteria.</a:t>
            </a:r>
          </a:p>
          <a:p>
            <a:pPr marL="342900" indent="-342900">
              <a:buFont typeface="+mj-lt"/>
              <a:buAutoNum type="arabicPeriod"/>
            </a:pPr>
            <a:r>
              <a:rPr lang="en-GB" sz="1500">
                <a:solidFill>
                  <a:schemeClr val="tx1"/>
                </a:solidFill>
              </a:rPr>
              <a:t>Rate the controller's performance according to the analysis criterion calculated by specific tools according to priority (Safety, Quality, Production), e.g. Ratings of controllers: Very Good, Good, Fair, Poor .</a:t>
            </a:r>
          </a:p>
          <a:p>
            <a:pPr marL="342900" indent="-342900">
              <a:buFont typeface="+mj-lt"/>
              <a:buAutoNum type="arabicPeriod"/>
            </a:pPr>
            <a:r>
              <a:rPr lang="en-GB" sz="1500">
                <a:solidFill>
                  <a:schemeClr val="tx1"/>
                </a:solidFill>
              </a:rPr>
              <a:t>Example: Controller performance assessment criterion using Shell MD Pro are tabulated in the next slides</a:t>
            </a:r>
          </a:p>
          <a:p>
            <a:endParaRPr lang="en-GB" sz="1500">
              <a:solidFill>
                <a:schemeClr val="tx1"/>
              </a:solidFill>
            </a:endParaRPr>
          </a:p>
        </p:txBody>
      </p:sp>
    </p:spTree>
    <p:extLst>
      <p:ext uri="{BB962C8B-B14F-4D97-AF65-F5344CB8AC3E}">
        <p14:creationId xmlns:p14="http://schemas.microsoft.com/office/powerpoint/2010/main" val="2181046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6B5DB-146F-D801-A8D6-35D770F5447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B69FA27-668A-7E73-F140-CB5F2B468913}"/>
              </a:ext>
            </a:extLst>
          </p:cNvPr>
          <p:cNvSpPr>
            <a:spLocks noGrp="1"/>
          </p:cNvSpPr>
          <p:nvPr>
            <p:ph type="sldNum" sz="quarter" idx="12"/>
          </p:nvPr>
        </p:nvSpPr>
        <p:spPr/>
        <p:txBody>
          <a:bodyPr/>
          <a:lstStyle/>
          <a:p>
            <a:fld id="{F595E21E-DEBA-8F42-9C16-77733D726770}" type="slidenum">
              <a:rPr lang="en-GB" noProof="0" smtClean="0"/>
              <a:t>10</a:t>
            </a:fld>
            <a:endParaRPr lang="en-GB" noProof="0"/>
          </a:p>
        </p:txBody>
      </p:sp>
      <p:sp>
        <p:nvSpPr>
          <p:cNvPr id="5" name="Rectangle 4">
            <a:extLst>
              <a:ext uri="{FF2B5EF4-FFF2-40B4-BE49-F238E27FC236}">
                <a16:creationId xmlns:a16="http://schemas.microsoft.com/office/drawing/2014/main" id="{E3FD1D91-EC46-B2A0-F8DF-4A6EB12D9056}"/>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Controller Performance Rating </a:t>
            </a:r>
            <a:endParaRPr lang="en-US" sz="2500" b="1">
              <a:ln w="0"/>
              <a:solidFill>
                <a:schemeClr val="bg1"/>
              </a:solidFill>
              <a:ea typeface="Nirmala UI Semilight" panose="020B0402040204020203" pitchFamily="34" charset="0"/>
              <a:cs typeface="Nirmala UI Semilight" panose="020B0402040204020203" pitchFamily="34" charset="0"/>
            </a:endParaRPr>
          </a:p>
        </p:txBody>
      </p:sp>
      <p:graphicFrame>
        <p:nvGraphicFramePr>
          <p:cNvPr id="10" name="Table 9">
            <a:extLst>
              <a:ext uri="{FF2B5EF4-FFF2-40B4-BE49-F238E27FC236}">
                <a16:creationId xmlns:a16="http://schemas.microsoft.com/office/drawing/2014/main" id="{23F9A73E-001E-58F7-BA1F-A4805DD58623}"/>
              </a:ext>
            </a:extLst>
          </p:cNvPr>
          <p:cNvGraphicFramePr>
            <a:graphicFrameLocks noGrp="1"/>
          </p:cNvGraphicFramePr>
          <p:nvPr>
            <p:extLst>
              <p:ext uri="{D42A27DB-BD31-4B8C-83A1-F6EECF244321}">
                <p14:modId xmlns:p14="http://schemas.microsoft.com/office/powerpoint/2010/main" val="3387743125"/>
              </p:ext>
            </p:extLst>
          </p:nvPr>
        </p:nvGraphicFramePr>
        <p:xfrm>
          <a:off x="1590067" y="915376"/>
          <a:ext cx="9565613" cy="5169525"/>
        </p:xfrm>
        <a:graphic>
          <a:graphicData uri="http://schemas.openxmlformats.org/drawingml/2006/table">
            <a:tbl>
              <a:tblPr firstRow="1" bandRow="1">
                <a:tableStyleId>{7E9639D4-E3E2-4D34-9284-5A2195B3D0D7}</a:tableStyleId>
              </a:tblPr>
              <a:tblGrid>
                <a:gridCol w="452093">
                  <a:extLst>
                    <a:ext uri="{9D8B030D-6E8A-4147-A177-3AD203B41FA5}">
                      <a16:colId xmlns:a16="http://schemas.microsoft.com/office/drawing/2014/main" val="1297225242"/>
                    </a:ext>
                  </a:extLst>
                </a:gridCol>
                <a:gridCol w="4856480">
                  <a:extLst>
                    <a:ext uri="{9D8B030D-6E8A-4147-A177-3AD203B41FA5}">
                      <a16:colId xmlns:a16="http://schemas.microsoft.com/office/drawing/2014/main" val="1087032478"/>
                    </a:ext>
                  </a:extLst>
                </a:gridCol>
                <a:gridCol w="2854960">
                  <a:extLst>
                    <a:ext uri="{9D8B030D-6E8A-4147-A177-3AD203B41FA5}">
                      <a16:colId xmlns:a16="http://schemas.microsoft.com/office/drawing/2014/main" val="2989255572"/>
                    </a:ext>
                  </a:extLst>
                </a:gridCol>
                <a:gridCol w="1402080">
                  <a:extLst>
                    <a:ext uri="{9D8B030D-6E8A-4147-A177-3AD203B41FA5}">
                      <a16:colId xmlns:a16="http://schemas.microsoft.com/office/drawing/2014/main" val="1375731970"/>
                    </a:ext>
                  </a:extLst>
                </a:gridCol>
              </a:tblGrid>
              <a:tr h="448689">
                <a:tc>
                  <a:txBody>
                    <a:bodyPr/>
                    <a:lstStyle/>
                    <a:p>
                      <a:pPr algn="ctr"/>
                      <a:r>
                        <a:rPr lang="en-GB" sz="1400"/>
                        <a:t>No</a:t>
                      </a:r>
                    </a:p>
                  </a:txBody>
                  <a:tcPr anchor="ctr">
                    <a:lnB w="12700" cap="flat" cmpd="sng" algn="ctr">
                      <a:solidFill>
                        <a:schemeClr val="tx1"/>
                      </a:solidFill>
                      <a:prstDash val="solid"/>
                      <a:round/>
                      <a:headEnd type="none" w="med" len="med"/>
                      <a:tailEnd type="none" w="med" len="med"/>
                    </a:lnB>
                    <a:solidFill>
                      <a:srgbClr val="00B1A9"/>
                    </a:solidFill>
                  </a:tcPr>
                </a:tc>
                <a:tc>
                  <a:txBody>
                    <a:bodyPr/>
                    <a:lstStyle/>
                    <a:p>
                      <a:pPr algn="ctr"/>
                      <a:r>
                        <a:rPr lang="en-GB" sz="1400" dirty="0"/>
                        <a:t>Analysis Criteria (MD Pro)</a:t>
                      </a:r>
                    </a:p>
                  </a:txBody>
                  <a:tcPr anchor="ctr">
                    <a:lnB w="12700" cap="flat" cmpd="sng" algn="ctr">
                      <a:solidFill>
                        <a:schemeClr val="tx1"/>
                      </a:solidFill>
                      <a:prstDash val="solid"/>
                      <a:round/>
                      <a:headEnd type="none" w="med" len="med"/>
                      <a:tailEnd type="none" w="med" len="med"/>
                    </a:lnB>
                    <a:solidFill>
                      <a:srgbClr val="00B1A9"/>
                    </a:solidFill>
                  </a:tcPr>
                </a:tc>
                <a:tc>
                  <a:txBody>
                    <a:bodyPr/>
                    <a:lstStyle/>
                    <a:p>
                      <a:pPr algn="ctr"/>
                      <a:r>
                        <a:rPr lang="en-GB" sz="1400"/>
                        <a:t>Magnitude</a:t>
                      </a:r>
                    </a:p>
                  </a:txBody>
                  <a:tcPr anchor="ctr">
                    <a:lnB w="12700" cap="flat" cmpd="sng" algn="ctr">
                      <a:solidFill>
                        <a:schemeClr val="tx1"/>
                      </a:solidFill>
                      <a:prstDash val="solid"/>
                      <a:round/>
                      <a:headEnd type="none" w="med" len="med"/>
                      <a:tailEnd type="none" w="med" len="med"/>
                    </a:lnB>
                    <a:solidFill>
                      <a:srgbClr val="00B1A9"/>
                    </a:solidFill>
                  </a:tcPr>
                </a:tc>
                <a:tc>
                  <a:txBody>
                    <a:bodyPr/>
                    <a:lstStyle/>
                    <a:p>
                      <a:pPr algn="ctr"/>
                      <a:r>
                        <a:rPr lang="en-GB" sz="1400" dirty="0"/>
                        <a:t>Ratings</a:t>
                      </a:r>
                    </a:p>
                  </a:txBody>
                  <a:tcPr anchor="ctr">
                    <a:lnB w="12700" cap="flat" cmpd="sng" algn="ctr">
                      <a:solidFill>
                        <a:schemeClr val="tx1"/>
                      </a:solidFill>
                      <a:prstDash val="solid"/>
                      <a:round/>
                      <a:headEnd type="none" w="med" len="med"/>
                      <a:tailEnd type="none" w="med" len="med"/>
                    </a:lnB>
                    <a:solidFill>
                      <a:srgbClr val="00B1A9"/>
                    </a:solidFill>
                  </a:tcPr>
                </a:tc>
                <a:extLst>
                  <a:ext uri="{0D108BD9-81ED-4DB2-BD59-A6C34878D82A}">
                    <a16:rowId xmlns:a16="http://schemas.microsoft.com/office/drawing/2014/main" val="496824477"/>
                  </a:ext>
                </a:extLst>
              </a:tr>
              <a:tr h="448689">
                <a:tc>
                  <a:txBody>
                    <a:bodyPr/>
                    <a:lstStyle/>
                    <a:p>
                      <a:pPr algn="ctr"/>
                      <a:r>
                        <a:rPr lang="en-GB" sz="14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Standard Deviation on Error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    Good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8">
                  <a:txBody>
                    <a:bodyPr/>
                    <a:lstStyle/>
                    <a:p>
                      <a:pPr marL="285750" indent="-285750" algn="l">
                        <a:buFont typeface="Arial" panose="020B0604020202020204" pitchFamily="34" charset="0"/>
                        <a:buChar char="•"/>
                      </a:pPr>
                      <a:r>
                        <a:rPr lang="en-GB" sz="1400" dirty="0"/>
                        <a:t>Very Good</a:t>
                      </a:r>
                    </a:p>
                    <a:p>
                      <a:pPr marL="285750" indent="-285750" algn="l">
                        <a:buFont typeface="Arial" panose="020B0604020202020204" pitchFamily="34" charset="0"/>
                        <a:buChar char="•"/>
                      </a:pPr>
                      <a:r>
                        <a:rPr lang="en-GB" sz="1400" dirty="0"/>
                        <a:t>Good</a:t>
                      </a:r>
                    </a:p>
                    <a:p>
                      <a:pPr marL="285750" indent="-285750" algn="l">
                        <a:buFont typeface="Arial" panose="020B0604020202020204" pitchFamily="34" charset="0"/>
                        <a:buChar char="•"/>
                      </a:pPr>
                      <a:r>
                        <a:rPr lang="en-GB" sz="1400" dirty="0"/>
                        <a:t>Fair</a:t>
                      </a:r>
                    </a:p>
                    <a:p>
                      <a:pPr marL="285750" indent="-285750" algn="l">
                        <a:buFont typeface="Arial" panose="020B0604020202020204" pitchFamily="34" charset="0"/>
                        <a:buChar char="•"/>
                      </a:pPr>
                      <a:r>
                        <a:rPr lang="en-GB" sz="1400" dirty="0"/>
                        <a:t>Poor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1742107"/>
                  </a:ext>
                </a:extLst>
              </a:tr>
              <a:tr h="469945">
                <a:tc>
                  <a:txBody>
                    <a:bodyPr/>
                    <a:lstStyle/>
                    <a:p>
                      <a:pPr algn="ctr"/>
                      <a:r>
                        <a:rPr lang="en-GB" sz="14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Minimum Standard Deviation on </a:t>
                      </a:r>
                    </a:p>
                    <a:p>
                      <a:r>
                        <a:rPr lang="en-GB" sz="1400"/>
                        <a:t>Error Generated by PCTP MD PRO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Closer to Item 1 the better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4202935694"/>
                  </a:ext>
                </a:extLst>
              </a:tr>
              <a:tr h="448689">
                <a:tc>
                  <a:txBody>
                    <a:bodyPr/>
                    <a:lstStyle/>
                    <a:p>
                      <a:pPr algn="ctr"/>
                      <a:r>
                        <a:rPr lang="en-GB" sz="14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Settling time for PV and MV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    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921233808"/>
                  </a:ext>
                </a:extLst>
              </a:tr>
              <a:tr h="448689">
                <a:tc>
                  <a:txBody>
                    <a:bodyPr/>
                    <a:lstStyle/>
                    <a:p>
                      <a:pPr algn="ctr"/>
                      <a:r>
                        <a:rPr lang="en-GB" sz="14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Controller Performance Index (CPI) Generated by SHELL MD PRO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    Fast ( between 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271136544"/>
                  </a:ext>
                </a:extLst>
              </a:tr>
              <a:tr h="448689">
                <a:tc>
                  <a:txBody>
                    <a:bodyPr/>
                    <a:lstStyle/>
                    <a:p>
                      <a:pPr algn="ctr"/>
                      <a:r>
                        <a:rPr lang="en-GB" sz="14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Standard Deviation on MV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    Good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3545332781"/>
                  </a:ext>
                </a:extLst>
              </a:tr>
              <a:tr h="448689">
                <a:tc>
                  <a:txBody>
                    <a:bodyPr/>
                    <a:lstStyle/>
                    <a:p>
                      <a:pPr algn="ctr"/>
                      <a:r>
                        <a:rPr lang="en-GB" sz="140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 MV moves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    Good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140481171"/>
                  </a:ext>
                </a:extLst>
              </a:tr>
              <a:tr h="448689">
                <a:tc>
                  <a:txBody>
                    <a:bodyPr/>
                    <a:lstStyle/>
                    <a:p>
                      <a:pPr algn="ctr"/>
                      <a:r>
                        <a:rPr lang="en-GB" sz="140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Magnitude of noise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     Good </a:t>
                      </a:r>
                    </a:p>
                    <a:p>
                      <a:r>
                        <a:rPr lang="en-GB" sz="1400"/>
                        <a:t>Where:</a:t>
                      </a:r>
                    </a:p>
                    <a:p>
                      <a:r>
                        <a:rPr lang="en-GB" sz="1400"/>
                        <a:t>X% = </a:t>
                      </a:r>
                      <a:r>
                        <a:rPr lang="en-GB" sz="1400" err="1"/>
                        <a:t>Stdev</a:t>
                      </a:r>
                      <a:r>
                        <a:rPr lang="en-GB" sz="1400"/>
                        <a:t> PV/ </a:t>
                      </a:r>
                      <a:r>
                        <a:rPr lang="en-GB" sz="1400" err="1"/>
                        <a:t>Avg</a:t>
                      </a:r>
                      <a:r>
                        <a:rPr lang="en-GB" sz="1400"/>
                        <a:t> PV</a:t>
                      </a:r>
                    </a:p>
                    <a:p>
                      <a:r>
                        <a:rPr lang="en-GB" sz="1400"/>
                        <a:t>x% &gt; 5% (High)</a:t>
                      </a:r>
                    </a:p>
                    <a:p>
                      <a:r>
                        <a:rPr lang="en-GB" sz="1400"/>
                        <a:t>3% &lt; x% &lt; 5% (Low)</a:t>
                      </a:r>
                    </a:p>
                    <a:p>
                      <a:r>
                        <a:rPr lang="en-GB" sz="1400"/>
                        <a:t>x % &lt; 3% (Negligible)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174111903"/>
                  </a:ext>
                </a:extLst>
              </a:tr>
              <a:tr h="448689">
                <a:tc>
                  <a:txBody>
                    <a:bodyPr/>
                    <a:lstStyle/>
                    <a:p>
                      <a:pPr algn="ctr"/>
                      <a:r>
                        <a:rPr lang="en-GB" sz="140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t>PV and MV Oscillation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t>  Oscillation, may indicate tight tuning settings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GB"/>
                    </a:p>
                  </a:txBody>
                  <a:tcPr/>
                </a:tc>
                <a:extLst>
                  <a:ext uri="{0D108BD9-81ED-4DB2-BD59-A6C34878D82A}">
                    <a16:rowId xmlns:a16="http://schemas.microsoft.com/office/drawing/2014/main" val="2645111280"/>
                  </a:ext>
                </a:extLst>
              </a:tr>
            </a:tbl>
          </a:graphicData>
        </a:graphic>
      </p:graphicFrame>
      <p:cxnSp>
        <p:nvCxnSpPr>
          <p:cNvPr id="8" name="Straight Arrow Connector 7">
            <a:extLst>
              <a:ext uri="{FF2B5EF4-FFF2-40B4-BE49-F238E27FC236}">
                <a16:creationId xmlns:a16="http://schemas.microsoft.com/office/drawing/2014/main" id="{052CB5EA-DFFC-10BC-3AC8-76006CC5E086}"/>
              </a:ext>
            </a:extLst>
          </p:cNvPr>
          <p:cNvCxnSpPr/>
          <p:nvPr/>
        </p:nvCxnSpPr>
        <p:spPr>
          <a:xfrm>
            <a:off x="7056120" y="1431925"/>
            <a:ext cx="0" cy="3143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CE8722E6-ECDF-96CD-1FD3-9B621C396CBD}"/>
              </a:ext>
            </a:extLst>
          </p:cNvPr>
          <p:cNvCxnSpPr/>
          <p:nvPr/>
        </p:nvCxnSpPr>
        <p:spPr>
          <a:xfrm>
            <a:off x="7056120" y="2384742"/>
            <a:ext cx="0" cy="3143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FBD566F4-7530-FF00-8D45-F7E02C46F26D}"/>
              </a:ext>
            </a:extLst>
          </p:cNvPr>
          <p:cNvCxnSpPr/>
          <p:nvPr/>
        </p:nvCxnSpPr>
        <p:spPr>
          <a:xfrm>
            <a:off x="7056120" y="2889567"/>
            <a:ext cx="0" cy="3143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1980939C-02A7-4A39-15F0-F39A8174DA17}"/>
              </a:ext>
            </a:extLst>
          </p:cNvPr>
          <p:cNvCxnSpPr/>
          <p:nvPr/>
        </p:nvCxnSpPr>
        <p:spPr>
          <a:xfrm>
            <a:off x="7056120" y="3368040"/>
            <a:ext cx="0" cy="3143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F62E9329-AD70-0A8D-847E-C8E30234E424}"/>
              </a:ext>
            </a:extLst>
          </p:cNvPr>
          <p:cNvCxnSpPr/>
          <p:nvPr/>
        </p:nvCxnSpPr>
        <p:spPr>
          <a:xfrm>
            <a:off x="7056120" y="3813224"/>
            <a:ext cx="0" cy="3143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ACDFE7D0-8094-E9BD-C1A4-EB9797A951EC}"/>
              </a:ext>
            </a:extLst>
          </p:cNvPr>
          <p:cNvCxnSpPr>
            <a:cxnSpLocks/>
          </p:cNvCxnSpPr>
          <p:nvPr/>
        </p:nvCxnSpPr>
        <p:spPr>
          <a:xfrm>
            <a:off x="7063154" y="4244658"/>
            <a:ext cx="0" cy="2047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6948FEF1-5F09-1CAF-9431-4BA4CCAA66B1}"/>
              </a:ext>
            </a:extLst>
          </p:cNvPr>
          <p:cNvCxnSpPr/>
          <p:nvPr/>
        </p:nvCxnSpPr>
        <p:spPr>
          <a:xfrm flipV="1">
            <a:off x="7021830" y="5617845"/>
            <a:ext cx="0" cy="20002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890968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9C6FD-1031-092A-5110-72F0AC5974F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16D2743-207B-3A97-F6A8-7091133B7D25}"/>
              </a:ext>
            </a:extLst>
          </p:cNvPr>
          <p:cNvSpPr>
            <a:spLocks noGrp="1"/>
          </p:cNvSpPr>
          <p:nvPr>
            <p:ph type="sldNum" sz="quarter" idx="12"/>
          </p:nvPr>
        </p:nvSpPr>
        <p:spPr/>
        <p:txBody>
          <a:bodyPr/>
          <a:lstStyle/>
          <a:p>
            <a:fld id="{F595E21E-DEBA-8F42-9C16-77733D726770}" type="slidenum">
              <a:rPr lang="en-GB" noProof="0" smtClean="0"/>
              <a:t>11</a:t>
            </a:fld>
            <a:endParaRPr lang="en-GB" noProof="0"/>
          </a:p>
        </p:txBody>
      </p:sp>
      <p:sp>
        <p:nvSpPr>
          <p:cNvPr id="5" name="Rectangle 4">
            <a:extLst>
              <a:ext uri="{FF2B5EF4-FFF2-40B4-BE49-F238E27FC236}">
                <a16:creationId xmlns:a16="http://schemas.microsoft.com/office/drawing/2014/main" id="{D93231A7-D269-0C0D-4322-6191FDB9958F}"/>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Methodology </a:t>
            </a:r>
            <a:endParaRPr lang="en-US" sz="2500" b="1">
              <a:ln w="0"/>
              <a:solidFill>
                <a:schemeClr val="bg1"/>
              </a:solidFill>
              <a:ea typeface="Nirmala UI Semilight" panose="020B0402040204020203" pitchFamily="34" charset="0"/>
              <a:cs typeface="Nirmala UI Semilight" panose="020B0402040204020203" pitchFamily="34" charset="0"/>
            </a:endParaRPr>
          </a:p>
        </p:txBody>
      </p:sp>
      <p:grpSp>
        <p:nvGrpSpPr>
          <p:cNvPr id="6" name="Group 5">
            <a:extLst>
              <a:ext uri="{FF2B5EF4-FFF2-40B4-BE49-F238E27FC236}">
                <a16:creationId xmlns:a16="http://schemas.microsoft.com/office/drawing/2014/main" id="{5354E177-CA1D-EE55-B64F-5CE35FBDCCE0}"/>
              </a:ext>
            </a:extLst>
          </p:cNvPr>
          <p:cNvGrpSpPr/>
          <p:nvPr/>
        </p:nvGrpSpPr>
        <p:grpSpPr>
          <a:xfrm>
            <a:off x="413924" y="985707"/>
            <a:ext cx="11312260" cy="640781"/>
            <a:chOff x="3547649" y="2576382"/>
            <a:chExt cx="11312260" cy="640781"/>
          </a:xfrm>
        </p:grpSpPr>
        <p:sp>
          <p:nvSpPr>
            <p:cNvPr id="2" name="TextBox 10">
              <a:extLst>
                <a:ext uri="{FF2B5EF4-FFF2-40B4-BE49-F238E27FC236}">
                  <a16:creationId xmlns:a16="http://schemas.microsoft.com/office/drawing/2014/main" id="{50DBAAA7-9DCE-2B95-D775-23AB50AF1C11}"/>
                </a:ext>
              </a:extLst>
            </p:cNvPr>
            <p:cNvSpPr txBox="1"/>
            <p:nvPr/>
          </p:nvSpPr>
          <p:spPr>
            <a:xfrm rot="10800000" flipV="1">
              <a:off x="3777723" y="2893998"/>
              <a:ext cx="11082186" cy="323165"/>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500" b="1">
                  <a:ea typeface="+mn-lt"/>
                  <a:cs typeface="+mn-lt"/>
                </a:rPr>
                <a:t>Data Analysis and Controllers Performance Rating</a:t>
              </a:r>
              <a:endParaRPr lang="en-US" sz="1500">
                <a:ea typeface="+mn-lt"/>
                <a:cs typeface="+mn-lt"/>
              </a:endParaRPr>
            </a:p>
          </p:txBody>
        </p:sp>
        <p:sp>
          <p:nvSpPr>
            <p:cNvPr id="4" name="Flowchart: Connector 3">
              <a:extLst>
                <a:ext uri="{FF2B5EF4-FFF2-40B4-BE49-F238E27FC236}">
                  <a16:creationId xmlns:a16="http://schemas.microsoft.com/office/drawing/2014/main" id="{9B75B5C8-1738-9BAB-6C11-981DDAEC1139}"/>
                </a:ext>
              </a:extLst>
            </p:cNvPr>
            <p:cNvSpPr/>
            <p:nvPr/>
          </p:nvSpPr>
          <p:spPr>
            <a:xfrm>
              <a:off x="3547649" y="257638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4</a:t>
              </a:r>
            </a:p>
          </p:txBody>
        </p:sp>
      </p:grpSp>
      <p:sp>
        <p:nvSpPr>
          <p:cNvPr id="7" name="Content Placeholder 1">
            <a:extLst>
              <a:ext uri="{FF2B5EF4-FFF2-40B4-BE49-F238E27FC236}">
                <a16:creationId xmlns:a16="http://schemas.microsoft.com/office/drawing/2014/main" id="{725C59A7-4C82-BA59-5850-40EF1CD6589C}"/>
              </a:ext>
            </a:extLst>
          </p:cNvPr>
          <p:cNvSpPr txBox="1">
            <a:spLocks/>
          </p:cNvSpPr>
          <p:nvPr/>
        </p:nvSpPr>
        <p:spPr>
          <a:xfrm>
            <a:off x="955032" y="1905329"/>
            <a:ext cx="10460118" cy="3047341"/>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500">
                <a:solidFill>
                  <a:schemeClr val="tx1"/>
                </a:solidFill>
              </a:rPr>
              <a:t>Apart from statistical method, the performance can also be evaluated qualitatively through trend observation and interpretation, e.g. PV &amp; MV Oscillation &amp; measurement quality/noise.</a:t>
            </a:r>
          </a:p>
          <a:p>
            <a:pPr marL="342900" indent="-342900">
              <a:buFont typeface="+mj-lt"/>
              <a:buAutoNum type="arabicPeriod"/>
            </a:pPr>
            <a:r>
              <a:rPr lang="en-GB" sz="1500">
                <a:solidFill>
                  <a:schemeClr val="tx1"/>
                </a:solidFill>
              </a:rPr>
              <a:t>From the analysis, identify controllers which may require tuning, with noisy measurement and instrumentation limitation, i.e. over sized or undersized control valve, control valve, </a:t>
            </a:r>
            <a:r>
              <a:rPr lang="en-GB" sz="1500" err="1">
                <a:solidFill>
                  <a:schemeClr val="tx1"/>
                </a:solidFill>
              </a:rPr>
              <a:t>hysterisis</a:t>
            </a:r>
            <a:r>
              <a:rPr lang="en-GB" sz="1500">
                <a:solidFill>
                  <a:schemeClr val="tx1"/>
                </a:solidFill>
              </a:rPr>
              <a:t> &amp; stiction</a:t>
            </a:r>
          </a:p>
        </p:txBody>
      </p:sp>
      <p:sp>
        <p:nvSpPr>
          <p:cNvPr id="9" name="TextBox 8">
            <a:extLst>
              <a:ext uri="{FF2B5EF4-FFF2-40B4-BE49-F238E27FC236}">
                <a16:creationId xmlns:a16="http://schemas.microsoft.com/office/drawing/2014/main" id="{34D10989-BB05-7679-CD00-8250BA1C3E95}"/>
              </a:ext>
            </a:extLst>
          </p:cNvPr>
          <p:cNvSpPr txBox="1"/>
          <p:nvPr/>
        </p:nvSpPr>
        <p:spPr>
          <a:xfrm>
            <a:off x="955032" y="3752341"/>
            <a:ext cx="10119253" cy="1200329"/>
          </a:xfrm>
          <a:prstGeom prst="rect">
            <a:avLst/>
          </a:prstGeom>
          <a:solidFill>
            <a:schemeClr val="accent3">
              <a:lumMod val="60000"/>
              <a:lumOff val="40000"/>
            </a:schemeClr>
          </a:solidFill>
        </p:spPr>
        <p:txBody>
          <a:bodyPr wrap="square">
            <a:spAutoFit/>
          </a:bodyPr>
          <a:lstStyle/>
          <a:p>
            <a:r>
              <a:rPr lang="en-GB" sz="1200"/>
              <a:t>Note:</a:t>
            </a:r>
          </a:p>
          <a:p>
            <a:pPr marL="228600" indent="-228600">
              <a:buFont typeface="+mj-lt"/>
              <a:buAutoNum type="arabicPeriod"/>
            </a:pPr>
            <a:r>
              <a:rPr lang="en-GB" sz="1200"/>
              <a:t>Data analysis cannot be carried on saturated controller (Controller output at 0% or 100%)</a:t>
            </a:r>
          </a:p>
          <a:p>
            <a:r>
              <a:rPr lang="en-GB" sz="1200"/>
              <a:t>– on/off controllers where set points are changed to force the control valve to fully close or open position. </a:t>
            </a:r>
          </a:p>
          <a:p>
            <a:r>
              <a:rPr lang="en-GB" sz="1200"/>
              <a:t>– undersized control valve whereby the control valve is already fully open or close without achieving its set points. (Controller Output saturated 0% or 100%) </a:t>
            </a:r>
          </a:p>
          <a:p>
            <a:pPr marL="228600" indent="-228600">
              <a:buFont typeface="+mj-lt"/>
              <a:buAutoNum type="arabicPeriod" startAt="2"/>
            </a:pPr>
            <a:r>
              <a:rPr lang="en-GB" sz="1200"/>
              <a:t>Good understanding on controller performance assessment criterion are essential.</a:t>
            </a:r>
          </a:p>
        </p:txBody>
      </p:sp>
    </p:spTree>
    <p:extLst>
      <p:ext uri="{BB962C8B-B14F-4D97-AF65-F5344CB8AC3E}">
        <p14:creationId xmlns:p14="http://schemas.microsoft.com/office/powerpoint/2010/main" val="44236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F01B2-CEF3-8A55-56BF-C51E4FFABFF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623EB7A-72DA-7EA7-DEAE-331E8074461F}"/>
              </a:ext>
            </a:extLst>
          </p:cNvPr>
          <p:cNvSpPr>
            <a:spLocks noGrp="1"/>
          </p:cNvSpPr>
          <p:nvPr>
            <p:ph type="sldNum" sz="quarter" idx="12"/>
          </p:nvPr>
        </p:nvSpPr>
        <p:spPr/>
        <p:txBody>
          <a:bodyPr/>
          <a:lstStyle/>
          <a:p>
            <a:fld id="{F595E21E-DEBA-8F42-9C16-77733D726770}" type="slidenum">
              <a:rPr lang="en-GB" noProof="0" smtClean="0"/>
              <a:t>12</a:t>
            </a:fld>
            <a:endParaRPr lang="en-GB" noProof="0"/>
          </a:p>
        </p:txBody>
      </p:sp>
      <p:sp>
        <p:nvSpPr>
          <p:cNvPr id="5" name="Rectangle 4">
            <a:extLst>
              <a:ext uri="{FF2B5EF4-FFF2-40B4-BE49-F238E27FC236}">
                <a16:creationId xmlns:a16="http://schemas.microsoft.com/office/drawing/2014/main" id="{735FB01B-C53A-3C94-0CD8-EFA6E34FEFF4}"/>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Methodology </a:t>
            </a:r>
            <a:endParaRPr lang="en-US" sz="2500" b="1">
              <a:ln w="0"/>
              <a:solidFill>
                <a:schemeClr val="bg1"/>
              </a:solidFill>
              <a:ea typeface="Nirmala UI Semilight" panose="020B0402040204020203" pitchFamily="34" charset="0"/>
              <a:cs typeface="Nirmala UI Semilight" panose="020B0402040204020203" pitchFamily="34" charset="0"/>
            </a:endParaRPr>
          </a:p>
        </p:txBody>
      </p:sp>
      <p:grpSp>
        <p:nvGrpSpPr>
          <p:cNvPr id="6" name="Group 5">
            <a:extLst>
              <a:ext uri="{FF2B5EF4-FFF2-40B4-BE49-F238E27FC236}">
                <a16:creationId xmlns:a16="http://schemas.microsoft.com/office/drawing/2014/main" id="{193DC537-72B1-E9E8-EB39-669903951648}"/>
              </a:ext>
            </a:extLst>
          </p:cNvPr>
          <p:cNvGrpSpPr/>
          <p:nvPr/>
        </p:nvGrpSpPr>
        <p:grpSpPr>
          <a:xfrm>
            <a:off x="413924" y="985707"/>
            <a:ext cx="11312260" cy="640781"/>
            <a:chOff x="3547649" y="2576382"/>
            <a:chExt cx="11312260" cy="640781"/>
          </a:xfrm>
        </p:grpSpPr>
        <p:sp>
          <p:nvSpPr>
            <p:cNvPr id="2" name="TextBox 10">
              <a:extLst>
                <a:ext uri="{FF2B5EF4-FFF2-40B4-BE49-F238E27FC236}">
                  <a16:creationId xmlns:a16="http://schemas.microsoft.com/office/drawing/2014/main" id="{3BD2CD8B-272B-6834-3E1F-BD22B3DCF99C}"/>
                </a:ext>
              </a:extLst>
            </p:cNvPr>
            <p:cNvSpPr txBox="1"/>
            <p:nvPr/>
          </p:nvSpPr>
          <p:spPr>
            <a:xfrm rot="10800000" flipV="1">
              <a:off x="3777723" y="2893998"/>
              <a:ext cx="11082186" cy="323165"/>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500" b="1">
                  <a:ea typeface="+mn-lt"/>
                  <a:cs typeface="+mn-lt"/>
                </a:rPr>
                <a:t>Identify and consolidate reasons for non-conformance controller</a:t>
              </a:r>
              <a:endParaRPr lang="en-US" sz="1500">
                <a:ea typeface="+mn-lt"/>
                <a:cs typeface="+mn-lt"/>
              </a:endParaRPr>
            </a:p>
          </p:txBody>
        </p:sp>
        <p:sp>
          <p:nvSpPr>
            <p:cNvPr id="4" name="Flowchart: Connector 3">
              <a:extLst>
                <a:ext uri="{FF2B5EF4-FFF2-40B4-BE49-F238E27FC236}">
                  <a16:creationId xmlns:a16="http://schemas.microsoft.com/office/drawing/2014/main" id="{7C3331F7-9DA7-3C91-35AF-D7F26C86ED77}"/>
                </a:ext>
              </a:extLst>
            </p:cNvPr>
            <p:cNvSpPr/>
            <p:nvPr/>
          </p:nvSpPr>
          <p:spPr>
            <a:xfrm>
              <a:off x="3547649" y="257638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5</a:t>
              </a:r>
            </a:p>
          </p:txBody>
        </p:sp>
      </p:grpSp>
      <p:sp>
        <p:nvSpPr>
          <p:cNvPr id="7" name="Content Placeholder 1">
            <a:extLst>
              <a:ext uri="{FF2B5EF4-FFF2-40B4-BE49-F238E27FC236}">
                <a16:creationId xmlns:a16="http://schemas.microsoft.com/office/drawing/2014/main" id="{5CEE7DDA-F466-5AEC-F156-D5F21438AA6C}"/>
              </a:ext>
            </a:extLst>
          </p:cNvPr>
          <p:cNvSpPr txBox="1">
            <a:spLocks/>
          </p:cNvSpPr>
          <p:nvPr/>
        </p:nvSpPr>
        <p:spPr>
          <a:xfrm>
            <a:off x="955032" y="1905329"/>
            <a:ext cx="10460118" cy="3047341"/>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500">
                <a:solidFill>
                  <a:schemeClr val="tx1"/>
                </a:solidFill>
              </a:rPr>
              <a:t>List down non-compliance controllers. i.e. manual controllers, controllers with incorrect operating mode.</a:t>
            </a:r>
          </a:p>
          <a:p>
            <a:pPr marL="342900" indent="-342900">
              <a:buFont typeface="+mj-lt"/>
              <a:buAutoNum type="arabicPeriod"/>
            </a:pPr>
            <a:r>
              <a:rPr lang="en-GB" sz="1500">
                <a:solidFill>
                  <a:schemeClr val="tx1"/>
                </a:solidFill>
              </a:rPr>
              <a:t>Interview panel operators from several shifts and gather information from Operations Engineers &amp; technologist and Instrument Engineers.</a:t>
            </a:r>
          </a:p>
          <a:p>
            <a:pPr marL="342900" indent="-342900">
              <a:buFont typeface="+mj-lt"/>
              <a:buAutoNum type="arabicPeriod"/>
            </a:pPr>
            <a:r>
              <a:rPr lang="en-GB" sz="1500">
                <a:solidFill>
                  <a:schemeClr val="tx1"/>
                </a:solidFill>
              </a:rPr>
              <a:t>Record the reasons on a spreadsheet.</a:t>
            </a:r>
          </a:p>
          <a:p>
            <a:pPr marL="342900" indent="-342900">
              <a:buFont typeface="+mj-lt"/>
              <a:buAutoNum type="arabicPeriod"/>
            </a:pPr>
            <a:r>
              <a:rPr lang="en-GB" sz="1500">
                <a:solidFill>
                  <a:schemeClr val="tx1"/>
                </a:solidFill>
              </a:rPr>
              <a:t>Check whether manual controllers have setpoint tracking functions. (Can be </a:t>
            </a:r>
            <a:r>
              <a:rPr lang="en-GB" sz="1500" err="1">
                <a:solidFill>
                  <a:schemeClr val="tx1"/>
                </a:solidFill>
              </a:rPr>
              <a:t>analyze</a:t>
            </a:r>
            <a:r>
              <a:rPr lang="en-GB" sz="1500">
                <a:solidFill>
                  <a:schemeClr val="tx1"/>
                </a:solidFill>
              </a:rPr>
              <a:t> from data)</a:t>
            </a:r>
          </a:p>
        </p:txBody>
      </p:sp>
      <p:sp>
        <p:nvSpPr>
          <p:cNvPr id="9" name="TextBox 8">
            <a:extLst>
              <a:ext uri="{FF2B5EF4-FFF2-40B4-BE49-F238E27FC236}">
                <a16:creationId xmlns:a16="http://schemas.microsoft.com/office/drawing/2014/main" id="{3D743541-CE94-6CAA-CD3A-7919D53DF37A}"/>
              </a:ext>
            </a:extLst>
          </p:cNvPr>
          <p:cNvSpPr txBox="1"/>
          <p:nvPr/>
        </p:nvSpPr>
        <p:spPr>
          <a:xfrm>
            <a:off x="1036373" y="4723891"/>
            <a:ext cx="10119253" cy="646331"/>
          </a:xfrm>
          <a:prstGeom prst="rect">
            <a:avLst/>
          </a:prstGeom>
          <a:solidFill>
            <a:schemeClr val="accent3">
              <a:lumMod val="60000"/>
              <a:lumOff val="40000"/>
            </a:schemeClr>
          </a:solidFill>
        </p:spPr>
        <p:txBody>
          <a:bodyPr wrap="square">
            <a:spAutoFit/>
          </a:bodyPr>
          <a:lstStyle/>
          <a:p>
            <a:r>
              <a:rPr lang="en-GB" sz="1200"/>
              <a:t>Note:</a:t>
            </a:r>
          </a:p>
          <a:p>
            <a:pPr lvl="1"/>
            <a:r>
              <a:rPr lang="en-GB" sz="1200"/>
              <a:t>It is crucial to interview operators from different shifts and verify the information with engineers. This to ensure that the reasons make sense and consistent</a:t>
            </a:r>
          </a:p>
        </p:txBody>
      </p:sp>
    </p:spTree>
    <p:extLst>
      <p:ext uri="{BB962C8B-B14F-4D97-AF65-F5344CB8AC3E}">
        <p14:creationId xmlns:p14="http://schemas.microsoft.com/office/powerpoint/2010/main" val="4098900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86F79-ADE9-12A7-DBD1-9E22B32F287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60A8A77-A07D-EB82-0788-4AD23B3B29E2}"/>
              </a:ext>
            </a:extLst>
          </p:cNvPr>
          <p:cNvSpPr>
            <a:spLocks noGrp="1"/>
          </p:cNvSpPr>
          <p:nvPr>
            <p:ph type="sldNum" sz="quarter" idx="12"/>
          </p:nvPr>
        </p:nvSpPr>
        <p:spPr/>
        <p:txBody>
          <a:bodyPr/>
          <a:lstStyle/>
          <a:p>
            <a:fld id="{F595E21E-DEBA-8F42-9C16-77733D726770}" type="slidenum">
              <a:rPr lang="en-GB" noProof="0" smtClean="0"/>
              <a:t>13</a:t>
            </a:fld>
            <a:endParaRPr lang="en-GB" noProof="0"/>
          </a:p>
        </p:txBody>
      </p:sp>
      <p:sp>
        <p:nvSpPr>
          <p:cNvPr id="5" name="Rectangle 4">
            <a:extLst>
              <a:ext uri="{FF2B5EF4-FFF2-40B4-BE49-F238E27FC236}">
                <a16:creationId xmlns:a16="http://schemas.microsoft.com/office/drawing/2014/main" id="{36D790F0-0805-F362-DEF5-F86E6BFF7103}"/>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Methodology </a:t>
            </a:r>
            <a:endParaRPr lang="en-US" sz="2500" b="1">
              <a:ln w="0"/>
              <a:solidFill>
                <a:schemeClr val="bg1"/>
              </a:solidFill>
              <a:ea typeface="Nirmala UI Semilight" panose="020B0402040204020203" pitchFamily="34" charset="0"/>
              <a:cs typeface="Nirmala UI Semilight" panose="020B0402040204020203" pitchFamily="34" charset="0"/>
            </a:endParaRPr>
          </a:p>
        </p:txBody>
      </p:sp>
      <p:grpSp>
        <p:nvGrpSpPr>
          <p:cNvPr id="6" name="Group 5">
            <a:extLst>
              <a:ext uri="{FF2B5EF4-FFF2-40B4-BE49-F238E27FC236}">
                <a16:creationId xmlns:a16="http://schemas.microsoft.com/office/drawing/2014/main" id="{6557D29D-5C65-28E7-A26F-417B6E13EAEB}"/>
              </a:ext>
            </a:extLst>
          </p:cNvPr>
          <p:cNvGrpSpPr/>
          <p:nvPr/>
        </p:nvGrpSpPr>
        <p:grpSpPr>
          <a:xfrm>
            <a:off x="413924" y="985707"/>
            <a:ext cx="11312260" cy="640781"/>
            <a:chOff x="3547649" y="2576382"/>
            <a:chExt cx="11312260" cy="640781"/>
          </a:xfrm>
        </p:grpSpPr>
        <p:sp>
          <p:nvSpPr>
            <p:cNvPr id="2" name="TextBox 10">
              <a:extLst>
                <a:ext uri="{FF2B5EF4-FFF2-40B4-BE49-F238E27FC236}">
                  <a16:creationId xmlns:a16="http://schemas.microsoft.com/office/drawing/2014/main" id="{38C75F3E-F0B6-1DDC-3941-A3611F8FD19B}"/>
                </a:ext>
              </a:extLst>
            </p:cNvPr>
            <p:cNvSpPr txBox="1"/>
            <p:nvPr/>
          </p:nvSpPr>
          <p:spPr>
            <a:xfrm rot="10800000" flipV="1">
              <a:off x="3777723" y="2893998"/>
              <a:ext cx="11082186" cy="323165"/>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500" b="1">
                  <a:ea typeface="+mn-lt"/>
                  <a:cs typeface="+mn-lt"/>
                </a:rPr>
                <a:t>Identify and consolidate reasons for non-conformance controller</a:t>
              </a:r>
              <a:endParaRPr lang="en-US" sz="1500">
                <a:ea typeface="+mn-lt"/>
                <a:cs typeface="+mn-lt"/>
              </a:endParaRPr>
            </a:p>
          </p:txBody>
        </p:sp>
        <p:sp>
          <p:nvSpPr>
            <p:cNvPr id="4" name="Flowchart: Connector 3">
              <a:extLst>
                <a:ext uri="{FF2B5EF4-FFF2-40B4-BE49-F238E27FC236}">
                  <a16:creationId xmlns:a16="http://schemas.microsoft.com/office/drawing/2014/main" id="{BA8D18FE-C653-6560-BDEE-2461F0C49BFA}"/>
                </a:ext>
              </a:extLst>
            </p:cNvPr>
            <p:cNvSpPr/>
            <p:nvPr/>
          </p:nvSpPr>
          <p:spPr>
            <a:xfrm>
              <a:off x="3547649" y="257638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6</a:t>
              </a:r>
            </a:p>
          </p:txBody>
        </p:sp>
      </p:grpSp>
      <p:sp>
        <p:nvSpPr>
          <p:cNvPr id="7" name="Content Placeholder 1">
            <a:extLst>
              <a:ext uri="{FF2B5EF4-FFF2-40B4-BE49-F238E27FC236}">
                <a16:creationId xmlns:a16="http://schemas.microsoft.com/office/drawing/2014/main" id="{6819E148-F922-6242-1614-7C82A6627B39}"/>
              </a:ext>
            </a:extLst>
          </p:cNvPr>
          <p:cNvSpPr txBox="1">
            <a:spLocks/>
          </p:cNvSpPr>
          <p:nvPr/>
        </p:nvSpPr>
        <p:spPr>
          <a:xfrm>
            <a:off x="955032" y="1905329"/>
            <a:ext cx="10460118" cy="3047341"/>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500">
                <a:solidFill>
                  <a:schemeClr val="tx1"/>
                </a:solidFill>
              </a:rPr>
              <a:t>From Step 5, study the root cause for controllers for operating in manual and identify controllers with incorrect strategy.</a:t>
            </a:r>
          </a:p>
          <a:p>
            <a:pPr marL="342900" indent="-342900">
              <a:buFont typeface="+mj-lt"/>
              <a:buAutoNum type="arabicPeriod"/>
            </a:pPr>
            <a:r>
              <a:rPr lang="en-GB" sz="1500">
                <a:solidFill>
                  <a:schemeClr val="tx1"/>
                </a:solidFill>
              </a:rPr>
              <a:t>Give recommendations with sound understanding on process dynamics and limitations.</a:t>
            </a:r>
          </a:p>
          <a:p>
            <a:pPr marL="342900" indent="-342900">
              <a:buFont typeface="+mj-lt"/>
              <a:buAutoNum type="arabicPeriod"/>
            </a:pPr>
            <a:r>
              <a:rPr lang="en-GB" sz="1500">
                <a:solidFill>
                  <a:schemeClr val="tx1"/>
                </a:solidFill>
              </a:rPr>
              <a:t>Identify controllers which require review in process design. This is to ensure that a correct control strategy can be recommended</a:t>
            </a:r>
          </a:p>
        </p:txBody>
      </p:sp>
      <p:sp>
        <p:nvSpPr>
          <p:cNvPr id="9" name="TextBox 8">
            <a:extLst>
              <a:ext uri="{FF2B5EF4-FFF2-40B4-BE49-F238E27FC236}">
                <a16:creationId xmlns:a16="http://schemas.microsoft.com/office/drawing/2014/main" id="{B08075A2-3780-E75A-457D-0BBBF9B3ACB8}"/>
              </a:ext>
            </a:extLst>
          </p:cNvPr>
          <p:cNvSpPr txBox="1"/>
          <p:nvPr/>
        </p:nvSpPr>
        <p:spPr>
          <a:xfrm>
            <a:off x="1036373" y="4723891"/>
            <a:ext cx="10119253" cy="461665"/>
          </a:xfrm>
          <a:prstGeom prst="rect">
            <a:avLst/>
          </a:prstGeom>
          <a:solidFill>
            <a:schemeClr val="accent3">
              <a:lumMod val="60000"/>
              <a:lumOff val="40000"/>
            </a:schemeClr>
          </a:solidFill>
        </p:spPr>
        <p:txBody>
          <a:bodyPr wrap="square">
            <a:spAutoFit/>
          </a:bodyPr>
          <a:lstStyle/>
          <a:p>
            <a:r>
              <a:rPr lang="en-GB" sz="1200"/>
              <a:t>Note:</a:t>
            </a:r>
          </a:p>
          <a:p>
            <a:pPr lvl="1"/>
            <a:r>
              <a:rPr lang="en-GB" sz="1200"/>
              <a:t>Recommendations on control strategy can only be proposed and will only function with a valid process design.</a:t>
            </a:r>
          </a:p>
        </p:txBody>
      </p:sp>
    </p:spTree>
    <p:extLst>
      <p:ext uri="{BB962C8B-B14F-4D97-AF65-F5344CB8AC3E}">
        <p14:creationId xmlns:p14="http://schemas.microsoft.com/office/powerpoint/2010/main" val="341667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8ED22-71F5-9F0B-8AA3-572A5040F56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BA350AF-A5B9-74E3-A927-BD563853F20E}"/>
              </a:ext>
            </a:extLst>
          </p:cNvPr>
          <p:cNvSpPr>
            <a:spLocks noGrp="1"/>
          </p:cNvSpPr>
          <p:nvPr>
            <p:ph type="sldNum" sz="quarter" idx="12"/>
          </p:nvPr>
        </p:nvSpPr>
        <p:spPr/>
        <p:txBody>
          <a:bodyPr/>
          <a:lstStyle/>
          <a:p>
            <a:fld id="{F595E21E-DEBA-8F42-9C16-77733D726770}" type="slidenum">
              <a:rPr lang="en-GB" noProof="0" smtClean="0"/>
              <a:t>14</a:t>
            </a:fld>
            <a:endParaRPr lang="en-GB" noProof="0"/>
          </a:p>
        </p:txBody>
      </p:sp>
      <p:sp>
        <p:nvSpPr>
          <p:cNvPr id="5" name="Rectangle 4">
            <a:extLst>
              <a:ext uri="{FF2B5EF4-FFF2-40B4-BE49-F238E27FC236}">
                <a16:creationId xmlns:a16="http://schemas.microsoft.com/office/drawing/2014/main" id="{4D721974-F9FF-88CE-6B8B-A759BF5B9A09}"/>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Methodology </a:t>
            </a:r>
            <a:endParaRPr lang="en-US" sz="2500" b="1">
              <a:ln w="0"/>
              <a:solidFill>
                <a:schemeClr val="bg1"/>
              </a:solidFill>
              <a:ea typeface="Nirmala UI Semilight" panose="020B0402040204020203" pitchFamily="34" charset="0"/>
              <a:cs typeface="Nirmala UI Semilight" panose="020B0402040204020203" pitchFamily="34" charset="0"/>
            </a:endParaRPr>
          </a:p>
        </p:txBody>
      </p:sp>
      <p:grpSp>
        <p:nvGrpSpPr>
          <p:cNvPr id="6" name="Group 5">
            <a:extLst>
              <a:ext uri="{FF2B5EF4-FFF2-40B4-BE49-F238E27FC236}">
                <a16:creationId xmlns:a16="http://schemas.microsoft.com/office/drawing/2014/main" id="{6A1B6251-4231-C1FB-74A7-D50EDBB20D01}"/>
              </a:ext>
            </a:extLst>
          </p:cNvPr>
          <p:cNvGrpSpPr/>
          <p:nvPr/>
        </p:nvGrpSpPr>
        <p:grpSpPr>
          <a:xfrm>
            <a:off x="413924" y="985707"/>
            <a:ext cx="11312260" cy="640781"/>
            <a:chOff x="3547649" y="2576382"/>
            <a:chExt cx="11312260" cy="640781"/>
          </a:xfrm>
        </p:grpSpPr>
        <p:sp>
          <p:nvSpPr>
            <p:cNvPr id="2" name="TextBox 10">
              <a:extLst>
                <a:ext uri="{FF2B5EF4-FFF2-40B4-BE49-F238E27FC236}">
                  <a16:creationId xmlns:a16="http://schemas.microsoft.com/office/drawing/2014/main" id="{654D9205-1B66-8B8D-F079-9594F3083E0B}"/>
                </a:ext>
              </a:extLst>
            </p:cNvPr>
            <p:cNvSpPr txBox="1"/>
            <p:nvPr/>
          </p:nvSpPr>
          <p:spPr>
            <a:xfrm rot="10800000" flipV="1">
              <a:off x="3777723" y="2893998"/>
              <a:ext cx="11082186" cy="323165"/>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500" b="1">
                  <a:ea typeface="+mn-lt"/>
                  <a:cs typeface="+mn-lt"/>
                </a:rPr>
                <a:t>Identify and consolidate reasons for non-conformance controller</a:t>
              </a:r>
              <a:endParaRPr lang="en-US" sz="1500">
                <a:ea typeface="+mn-lt"/>
                <a:cs typeface="+mn-lt"/>
              </a:endParaRPr>
            </a:p>
          </p:txBody>
        </p:sp>
        <p:sp>
          <p:nvSpPr>
            <p:cNvPr id="4" name="Flowchart: Connector 3">
              <a:extLst>
                <a:ext uri="{FF2B5EF4-FFF2-40B4-BE49-F238E27FC236}">
                  <a16:creationId xmlns:a16="http://schemas.microsoft.com/office/drawing/2014/main" id="{71BD8671-ECF4-A4E5-D1DC-396B86C51ABE}"/>
                </a:ext>
              </a:extLst>
            </p:cNvPr>
            <p:cNvSpPr/>
            <p:nvPr/>
          </p:nvSpPr>
          <p:spPr>
            <a:xfrm>
              <a:off x="3547649" y="257638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7</a:t>
              </a:r>
            </a:p>
          </p:txBody>
        </p:sp>
      </p:grpSp>
      <p:sp>
        <p:nvSpPr>
          <p:cNvPr id="7" name="Content Placeholder 1">
            <a:extLst>
              <a:ext uri="{FF2B5EF4-FFF2-40B4-BE49-F238E27FC236}">
                <a16:creationId xmlns:a16="http://schemas.microsoft.com/office/drawing/2014/main" id="{7B105DCD-163A-9AC5-E46D-D138FAD51F06}"/>
              </a:ext>
            </a:extLst>
          </p:cNvPr>
          <p:cNvSpPr txBox="1">
            <a:spLocks/>
          </p:cNvSpPr>
          <p:nvPr/>
        </p:nvSpPr>
        <p:spPr>
          <a:xfrm>
            <a:off x="955032" y="1905329"/>
            <a:ext cx="10460118" cy="3047341"/>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500">
                <a:solidFill>
                  <a:schemeClr val="tx1"/>
                </a:solidFill>
              </a:rPr>
              <a:t>Gather information from Operations, Process Technologist and Instrument Engineers to prioritize the criticality of controllers based on process requirements.</a:t>
            </a:r>
          </a:p>
          <a:p>
            <a:pPr marL="342900" indent="-342900">
              <a:buFont typeface="+mj-lt"/>
              <a:buAutoNum type="arabicPeriod"/>
            </a:pPr>
            <a:r>
              <a:rPr lang="en-GB" sz="1500">
                <a:solidFill>
                  <a:schemeClr val="tx1"/>
                </a:solidFill>
              </a:rPr>
              <a:t>Prioritize the controllers into 3 categories (High, Medium, and Low). The following criteria determines the importance of controllers with respect to process requirements in descending order. For example, the controller’s priority is automatically rated as high if safety is jeopardized.</a:t>
            </a:r>
          </a:p>
          <a:p>
            <a:pPr lvl="1"/>
            <a:r>
              <a:rPr lang="en-GB" sz="1500">
                <a:solidFill>
                  <a:schemeClr val="tx1"/>
                </a:solidFill>
              </a:rPr>
              <a:t>Safety</a:t>
            </a:r>
          </a:p>
          <a:p>
            <a:pPr lvl="1"/>
            <a:r>
              <a:rPr lang="en-GB" sz="1500">
                <a:solidFill>
                  <a:schemeClr val="tx1"/>
                </a:solidFill>
              </a:rPr>
              <a:t>Quality</a:t>
            </a:r>
          </a:p>
          <a:p>
            <a:pPr lvl="1"/>
            <a:r>
              <a:rPr lang="en-GB" sz="1500">
                <a:solidFill>
                  <a:schemeClr val="tx1"/>
                </a:solidFill>
              </a:rPr>
              <a:t>Production Rate</a:t>
            </a:r>
          </a:p>
          <a:p>
            <a:pPr lvl="1"/>
            <a:r>
              <a:rPr lang="en-GB" sz="1500">
                <a:solidFill>
                  <a:schemeClr val="tx1"/>
                </a:solidFill>
              </a:rPr>
              <a:t>Opportunity loss</a:t>
            </a:r>
          </a:p>
        </p:txBody>
      </p:sp>
      <p:sp>
        <p:nvSpPr>
          <p:cNvPr id="9" name="TextBox 8">
            <a:extLst>
              <a:ext uri="{FF2B5EF4-FFF2-40B4-BE49-F238E27FC236}">
                <a16:creationId xmlns:a16="http://schemas.microsoft.com/office/drawing/2014/main" id="{847A82C1-E21B-06AF-20FB-ECA0A358E08B}"/>
              </a:ext>
            </a:extLst>
          </p:cNvPr>
          <p:cNvSpPr txBox="1"/>
          <p:nvPr/>
        </p:nvSpPr>
        <p:spPr>
          <a:xfrm>
            <a:off x="1036373" y="4908344"/>
            <a:ext cx="10119253" cy="646331"/>
          </a:xfrm>
          <a:prstGeom prst="rect">
            <a:avLst/>
          </a:prstGeom>
          <a:solidFill>
            <a:schemeClr val="accent3">
              <a:lumMod val="60000"/>
              <a:lumOff val="40000"/>
            </a:schemeClr>
          </a:solidFill>
        </p:spPr>
        <p:txBody>
          <a:bodyPr wrap="square">
            <a:spAutoFit/>
          </a:bodyPr>
          <a:lstStyle/>
          <a:p>
            <a:r>
              <a:rPr lang="en-GB" sz="1200"/>
              <a:t>Note:</a:t>
            </a:r>
          </a:p>
          <a:p>
            <a:pPr lvl="1"/>
            <a:r>
              <a:rPr lang="en-GB" sz="1200"/>
              <a:t>Prioritization of controllers allow systematic corrective actions to be taken during improvement initiatives, in which attention shall be given to controllers in descending priority (High, Medium &amp; Low).</a:t>
            </a:r>
          </a:p>
        </p:txBody>
      </p:sp>
    </p:spTree>
    <p:extLst>
      <p:ext uri="{BB962C8B-B14F-4D97-AF65-F5344CB8AC3E}">
        <p14:creationId xmlns:p14="http://schemas.microsoft.com/office/powerpoint/2010/main" val="3146721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2C680-C8CD-E856-64C5-84EE76504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3D22D-D104-51ED-A890-73341B2C1C05}"/>
              </a:ext>
            </a:extLst>
          </p:cNvPr>
          <p:cNvSpPr>
            <a:spLocks noGrp="1"/>
          </p:cNvSpPr>
          <p:nvPr>
            <p:ph type="ctrTitle"/>
          </p:nvPr>
        </p:nvSpPr>
        <p:spPr/>
        <p:txBody>
          <a:bodyPr/>
          <a:lstStyle/>
          <a:p>
            <a:r>
              <a:rPr lang="en-GB"/>
              <a:t>Controller Performance Assessment Techniques</a:t>
            </a:r>
          </a:p>
        </p:txBody>
      </p:sp>
    </p:spTree>
    <p:extLst>
      <p:ext uri="{BB962C8B-B14F-4D97-AF65-F5344CB8AC3E}">
        <p14:creationId xmlns:p14="http://schemas.microsoft.com/office/powerpoint/2010/main" val="1006337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36ED9-1ABB-FC69-1650-1CDE14B47D4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E936F00-C0B1-F37C-39FC-B9DF80B33E0A}"/>
              </a:ext>
            </a:extLst>
          </p:cNvPr>
          <p:cNvSpPr>
            <a:spLocks noGrp="1"/>
          </p:cNvSpPr>
          <p:nvPr>
            <p:ph type="sldNum" sz="quarter" idx="12"/>
          </p:nvPr>
        </p:nvSpPr>
        <p:spPr/>
        <p:txBody>
          <a:bodyPr/>
          <a:lstStyle/>
          <a:p>
            <a:fld id="{F595E21E-DEBA-8F42-9C16-77733D726770}" type="slidenum">
              <a:rPr lang="en-GB" noProof="0" smtClean="0"/>
              <a:t>16</a:t>
            </a:fld>
            <a:endParaRPr lang="en-GB" noProof="0"/>
          </a:p>
        </p:txBody>
      </p:sp>
      <p:sp>
        <p:nvSpPr>
          <p:cNvPr id="5" name="Rectangle 4">
            <a:extLst>
              <a:ext uri="{FF2B5EF4-FFF2-40B4-BE49-F238E27FC236}">
                <a16:creationId xmlns:a16="http://schemas.microsoft.com/office/drawing/2014/main" id="{51CBF67B-AAF7-827A-474A-C459390D1BEB}"/>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Understanding Controller Performance Assessment Techniques </a:t>
            </a:r>
            <a:endParaRPr lang="en-US" sz="2500" b="1">
              <a:ln w="0"/>
              <a:solidFill>
                <a:schemeClr val="bg1"/>
              </a:solidFill>
              <a:ea typeface="Nirmala UI Semilight" panose="020B0402040204020203" pitchFamily="34" charset="0"/>
              <a:cs typeface="Nirmala UI Semilight" panose="020B0402040204020203" pitchFamily="34" charset="0"/>
            </a:endParaRPr>
          </a:p>
        </p:txBody>
      </p:sp>
      <p:sp>
        <p:nvSpPr>
          <p:cNvPr id="7" name="Content Placeholder 1">
            <a:extLst>
              <a:ext uri="{FF2B5EF4-FFF2-40B4-BE49-F238E27FC236}">
                <a16:creationId xmlns:a16="http://schemas.microsoft.com/office/drawing/2014/main" id="{8B2E3682-5721-AEE1-E737-ADD77689E2EC}"/>
              </a:ext>
            </a:extLst>
          </p:cNvPr>
          <p:cNvSpPr txBox="1">
            <a:spLocks/>
          </p:cNvSpPr>
          <p:nvPr/>
        </p:nvSpPr>
        <p:spPr>
          <a:xfrm>
            <a:off x="955032" y="1067129"/>
            <a:ext cx="10460118" cy="3047341"/>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500">
                <a:solidFill>
                  <a:schemeClr val="tx1"/>
                </a:solidFill>
              </a:rPr>
              <a:t>As mentioned in Step 4, the understanding of controller performance assessment criteria is very crucial. These techniques can be divided into</a:t>
            </a:r>
          </a:p>
          <a:p>
            <a:pPr marL="1085850" lvl="1" indent="-400050">
              <a:buFont typeface="+mj-lt"/>
              <a:buAutoNum type="romanUcPeriod"/>
            </a:pPr>
            <a:r>
              <a:rPr lang="en-GB" sz="1500">
                <a:solidFill>
                  <a:schemeClr val="tx1"/>
                </a:solidFill>
              </a:rPr>
              <a:t>Quantitative techniques based on statistical methods</a:t>
            </a:r>
          </a:p>
          <a:p>
            <a:pPr marL="1085850" lvl="1" indent="-400050">
              <a:buFont typeface="+mj-lt"/>
              <a:buAutoNum type="romanUcPeriod"/>
            </a:pPr>
            <a:r>
              <a:rPr lang="en-GB" sz="1500">
                <a:solidFill>
                  <a:schemeClr val="tx1"/>
                </a:solidFill>
              </a:rPr>
              <a:t>Qualitative techniques based on observation and experience</a:t>
            </a:r>
          </a:p>
          <a:p>
            <a:pPr marL="342900" indent="-342900">
              <a:buFont typeface="+mj-lt"/>
              <a:buAutoNum type="arabicPeriod"/>
            </a:pPr>
            <a:r>
              <a:rPr lang="en-GB" sz="1500">
                <a:solidFill>
                  <a:schemeClr val="tx1"/>
                </a:solidFill>
              </a:rPr>
              <a:t>Some of the methods are listed below:</a:t>
            </a:r>
          </a:p>
          <a:p>
            <a:pPr marL="457200" lvl="1" indent="0">
              <a:buNone/>
            </a:pPr>
            <a:r>
              <a:rPr lang="en-GB" sz="1500">
                <a:solidFill>
                  <a:schemeClr val="tx1"/>
                </a:solidFill>
              </a:rPr>
              <a:t>a. Deviation (Error) caused by Set-Point Changes (SSE,ISE, IAE, </a:t>
            </a:r>
          </a:p>
          <a:p>
            <a:pPr marL="457200" lvl="1" indent="0">
              <a:buNone/>
            </a:pPr>
            <a:r>
              <a:rPr lang="en-GB" sz="1500">
                <a:solidFill>
                  <a:schemeClr val="tx1"/>
                </a:solidFill>
              </a:rPr>
              <a:t>    ITAE)</a:t>
            </a:r>
          </a:p>
          <a:p>
            <a:pPr marL="457200" lvl="1" indent="0">
              <a:buNone/>
            </a:pPr>
            <a:r>
              <a:rPr lang="en-GB" sz="1500">
                <a:solidFill>
                  <a:schemeClr val="tx1"/>
                </a:solidFill>
              </a:rPr>
              <a:t>b. Variance (Standard Deviation) on error or MV</a:t>
            </a:r>
          </a:p>
          <a:p>
            <a:pPr marL="457200" lvl="1" indent="0">
              <a:buNone/>
            </a:pPr>
            <a:r>
              <a:rPr lang="en-GB" sz="1500">
                <a:solidFill>
                  <a:schemeClr val="tx1"/>
                </a:solidFill>
              </a:rPr>
              <a:t>c. Decay Ratio</a:t>
            </a:r>
          </a:p>
          <a:p>
            <a:pPr marL="457200" lvl="1" indent="0">
              <a:buNone/>
            </a:pPr>
            <a:r>
              <a:rPr lang="en-GB" sz="1500">
                <a:solidFill>
                  <a:schemeClr val="tx1"/>
                </a:solidFill>
              </a:rPr>
              <a:t>d. % Overshoot</a:t>
            </a:r>
          </a:p>
          <a:p>
            <a:pPr marL="457200" lvl="1" indent="0">
              <a:buNone/>
            </a:pPr>
            <a:r>
              <a:rPr lang="en-GB" sz="1500">
                <a:solidFill>
                  <a:schemeClr val="tx1"/>
                </a:solidFill>
              </a:rPr>
              <a:t>e. Settling Time </a:t>
            </a:r>
          </a:p>
          <a:p>
            <a:pPr marL="457200" lvl="1" indent="0">
              <a:buNone/>
            </a:pPr>
            <a:r>
              <a:rPr lang="en-GB" sz="1500">
                <a:solidFill>
                  <a:schemeClr val="tx1"/>
                </a:solidFill>
              </a:rPr>
              <a:t>f. Measurement Noise</a:t>
            </a:r>
          </a:p>
          <a:p>
            <a:pPr marL="457200" lvl="1" indent="0">
              <a:buNone/>
            </a:pPr>
            <a:r>
              <a:rPr lang="en-GB" sz="1500">
                <a:solidFill>
                  <a:schemeClr val="tx1"/>
                </a:solidFill>
              </a:rPr>
              <a:t>g. % of MV moves</a:t>
            </a:r>
          </a:p>
          <a:p>
            <a:pPr marL="457200" lvl="1" indent="0">
              <a:buNone/>
            </a:pPr>
            <a:r>
              <a:rPr lang="en-GB" sz="1500">
                <a:solidFill>
                  <a:schemeClr val="tx1"/>
                </a:solidFill>
              </a:rPr>
              <a:t>h. Control Valve Characteristic</a:t>
            </a:r>
          </a:p>
          <a:p>
            <a:endParaRPr lang="en-GB" sz="1500">
              <a:solidFill>
                <a:schemeClr val="tx1"/>
              </a:solidFill>
            </a:endParaRPr>
          </a:p>
        </p:txBody>
      </p:sp>
    </p:spTree>
    <p:extLst>
      <p:ext uri="{BB962C8B-B14F-4D97-AF65-F5344CB8AC3E}">
        <p14:creationId xmlns:p14="http://schemas.microsoft.com/office/powerpoint/2010/main" val="3178799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92DB0-16C1-441F-B53C-DABD56AEADB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7249D65-A37A-65EF-DAB2-14D4DE55B72E}"/>
              </a:ext>
            </a:extLst>
          </p:cNvPr>
          <p:cNvSpPr>
            <a:spLocks noGrp="1"/>
          </p:cNvSpPr>
          <p:nvPr>
            <p:ph type="sldNum" sz="quarter" idx="12"/>
          </p:nvPr>
        </p:nvSpPr>
        <p:spPr/>
        <p:txBody>
          <a:bodyPr/>
          <a:lstStyle/>
          <a:p>
            <a:fld id="{F595E21E-DEBA-8F42-9C16-77733D726770}" type="slidenum">
              <a:rPr lang="en-GB" noProof="0" smtClean="0"/>
              <a:t>17</a:t>
            </a:fld>
            <a:endParaRPr lang="en-GB" noProof="0"/>
          </a:p>
        </p:txBody>
      </p:sp>
      <p:sp>
        <p:nvSpPr>
          <p:cNvPr id="5" name="Rectangle 4">
            <a:extLst>
              <a:ext uri="{FF2B5EF4-FFF2-40B4-BE49-F238E27FC236}">
                <a16:creationId xmlns:a16="http://schemas.microsoft.com/office/drawing/2014/main" id="{9274865D-D977-5CD3-0BFB-158397DA1EBE}"/>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Understanding Controller Performance Assessment Techniques </a:t>
            </a:r>
            <a:endParaRPr lang="en-US" sz="2500" b="1">
              <a:ln w="0"/>
              <a:solidFill>
                <a:schemeClr val="bg1"/>
              </a:solidFill>
              <a:ea typeface="Nirmala UI Semilight" panose="020B0402040204020203" pitchFamily="34" charset="0"/>
              <a:cs typeface="Nirmala UI Semilight" panose="020B0402040204020203" pitchFamily="34" charset="0"/>
            </a:endParaRPr>
          </a:p>
        </p:txBody>
      </p:sp>
      <mc:AlternateContent xmlns:mc="http://schemas.openxmlformats.org/markup-compatibility/2006" xmlns:a14="http://schemas.microsoft.com/office/drawing/2010/main">
        <mc:Choice Requires="a14">
          <p:sp>
            <p:nvSpPr>
              <p:cNvPr id="7" name="Content Placeholder 1">
                <a:extLst>
                  <a:ext uri="{FF2B5EF4-FFF2-40B4-BE49-F238E27FC236}">
                    <a16:creationId xmlns:a16="http://schemas.microsoft.com/office/drawing/2014/main" id="{D8CEC4A3-4EF6-E495-503C-4576B865854C}"/>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lphaLcPeriod"/>
                </a:pPr>
                <a:r>
                  <a:rPr lang="en-GB" sz="1500" b="1">
                    <a:solidFill>
                      <a:schemeClr val="tx1"/>
                    </a:solidFill>
                  </a:rPr>
                  <a:t>Deviation (Error) caused by Set-Points Changes</a:t>
                </a:r>
              </a:p>
              <a:p>
                <a:r>
                  <a:rPr lang="en-GB" sz="1500">
                    <a:solidFill>
                      <a:schemeClr val="tx1"/>
                    </a:solidFill>
                  </a:rPr>
                  <a:t>Upon setpoint changes, we want the process to follow as fast as possible, or in other words: The smaller the deviation from the setpoint the better. </a:t>
                </a:r>
              </a:p>
              <a:p>
                <a:r>
                  <a:rPr lang="en-GB" sz="1500">
                    <a:solidFill>
                      <a:schemeClr val="tx1"/>
                    </a:solidFill>
                  </a:rPr>
                  <a:t>Two methods are used to observe set point changes:</a:t>
                </a:r>
              </a:p>
              <a:p>
                <a:r>
                  <a:rPr lang="en-GB" sz="1500">
                    <a:solidFill>
                      <a:schemeClr val="tx1"/>
                    </a:solidFill>
                  </a:rPr>
                  <a:t>I. Integral Absolute Error (IAE) and Sum of Square of Error (SSE) - Sum up [in continuous through integration (IAE), in discrete through summation (SSE)] the square of deviation (error) from the set-point or its absolute value respectively over time after a set point change.</a:t>
                </a:r>
              </a:p>
              <a:p>
                <a:pPr marL="457200" lvl="1" indent="0">
                  <a:buNone/>
                </a:pPr>
                <a:r>
                  <a:rPr lang="en-GB" sz="1500">
                    <a:solidFill>
                      <a:schemeClr val="tx1"/>
                    </a:solidFill>
                  </a:rPr>
                  <a:t>SSE =</a:t>
                </a:r>
                <a14:m>
                  <m:oMath xmlns:m="http://schemas.openxmlformats.org/officeDocument/2006/math">
                    <m:nary>
                      <m:naryPr>
                        <m:chr m:val="∑"/>
                        <m:ctrlPr>
                          <a:rPr lang="en-GB" sz="1500" b="0" i="1" smtClean="0">
                            <a:solidFill>
                              <a:schemeClr val="tx1"/>
                            </a:solidFill>
                            <a:latin typeface="Cambria Math" panose="02040503050406030204" pitchFamily="18" charset="0"/>
                          </a:rPr>
                        </m:ctrlPr>
                      </m:naryPr>
                      <m:sub>
                        <m:r>
                          <m:rPr>
                            <m:brk m:alnAt="23"/>
                          </m:rPr>
                          <a:rPr lang="en-GB" sz="1500" b="0" i="1" smtClean="0">
                            <a:solidFill>
                              <a:schemeClr val="tx1"/>
                            </a:solidFill>
                            <a:latin typeface="Cambria Math" panose="02040503050406030204" pitchFamily="18" charset="0"/>
                          </a:rPr>
                          <m:t>𝑖</m:t>
                        </m:r>
                      </m:sub>
                      <m:sup>
                        <m:r>
                          <a:rPr lang="en-GB" sz="1500" i="1">
                            <a:solidFill>
                              <a:schemeClr val="tx1"/>
                            </a:solidFill>
                            <a:latin typeface="Cambria Math" panose="02040503050406030204" pitchFamily="18" charset="0"/>
                          </a:rPr>
                          <m:t>∞</m:t>
                        </m:r>
                      </m:sup>
                      <m:e>
                        <m:r>
                          <a:rPr lang="en-GB" sz="1500" b="0" i="1" smtClean="0">
                            <a:solidFill>
                              <a:schemeClr val="tx1"/>
                            </a:solidFill>
                            <a:latin typeface="Cambria Math" panose="02040503050406030204" pitchFamily="18" charset="0"/>
                          </a:rPr>
                          <m:t>(</m:t>
                        </m:r>
                        <m:sSup>
                          <m:sSupPr>
                            <m:ctrlPr>
                              <a:rPr lang="en-GB" sz="1500" b="0" i="1" smtClean="0">
                                <a:solidFill>
                                  <a:schemeClr val="tx1"/>
                                </a:solidFill>
                                <a:latin typeface="Cambria Math" panose="02040503050406030204" pitchFamily="18" charset="0"/>
                              </a:rPr>
                            </m:ctrlPr>
                          </m:sSupPr>
                          <m:e>
                            <m:r>
                              <a:rPr lang="en-GB" sz="1500" b="0" i="1" smtClean="0">
                                <a:solidFill>
                                  <a:schemeClr val="tx1"/>
                                </a:solidFill>
                                <a:latin typeface="Cambria Math" panose="02040503050406030204" pitchFamily="18" charset="0"/>
                              </a:rPr>
                              <m:t>𝑒</m:t>
                            </m:r>
                          </m:e>
                          <m:sup>
                            <m:r>
                              <a:rPr lang="en-GB" sz="1500" b="0" i="1" smtClean="0">
                                <a:solidFill>
                                  <a:schemeClr val="tx1"/>
                                </a:solidFill>
                                <a:latin typeface="Cambria Math" panose="02040503050406030204" pitchFamily="18" charset="0"/>
                              </a:rPr>
                              <m:t>2</m:t>
                            </m:r>
                          </m:sup>
                        </m:sSup>
                        <m:r>
                          <a:rPr lang="en-GB" sz="1500" b="0" i="1" smtClean="0">
                            <a:solidFill>
                              <a:schemeClr val="tx1"/>
                            </a:solidFill>
                            <a:latin typeface="Cambria Math" panose="02040503050406030204" pitchFamily="18" charset="0"/>
                          </a:rPr>
                          <m:t>)</m:t>
                        </m:r>
                      </m:e>
                    </m:nary>
                  </m:oMath>
                </a14:m>
                <a:endParaRPr lang="en-GB" sz="1500">
                  <a:solidFill>
                    <a:schemeClr val="tx1"/>
                  </a:solidFill>
                </a:endParaRPr>
              </a:p>
              <a:p>
                <a:pPr marL="457200" lvl="1" indent="0">
                  <a:buNone/>
                </a:pPr>
                <a:r>
                  <a:rPr lang="en-GB" sz="1500">
                    <a:solidFill>
                      <a:schemeClr val="tx1"/>
                    </a:solidFill>
                  </a:rPr>
                  <a:t>ISE = </a:t>
                </a:r>
                <a14:m>
                  <m:oMath xmlns:m="http://schemas.openxmlformats.org/officeDocument/2006/math">
                    <m:nary>
                      <m:naryPr>
                        <m:limLoc m:val="undOvr"/>
                        <m:ctrlPr>
                          <a:rPr lang="en-GB" sz="1500" b="0" i="1" smtClean="0">
                            <a:solidFill>
                              <a:schemeClr val="tx1"/>
                            </a:solidFill>
                            <a:latin typeface="Cambria Math" panose="02040503050406030204" pitchFamily="18" charset="0"/>
                          </a:rPr>
                        </m:ctrlPr>
                      </m:naryPr>
                      <m:sub>
                        <m:r>
                          <m:rPr>
                            <m:brk m:alnAt="24"/>
                          </m:rPr>
                          <a:rPr lang="en-GB" sz="1500" b="0" i="1" smtClean="0">
                            <a:solidFill>
                              <a:schemeClr val="tx1"/>
                            </a:solidFill>
                            <a:latin typeface="Cambria Math" panose="02040503050406030204" pitchFamily="18" charset="0"/>
                          </a:rPr>
                          <m:t>0</m:t>
                        </m:r>
                      </m:sub>
                      <m:sup>
                        <m:r>
                          <a:rPr lang="en-GB" sz="1500" i="1">
                            <a:solidFill>
                              <a:schemeClr val="tx1"/>
                            </a:solidFill>
                            <a:latin typeface="Cambria Math" panose="02040503050406030204" pitchFamily="18" charset="0"/>
                          </a:rPr>
                          <m:t>∞</m:t>
                        </m:r>
                      </m:sup>
                      <m:e>
                        <m:r>
                          <a:rPr lang="en-GB" sz="1500" b="0" i="1" smtClean="0">
                            <a:solidFill>
                              <a:schemeClr val="tx1"/>
                            </a:solidFill>
                            <a:latin typeface="Cambria Math" panose="02040503050406030204" pitchFamily="18" charset="0"/>
                          </a:rPr>
                          <m:t>(</m:t>
                        </m:r>
                        <m:r>
                          <a:rPr lang="en-GB" sz="1500" b="0" i="1" smtClean="0">
                            <a:solidFill>
                              <a:schemeClr val="tx1"/>
                            </a:solidFill>
                            <a:latin typeface="Cambria Math" panose="02040503050406030204" pitchFamily="18" charset="0"/>
                          </a:rPr>
                          <m:t>𝑒</m:t>
                        </m:r>
                        <m:sSup>
                          <m:sSupPr>
                            <m:ctrlPr>
                              <a:rPr lang="en-GB" sz="1500" b="0" i="1" smtClean="0">
                                <a:solidFill>
                                  <a:schemeClr val="tx1"/>
                                </a:solidFill>
                                <a:latin typeface="Cambria Math" panose="02040503050406030204" pitchFamily="18" charset="0"/>
                              </a:rPr>
                            </m:ctrlPr>
                          </m:sSupPr>
                          <m:e>
                            <m:r>
                              <a:rPr lang="en-GB" sz="1500" b="0" i="1" smtClean="0">
                                <a:solidFill>
                                  <a:schemeClr val="tx1"/>
                                </a:solidFill>
                                <a:latin typeface="Cambria Math" panose="02040503050406030204" pitchFamily="18" charset="0"/>
                              </a:rPr>
                              <m:t>(</m:t>
                            </m:r>
                            <m:r>
                              <a:rPr lang="en-GB" sz="1500" b="0" i="1" smtClean="0">
                                <a:solidFill>
                                  <a:schemeClr val="tx1"/>
                                </a:solidFill>
                                <a:latin typeface="Cambria Math" panose="02040503050406030204" pitchFamily="18" charset="0"/>
                              </a:rPr>
                              <m:t>𝑡</m:t>
                            </m:r>
                            <m:r>
                              <a:rPr lang="en-GB" sz="1500" b="0" i="1" smtClean="0">
                                <a:solidFill>
                                  <a:schemeClr val="tx1"/>
                                </a:solidFill>
                                <a:latin typeface="Cambria Math" panose="02040503050406030204" pitchFamily="18" charset="0"/>
                              </a:rPr>
                              <m:t>)</m:t>
                            </m:r>
                          </m:e>
                          <m:sup>
                            <m:r>
                              <a:rPr lang="en-GB" sz="1500" b="0" i="1" smtClean="0">
                                <a:solidFill>
                                  <a:schemeClr val="tx1"/>
                                </a:solidFill>
                                <a:latin typeface="Cambria Math" panose="02040503050406030204" pitchFamily="18" charset="0"/>
                              </a:rPr>
                              <m:t>2</m:t>
                            </m:r>
                          </m:sup>
                        </m:sSup>
                        <m:r>
                          <a:rPr lang="en-GB" sz="1500" b="0" i="1" smtClean="0">
                            <a:solidFill>
                              <a:schemeClr val="tx1"/>
                            </a:solidFill>
                            <a:latin typeface="Cambria Math" panose="02040503050406030204" pitchFamily="18" charset="0"/>
                          </a:rPr>
                          <m:t>𝑑𝑡</m:t>
                        </m:r>
                      </m:e>
                    </m:nary>
                  </m:oMath>
                </a14:m>
                <a:endParaRPr lang="en-GB" sz="1500">
                  <a:solidFill>
                    <a:schemeClr val="tx1"/>
                  </a:solidFill>
                </a:endParaRPr>
              </a:p>
              <a:p>
                <a:r>
                  <a:rPr lang="en-GB" sz="1500">
                    <a:solidFill>
                      <a:schemeClr val="tx1"/>
                    </a:solidFill>
                  </a:rPr>
                  <a:t>II. Integral Time Weighted Absolute Error (ITAE) and Integral Time Weighted Sum of Error (ITSE) – IAE and SSE multiply with time elapsed since set-point change.</a:t>
                </a:r>
              </a:p>
              <a:p>
                <a:pPr marL="457200" lvl="1" indent="0">
                  <a:buNone/>
                </a:pPr>
                <a:r>
                  <a:rPr lang="en-GB" sz="1500">
                    <a:solidFill>
                      <a:schemeClr val="tx1"/>
                    </a:solidFill>
                  </a:rPr>
                  <a:t>IAE = </a:t>
                </a:r>
                <a14:m>
                  <m:oMath xmlns:m="http://schemas.openxmlformats.org/officeDocument/2006/math">
                    <m:nary>
                      <m:naryPr>
                        <m:limLoc m:val="undOvr"/>
                        <m:ctrlPr>
                          <a:rPr lang="en-GB" sz="1500" i="1">
                            <a:solidFill>
                              <a:schemeClr val="tx1"/>
                            </a:solidFill>
                            <a:latin typeface="Cambria Math" panose="02040503050406030204" pitchFamily="18" charset="0"/>
                          </a:rPr>
                        </m:ctrlPr>
                      </m:naryPr>
                      <m:sub>
                        <m:r>
                          <m:rPr>
                            <m:brk m:alnAt="24"/>
                          </m:rPr>
                          <a:rPr lang="en-GB" sz="1500" i="1">
                            <a:solidFill>
                              <a:schemeClr val="tx1"/>
                            </a:solidFill>
                            <a:latin typeface="Cambria Math" panose="02040503050406030204" pitchFamily="18" charset="0"/>
                          </a:rPr>
                          <m:t>0</m:t>
                        </m:r>
                      </m:sub>
                      <m:sup>
                        <m:r>
                          <a:rPr lang="en-GB" sz="1500" i="1">
                            <a:solidFill>
                              <a:schemeClr val="tx1"/>
                            </a:solidFill>
                            <a:latin typeface="Cambria Math" panose="02040503050406030204" pitchFamily="18" charset="0"/>
                          </a:rPr>
                          <m:t>∞</m:t>
                        </m:r>
                      </m:sup>
                      <m:e>
                        <m:d>
                          <m:dPr>
                            <m:begChr m:val="|"/>
                            <m:endChr m:val="|"/>
                            <m:ctrlPr>
                              <a:rPr lang="en-GB" sz="1500" b="0" i="1" smtClean="0">
                                <a:solidFill>
                                  <a:schemeClr val="tx1"/>
                                </a:solidFill>
                                <a:latin typeface="Cambria Math" panose="02040503050406030204" pitchFamily="18" charset="0"/>
                              </a:rPr>
                            </m:ctrlPr>
                          </m:dPr>
                          <m:e>
                            <m:r>
                              <a:rPr lang="en-GB" sz="1500" b="0" i="1" smtClean="0">
                                <a:solidFill>
                                  <a:schemeClr val="tx1"/>
                                </a:solidFill>
                                <a:latin typeface="Cambria Math" panose="02040503050406030204" pitchFamily="18" charset="0"/>
                              </a:rPr>
                              <m:t>𝑒</m:t>
                            </m:r>
                            <m:r>
                              <a:rPr lang="en-GB" sz="1500" b="0" i="1" smtClean="0">
                                <a:solidFill>
                                  <a:schemeClr val="tx1"/>
                                </a:solidFill>
                                <a:latin typeface="Cambria Math" panose="02040503050406030204" pitchFamily="18" charset="0"/>
                              </a:rPr>
                              <m:t>(</m:t>
                            </m:r>
                            <m:r>
                              <a:rPr lang="en-GB" sz="1500" b="0" i="1" smtClean="0">
                                <a:solidFill>
                                  <a:schemeClr val="tx1"/>
                                </a:solidFill>
                                <a:latin typeface="Cambria Math" panose="02040503050406030204" pitchFamily="18" charset="0"/>
                              </a:rPr>
                              <m:t>𝑡</m:t>
                            </m:r>
                            <m:r>
                              <a:rPr lang="en-GB" sz="1500" b="0" i="1" smtClean="0">
                                <a:solidFill>
                                  <a:schemeClr val="tx1"/>
                                </a:solidFill>
                                <a:latin typeface="Cambria Math" panose="02040503050406030204" pitchFamily="18" charset="0"/>
                              </a:rPr>
                              <m:t>)</m:t>
                            </m:r>
                          </m:e>
                        </m:d>
                        <m:r>
                          <a:rPr lang="en-GB" sz="1500" i="1">
                            <a:solidFill>
                              <a:schemeClr val="tx1"/>
                            </a:solidFill>
                            <a:latin typeface="Cambria Math" panose="02040503050406030204" pitchFamily="18" charset="0"/>
                          </a:rPr>
                          <m:t>𝑑𝑡</m:t>
                        </m:r>
                      </m:e>
                    </m:nary>
                  </m:oMath>
                </a14:m>
                <a:endParaRPr lang="en-GB" sz="1500">
                  <a:solidFill>
                    <a:schemeClr val="tx1"/>
                  </a:solidFill>
                </a:endParaRPr>
              </a:p>
              <a:p>
                <a:pPr marL="457200" lvl="1" indent="0">
                  <a:buNone/>
                </a:pPr>
                <a:r>
                  <a:rPr lang="en-GB" sz="1500">
                    <a:solidFill>
                      <a:schemeClr val="tx1"/>
                    </a:solidFill>
                  </a:rPr>
                  <a:t>ITAE = </a:t>
                </a:r>
                <a14:m>
                  <m:oMath xmlns:m="http://schemas.openxmlformats.org/officeDocument/2006/math">
                    <m:nary>
                      <m:naryPr>
                        <m:limLoc m:val="undOvr"/>
                        <m:ctrlPr>
                          <a:rPr lang="en-GB" sz="1500" i="1">
                            <a:solidFill>
                              <a:schemeClr val="tx1"/>
                            </a:solidFill>
                            <a:latin typeface="Cambria Math" panose="02040503050406030204" pitchFamily="18" charset="0"/>
                          </a:rPr>
                        </m:ctrlPr>
                      </m:naryPr>
                      <m:sub>
                        <m:r>
                          <m:rPr>
                            <m:brk m:alnAt="24"/>
                          </m:rPr>
                          <a:rPr lang="en-GB" sz="1500" i="1">
                            <a:solidFill>
                              <a:schemeClr val="tx1"/>
                            </a:solidFill>
                            <a:latin typeface="Cambria Math" panose="02040503050406030204" pitchFamily="18" charset="0"/>
                          </a:rPr>
                          <m:t>0</m:t>
                        </m:r>
                      </m:sub>
                      <m:sup>
                        <m:r>
                          <a:rPr lang="en-GB" sz="1500" i="1">
                            <a:solidFill>
                              <a:schemeClr val="tx1"/>
                            </a:solidFill>
                            <a:latin typeface="Cambria Math" panose="02040503050406030204" pitchFamily="18" charset="0"/>
                          </a:rPr>
                          <m:t>∞</m:t>
                        </m:r>
                      </m:sup>
                      <m:e>
                        <m:r>
                          <a:rPr lang="en-GB" sz="1500" b="0" i="1" smtClean="0">
                            <a:solidFill>
                              <a:schemeClr val="tx1"/>
                            </a:solidFill>
                            <a:latin typeface="Cambria Math" panose="02040503050406030204" pitchFamily="18" charset="0"/>
                          </a:rPr>
                          <m:t>𝑡</m:t>
                        </m:r>
                        <m:d>
                          <m:dPr>
                            <m:begChr m:val="|"/>
                            <m:endChr m:val="|"/>
                            <m:ctrlPr>
                              <a:rPr lang="en-GB" sz="1500" i="1">
                                <a:solidFill>
                                  <a:schemeClr val="tx1"/>
                                </a:solidFill>
                                <a:latin typeface="Cambria Math" panose="02040503050406030204" pitchFamily="18" charset="0"/>
                              </a:rPr>
                            </m:ctrlPr>
                          </m:dPr>
                          <m:e>
                            <m:r>
                              <a:rPr lang="en-GB" sz="1500" i="1">
                                <a:solidFill>
                                  <a:schemeClr val="tx1"/>
                                </a:solidFill>
                                <a:latin typeface="Cambria Math" panose="02040503050406030204" pitchFamily="18" charset="0"/>
                              </a:rPr>
                              <m:t>𝑒</m:t>
                            </m:r>
                            <m:r>
                              <a:rPr lang="en-GB" sz="1500" i="1">
                                <a:solidFill>
                                  <a:schemeClr val="tx1"/>
                                </a:solidFill>
                                <a:latin typeface="Cambria Math" panose="02040503050406030204" pitchFamily="18" charset="0"/>
                              </a:rPr>
                              <m:t>(</m:t>
                            </m:r>
                            <m:r>
                              <a:rPr lang="en-GB" sz="1500" i="1">
                                <a:solidFill>
                                  <a:schemeClr val="tx1"/>
                                </a:solidFill>
                                <a:latin typeface="Cambria Math" panose="02040503050406030204" pitchFamily="18" charset="0"/>
                              </a:rPr>
                              <m:t>𝑡</m:t>
                            </m:r>
                            <m:r>
                              <a:rPr lang="en-GB" sz="1500" i="1">
                                <a:solidFill>
                                  <a:schemeClr val="tx1"/>
                                </a:solidFill>
                                <a:latin typeface="Cambria Math" panose="02040503050406030204" pitchFamily="18" charset="0"/>
                              </a:rPr>
                              <m:t>)</m:t>
                            </m:r>
                          </m:e>
                        </m:d>
                        <m:r>
                          <a:rPr lang="en-GB" sz="1500" i="1">
                            <a:solidFill>
                              <a:schemeClr val="tx1"/>
                            </a:solidFill>
                            <a:latin typeface="Cambria Math" panose="02040503050406030204" pitchFamily="18" charset="0"/>
                          </a:rPr>
                          <m:t>𝑑𝑡</m:t>
                        </m:r>
                      </m:e>
                    </m:nary>
                  </m:oMath>
                </a14:m>
                <a:endParaRPr lang="en-GB" sz="1500">
                  <a:solidFill>
                    <a:schemeClr val="tx1"/>
                  </a:solidFill>
                </a:endParaRPr>
              </a:p>
              <a:p>
                <a:r>
                  <a:rPr lang="en-GB" sz="1500">
                    <a:solidFill>
                      <a:schemeClr val="tx1"/>
                    </a:solidFill>
                  </a:rPr>
                  <a:t>Unlike IAE and SSE, ITAE and ITSE are penalized by slow responses. In all cases, a smaller number gives better performance. These methods are well suited to judge and compare controller performance in response to set-point changes, as it is done during controller tuning. Of the four criterion of evaluation, ITAE provides the most conservative settings while ISE provides the least conservative Note: Loop -Pro has SSE, IAE and ITAE calculation.</a:t>
                </a:r>
              </a:p>
              <a:p>
                <a:endParaRPr lang="en-GB" sz="1500">
                  <a:solidFill>
                    <a:schemeClr val="tx1"/>
                  </a:solidFill>
                </a:endParaRPr>
              </a:p>
              <a:p>
                <a:endParaRPr lang="en-GB" sz="1500">
                  <a:solidFill>
                    <a:schemeClr val="tx1"/>
                  </a:solidFill>
                </a:endParaRPr>
              </a:p>
              <a:p>
                <a:endParaRPr lang="en-GB" sz="1500">
                  <a:solidFill>
                    <a:schemeClr val="tx1"/>
                  </a:solidFill>
                </a:endParaRPr>
              </a:p>
            </p:txBody>
          </p:sp>
        </mc:Choice>
        <mc:Fallback xmlns="">
          <p:sp>
            <p:nvSpPr>
              <p:cNvPr id="7" name="Content Placeholder 1">
                <a:extLst>
                  <a:ext uri="{FF2B5EF4-FFF2-40B4-BE49-F238E27FC236}">
                    <a16:creationId xmlns:a16="http://schemas.microsoft.com/office/drawing/2014/main" id="{D8CEC4A3-4EF6-E495-503C-4576B865854C}"/>
                  </a:ext>
                </a:extLst>
              </p:cNvPr>
              <p:cNvSpPr txBox="1">
                <a:spLocks noRot="1" noChangeAspect="1" noMove="1" noResize="1" noEditPoints="1" noAdjustHandles="1" noChangeArrowheads="1" noChangeShapeType="1" noTextEdit="1"/>
              </p:cNvSpPr>
              <p:nvPr/>
            </p:nvSpPr>
            <p:spPr>
              <a:xfrm>
                <a:off x="955032" y="962354"/>
                <a:ext cx="10460118" cy="5315999"/>
              </a:xfrm>
              <a:prstGeom prst="rect">
                <a:avLst/>
              </a:prstGeom>
              <a:blipFill>
                <a:blip r:embed="rId2"/>
                <a:stretch>
                  <a:fillRect l="-233" t="-229" b="-1147"/>
                </a:stretch>
              </a:blipFill>
            </p:spPr>
            <p:txBody>
              <a:bodyPr/>
              <a:lstStyle/>
              <a:p>
                <a:r>
                  <a:rPr lang="en-US">
                    <a:noFill/>
                  </a:rPr>
                  <a:t> </a:t>
                </a:r>
              </a:p>
            </p:txBody>
          </p:sp>
        </mc:Fallback>
      </mc:AlternateContent>
    </p:spTree>
    <p:extLst>
      <p:ext uri="{BB962C8B-B14F-4D97-AF65-F5344CB8AC3E}">
        <p14:creationId xmlns:p14="http://schemas.microsoft.com/office/powerpoint/2010/main" val="2259734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29B70-C462-C8D6-7F6C-BCA02F4309E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51C1EA5-1CF0-DEA8-58E8-933D5E5C4C1B}"/>
              </a:ext>
            </a:extLst>
          </p:cNvPr>
          <p:cNvSpPr>
            <a:spLocks noGrp="1"/>
          </p:cNvSpPr>
          <p:nvPr>
            <p:ph type="sldNum" sz="quarter" idx="12"/>
          </p:nvPr>
        </p:nvSpPr>
        <p:spPr/>
        <p:txBody>
          <a:bodyPr/>
          <a:lstStyle/>
          <a:p>
            <a:fld id="{F595E21E-DEBA-8F42-9C16-77733D726770}" type="slidenum">
              <a:rPr lang="en-GB" noProof="0" smtClean="0"/>
              <a:t>18</a:t>
            </a:fld>
            <a:endParaRPr lang="en-GB" noProof="0"/>
          </a:p>
        </p:txBody>
      </p:sp>
      <p:sp>
        <p:nvSpPr>
          <p:cNvPr id="5" name="Rectangle 4">
            <a:extLst>
              <a:ext uri="{FF2B5EF4-FFF2-40B4-BE49-F238E27FC236}">
                <a16:creationId xmlns:a16="http://schemas.microsoft.com/office/drawing/2014/main" id="{11B34EC8-8BFD-E6CA-1094-2F8AD4D47212}"/>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Understanding Controller Performance Assessment Techniques </a:t>
            </a:r>
            <a:endParaRPr lang="en-US" sz="2500" b="1">
              <a:ln w="0"/>
              <a:solidFill>
                <a:schemeClr val="bg1"/>
              </a:solidFill>
              <a:ea typeface="Nirmala UI Semilight" panose="020B0402040204020203" pitchFamily="34" charset="0"/>
              <a:cs typeface="Nirmala UI Semilight" panose="020B0402040204020203" pitchFamily="34" charset="0"/>
            </a:endParaRPr>
          </a:p>
        </p:txBody>
      </p:sp>
      <p:sp>
        <p:nvSpPr>
          <p:cNvPr id="7" name="Content Placeholder 1">
            <a:extLst>
              <a:ext uri="{FF2B5EF4-FFF2-40B4-BE49-F238E27FC236}">
                <a16:creationId xmlns:a16="http://schemas.microsoft.com/office/drawing/2014/main" id="{06359583-2762-B78F-C80F-193318340CA5}"/>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lphaLcPeriod" startAt="2"/>
            </a:pPr>
            <a:r>
              <a:rPr lang="en-GB" sz="1500" b="1">
                <a:solidFill>
                  <a:schemeClr val="tx1"/>
                </a:solidFill>
              </a:rPr>
              <a:t>Variance (Standard Deviation)</a:t>
            </a:r>
          </a:p>
          <a:p>
            <a:r>
              <a:rPr lang="en-GB" sz="1500">
                <a:solidFill>
                  <a:schemeClr val="tx1"/>
                </a:solidFill>
              </a:rPr>
              <a:t>The above method is not suitable for on-line performance monitoring and also, for judging disturbance handling. In this case, calculating and monitoring the variance (Standard Deviation), the average deviation and the mean value of variable is much more effective. The smaller the standard deviation the better. Standard deviation can be applied on error, PV &amp; MV</a:t>
            </a:r>
          </a:p>
          <a:p>
            <a:endParaRPr lang="en-GB" sz="1500">
              <a:solidFill>
                <a:schemeClr val="tx1"/>
              </a:solidFill>
            </a:endParaRPr>
          </a:p>
          <a:p>
            <a:endParaRPr lang="en-GB" sz="1500">
              <a:solidFill>
                <a:schemeClr val="tx1"/>
              </a:solidFill>
            </a:endParaRPr>
          </a:p>
          <a:p>
            <a:endParaRPr lang="en-GB" sz="1500">
              <a:solidFill>
                <a:schemeClr val="tx1"/>
              </a:solidFill>
            </a:endParaRPr>
          </a:p>
        </p:txBody>
      </p:sp>
      <p:sp>
        <p:nvSpPr>
          <p:cNvPr id="2" name="TextBox 1">
            <a:extLst>
              <a:ext uri="{FF2B5EF4-FFF2-40B4-BE49-F238E27FC236}">
                <a16:creationId xmlns:a16="http://schemas.microsoft.com/office/drawing/2014/main" id="{445CFEF3-E883-FC96-7606-084E25B6BF51}"/>
              </a:ext>
            </a:extLst>
          </p:cNvPr>
          <p:cNvSpPr txBox="1"/>
          <p:nvPr/>
        </p:nvSpPr>
        <p:spPr>
          <a:xfrm>
            <a:off x="1036373" y="2431844"/>
            <a:ext cx="10119253" cy="646331"/>
          </a:xfrm>
          <a:prstGeom prst="rect">
            <a:avLst/>
          </a:prstGeom>
          <a:solidFill>
            <a:schemeClr val="accent3">
              <a:lumMod val="60000"/>
              <a:lumOff val="40000"/>
            </a:schemeClr>
          </a:solidFill>
        </p:spPr>
        <p:txBody>
          <a:bodyPr wrap="square">
            <a:spAutoFit/>
          </a:bodyPr>
          <a:lstStyle/>
          <a:p>
            <a:r>
              <a:rPr lang="en-GB" sz="1200"/>
              <a:t>Note:</a:t>
            </a:r>
          </a:p>
          <a:p>
            <a:pPr lvl="1"/>
            <a:r>
              <a:rPr lang="en-GB" sz="1200" err="1"/>
              <a:t>MDPro</a:t>
            </a:r>
            <a:r>
              <a:rPr lang="en-GB" sz="1200"/>
              <a:t> has min standard deviation on error, min standard deviation is derived from ideal model where process model &amp; disturbance model are segregated.</a:t>
            </a:r>
          </a:p>
        </p:txBody>
      </p:sp>
    </p:spTree>
    <p:extLst>
      <p:ext uri="{BB962C8B-B14F-4D97-AF65-F5344CB8AC3E}">
        <p14:creationId xmlns:p14="http://schemas.microsoft.com/office/powerpoint/2010/main" val="331738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00AFA-4349-B1DA-FAB0-A58280E09A9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E327F57-CB74-18FA-3631-B4948103A5FC}"/>
              </a:ext>
            </a:extLst>
          </p:cNvPr>
          <p:cNvSpPr>
            <a:spLocks noGrp="1"/>
          </p:cNvSpPr>
          <p:nvPr>
            <p:ph type="sldNum" sz="quarter" idx="12"/>
          </p:nvPr>
        </p:nvSpPr>
        <p:spPr/>
        <p:txBody>
          <a:bodyPr/>
          <a:lstStyle/>
          <a:p>
            <a:fld id="{F595E21E-DEBA-8F42-9C16-77733D726770}" type="slidenum">
              <a:rPr lang="en-GB" noProof="0" smtClean="0"/>
              <a:t>19</a:t>
            </a:fld>
            <a:endParaRPr lang="en-GB" noProof="0"/>
          </a:p>
        </p:txBody>
      </p:sp>
      <p:sp>
        <p:nvSpPr>
          <p:cNvPr id="5" name="Rectangle 4">
            <a:extLst>
              <a:ext uri="{FF2B5EF4-FFF2-40B4-BE49-F238E27FC236}">
                <a16:creationId xmlns:a16="http://schemas.microsoft.com/office/drawing/2014/main" id="{0AA54302-426C-052C-678A-8D01F0B599F9}"/>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Understanding Controller Performance Assessment Techniques </a:t>
            </a:r>
            <a:endParaRPr lang="en-US" sz="2500" b="1">
              <a:ln w="0"/>
              <a:solidFill>
                <a:schemeClr val="bg1"/>
              </a:solidFill>
              <a:ea typeface="Nirmala UI Semilight" panose="020B0402040204020203" pitchFamily="34" charset="0"/>
              <a:cs typeface="Nirmala UI Semilight" panose="020B0402040204020203" pitchFamily="34" charset="0"/>
            </a:endParaRPr>
          </a:p>
        </p:txBody>
      </p:sp>
      <p:sp>
        <p:nvSpPr>
          <p:cNvPr id="7" name="Content Placeholder 1">
            <a:extLst>
              <a:ext uri="{FF2B5EF4-FFF2-40B4-BE49-F238E27FC236}">
                <a16:creationId xmlns:a16="http://schemas.microsoft.com/office/drawing/2014/main" id="{B35E9316-A3CD-8DD7-95A5-BB10BBB7B761}"/>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lphaLcPeriod" startAt="3"/>
            </a:pPr>
            <a:r>
              <a:rPr lang="en-GB" sz="1500" b="1">
                <a:solidFill>
                  <a:schemeClr val="tx1"/>
                </a:solidFill>
              </a:rPr>
              <a:t>Decay Ratio</a:t>
            </a:r>
          </a:p>
          <a:p>
            <a:r>
              <a:rPr lang="en-GB" sz="1500">
                <a:solidFill>
                  <a:schemeClr val="tx1"/>
                </a:solidFill>
              </a:rPr>
              <a:t>Peak 2 divided by Peak 1 from Set Point or the ratio of two successive peaks of a damped oscillation. The smaller the number the better. DC = b/a</a:t>
            </a:r>
          </a:p>
          <a:p>
            <a:pPr marL="342900" indent="-342900">
              <a:buFont typeface="+mj-lt"/>
              <a:buAutoNum type="alphaLcPeriod" startAt="4"/>
            </a:pPr>
            <a:r>
              <a:rPr lang="en-GB" sz="1500" b="1">
                <a:solidFill>
                  <a:schemeClr val="tx1"/>
                </a:solidFill>
              </a:rPr>
              <a:t> % Overshoot</a:t>
            </a:r>
          </a:p>
          <a:p>
            <a:r>
              <a:rPr lang="en-GB" sz="1500">
                <a:solidFill>
                  <a:schemeClr val="tx1"/>
                </a:solidFill>
              </a:rPr>
              <a:t>Peak 1 divided by Set Point multiply by 100%. The smaller the number the better. O = a / SP x 100%</a:t>
            </a:r>
          </a:p>
          <a:p>
            <a:pPr marL="342900" indent="-342900">
              <a:buFont typeface="+mj-lt"/>
              <a:buAutoNum type="alphaLcPeriod" startAt="5"/>
            </a:pPr>
            <a:r>
              <a:rPr lang="en-GB" sz="1500" b="1">
                <a:solidFill>
                  <a:schemeClr val="tx1"/>
                </a:solidFill>
              </a:rPr>
              <a:t>Settling Time</a:t>
            </a:r>
          </a:p>
          <a:p>
            <a:r>
              <a:rPr lang="en-GB" sz="1500">
                <a:solidFill>
                  <a:schemeClr val="tx1"/>
                </a:solidFill>
              </a:rPr>
              <a:t>Time required for the PV to reach and remain inside a band whose width is equal to plus minus 5% of the </a:t>
            </a:r>
          </a:p>
          <a:p>
            <a:r>
              <a:rPr lang="en-GB" sz="1500">
                <a:solidFill>
                  <a:schemeClr val="tx1"/>
                </a:solidFill>
              </a:rPr>
              <a:t>total change in step change (95% of response time). The faster the PVs settle the better but does not </a:t>
            </a:r>
          </a:p>
          <a:p>
            <a:r>
              <a:rPr lang="en-GB" sz="1500">
                <a:solidFill>
                  <a:schemeClr val="tx1"/>
                </a:solidFill>
              </a:rPr>
              <a:t>necessary mean slow is bad.</a:t>
            </a:r>
          </a:p>
        </p:txBody>
      </p:sp>
      <p:cxnSp>
        <p:nvCxnSpPr>
          <p:cNvPr id="6" name="Straight Arrow Connector 5">
            <a:extLst>
              <a:ext uri="{FF2B5EF4-FFF2-40B4-BE49-F238E27FC236}">
                <a16:creationId xmlns:a16="http://schemas.microsoft.com/office/drawing/2014/main" id="{1665DD73-139B-CAD3-6F73-DE3522F0F252}"/>
              </a:ext>
            </a:extLst>
          </p:cNvPr>
          <p:cNvCxnSpPr/>
          <p:nvPr/>
        </p:nvCxnSpPr>
        <p:spPr>
          <a:xfrm flipV="1">
            <a:off x="955032" y="4019550"/>
            <a:ext cx="0" cy="219075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84279BA6-6DDE-1BAA-9501-E3671DF9BEB8}"/>
              </a:ext>
            </a:extLst>
          </p:cNvPr>
          <p:cNvCxnSpPr/>
          <p:nvPr/>
        </p:nvCxnSpPr>
        <p:spPr>
          <a:xfrm>
            <a:off x="955032" y="5200650"/>
            <a:ext cx="993204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Freeform: Shape 11">
            <a:extLst>
              <a:ext uri="{FF2B5EF4-FFF2-40B4-BE49-F238E27FC236}">
                <a16:creationId xmlns:a16="http://schemas.microsoft.com/office/drawing/2014/main" id="{40FC0F2E-0704-8763-3B08-6F0D6E1C8092}"/>
              </a:ext>
            </a:extLst>
          </p:cNvPr>
          <p:cNvSpPr/>
          <p:nvPr/>
        </p:nvSpPr>
        <p:spPr>
          <a:xfrm>
            <a:off x="962025" y="4139056"/>
            <a:ext cx="8601075" cy="1837851"/>
          </a:xfrm>
          <a:custGeom>
            <a:avLst/>
            <a:gdLst>
              <a:gd name="csX0" fmla="*/ 0 w 8601075"/>
              <a:gd name="csY0" fmla="*/ 1728344 h 1837851"/>
              <a:gd name="csX1" fmla="*/ 314325 w 8601075"/>
              <a:gd name="csY1" fmla="*/ 1033019 h 1837851"/>
              <a:gd name="csX2" fmla="*/ 685800 w 8601075"/>
              <a:gd name="csY2" fmla="*/ 13844 h 1837851"/>
              <a:gd name="csX3" fmla="*/ 1447800 w 8601075"/>
              <a:gd name="csY3" fmla="*/ 1833119 h 1837851"/>
              <a:gd name="csX4" fmla="*/ 2705100 w 8601075"/>
              <a:gd name="csY4" fmla="*/ 566294 h 1837851"/>
              <a:gd name="csX5" fmla="*/ 3505200 w 8601075"/>
              <a:gd name="csY5" fmla="*/ 1366394 h 1837851"/>
              <a:gd name="csX6" fmla="*/ 4314825 w 8601075"/>
              <a:gd name="csY6" fmla="*/ 871094 h 1837851"/>
              <a:gd name="csX7" fmla="*/ 4943475 w 8601075"/>
              <a:gd name="csY7" fmla="*/ 1242569 h 1837851"/>
              <a:gd name="csX8" fmla="*/ 5572125 w 8601075"/>
              <a:gd name="csY8" fmla="*/ 975869 h 1837851"/>
              <a:gd name="csX9" fmla="*/ 6115050 w 8601075"/>
              <a:gd name="csY9" fmla="*/ 1175894 h 1837851"/>
              <a:gd name="csX10" fmla="*/ 6677025 w 8601075"/>
              <a:gd name="csY10" fmla="*/ 1013969 h 1837851"/>
              <a:gd name="csX11" fmla="*/ 7172325 w 8601075"/>
              <a:gd name="csY11" fmla="*/ 1118744 h 1837851"/>
              <a:gd name="csX12" fmla="*/ 7762875 w 8601075"/>
              <a:gd name="csY12" fmla="*/ 1013969 h 1837851"/>
              <a:gd name="csX13" fmla="*/ 8143875 w 8601075"/>
              <a:gd name="csY13" fmla="*/ 1147319 h 1837851"/>
              <a:gd name="csX14" fmla="*/ 8601075 w 8601075"/>
              <a:gd name="csY14" fmla="*/ 994919 h 18378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601075" h="1837851">
                <a:moveTo>
                  <a:pt x="0" y="1728344"/>
                </a:moveTo>
                <a:cubicBezTo>
                  <a:pt x="100012" y="1523556"/>
                  <a:pt x="200025" y="1318769"/>
                  <a:pt x="314325" y="1033019"/>
                </a:cubicBezTo>
                <a:cubicBezTo>
                  <a:pt x="428625" y="747269"/>
                  <a:pt x="496888" y="-119506"/>
                  <a:pt x="685800" y="13844"/>
                </a:cubicBezTo>
                <a:cubicBezTo>
                  <a:pt x="874712" y="147194"/>
                  <a:pt x="1111250" y="1741044"/>
                  <a:pt x="1447800" y="1833119"/>
                </a:cubicBezTo>
                <a:cubicBezTo>
                  <a:pt x="1784350" y="1925194"/>
                  <a:pt x="2362200" y="644081"/>
                  <a:pt x="2705100" y="566294"/>
                </a:cubicBezTo>
                <a:cubicBezTo>
                  <a:pt x="3048000" y="488506"/>
                  <a:pt x="3236913" y="1315594"/>
                  <a:pt x="3505200" y="1366394"/>
                </a:cubicBezTo>
                <a:cubicBezTo>
                  <a:pt x="3773487" y="1417194"/>
                  <a:pt x="4075113" y="891731"/>
                  <a:pt x="4314825" y="871094"/>
                </a:cubicBezTo>
                <a:cubicBezTo>
                  <a:pt x="4554538" y="850456"/>
                  <a:pt x="4733925" y="1225107"/>
                  <a:pt x="4943475" y="1242569"/>
                </a:cubicBezTo>
                <a:cubicBezTo>
                  <a:pt x="5153025" y="1260031"/>
                  <a:pt x="5376863" y="986981"/>
                  <a:pt x="5572125" y="975869"/>
                </a:cubicBezTo>
                <a:cubicBezTo>
                  <a:pt x="5767387" y="964757"/>
                  <a:pt x="5930900" y="1169544"/>
                  <a:pt x="6115050" y="1175894"/>
                </a:cubicBezTo>
                <a:cubicBezTo>
                  <a:pt x="6299200" y="1182244"/>
                  <a:pt x="6500813" y="1023494"/>
                  <a:pt x="6677025" y="1013969"/>
                </a:cubicBezTo>
                <a:cubicBezTo>
                  <a:pt x="6853238" y="1004444"/>
                  <a:pt x="6991350" y="1118744"/>
                  <a:pt x="7172325" y="1118744"/>
                </a:cubicBezTo>
                <a:cubicBezTo>
                  <a:pt x="7353300" y="1118744"/>
                  <a:pt x="7600950" y="1009206"/>
                  <a:pt x="7762875" y="1013969"/>
                </a:cubicBezTo>
                <a:cubicBezTo>
                  <a:pt x="7924800" y="1018731"/>
                  <a:pt x="8004175" y="1150494"/>
                  <a:pt x="8143875" y="1147319"/>
                </a:cubicBezTo>
                <a:cubicBezTo>
                  <a:pt x="8283575" y="1144144"/>
                  <a:pt x="8442325" y="1069531"/>
                  <a:pt x="8601075" y="994919"/>
                </a:cubicBezTo>
              </a:path>
            </a:pathLst>
          </a:custGeom>
        </p:spPr>
        <p:style>
          <a:lnRef idx="3">
            <a:schemeClr val="dk1"/>
          </a:lnRef>
          <a:fillRef idx="0">
            <a:schemeClr val="dk1"/>
          </a:fillRef>
          <a:effectRef idx="2">
            <a:schemeClr val="dk1"/>
          </a:effectRef>
          <a:fontRef idx="minor">
            <a:schemeClr val="tx1"/>
          </a:fontRef>
        </p:style>
        <p:txBody>
          <a:bodyPr rtlCol="0" anchor="ctr"/>
          <a:lstStyle/>
          <a:p>
            <a:pPr algn="ctr"/>
            <a:endParaRPr lang="en-GB"/>
          </a:p>
        </p:txBody>
      </p:sp>
      <p:cxnSp>
        <p:nvCxnSpPr>
          <p:cNvPr id="14" name="Straight Arrow Connector 13">
            <a:extLst>
              <a:ext uri="{FF2B5EF4-FFF2-40B4-BE49-F238E27FC236}">
                <a16:creationId xmlns:a16="http://schemas.microsoft.com/office/drawing/2014/main" id="{D8454444-B3DE-706D-1325-71343F86D433}"/>
              </a:ext>
            </a:extLst>
          </p:cNvPr>
          <p:cNvCxnSpPr>
            <a:cxnSpLocks/>
          </p:cNvCxnSpPr>
          <p:nvPr/>
        </p:nvCxnSpPr>
        <p:spPr>
          <a:xfrm>
            <a:off x="1605113" y="4150523"/>
            <a:ext cx="8411" cy="1047747"/>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4220F547-174D-B299-9371-FA83FE7767BC}"/>
              </a:ext>
            </a:extLst>
          </p:cNvPr>
          <p:cNvSpPr txBox="1"/>
          <p:nvPr/>
        </p:nvSpPr>
        <p:spPr>
          <a:xfrm>
            <a:off x="1580668" y="4705350"/>
            <a:ext cx="121444" cy="369332"/>
          </a:xfrm>
          <a:prstGeom prst="rect">
            <a:avLst/>
          </a:prstGeom>
          <a:noFill/>
        </p:spPr>
        <p:txBody>
          <a:bodyPr wrap="square" rtlCol="0">
            <a:spAutoFit/>
          </a:bodyPr>
          <a:lstStyle/>
          <a:p>
            <a:r>
              <a:rPr lang="en-GB"/>
              <a:t>a</a:t>
            </a:r>
          </a:p>
        </p:txBody>
      </p:sp>
      <p:sp>
        <p:nvSpPr>
          <p:cNvPr id="19" name="TextBox 18">
            <a:extLst>
              <a:ext uri="{FF2B5EF4-FFF2-40B4-BE49-F238E27FC236}">
                <a16:creationId xmlns:a16="http://schemas.microsoft.com/office/drawing/2014/main" id="{9DB91E8D-3A7E-0CFF-B136-127F34D4D658}"/>
              </a:ext>
            </a:extLst>
          </p:cNvPr>
          <p:cNvSpPr txBox="1"/>
          <p:nvPr/>
        </p:nvSpPr>
        <p:spPr>
          <a:xfrm>
            <a:off x="3699312" y="4768334"/>
            <a:ext cx="121444" cy="369332"/>
          </a:xfrm>
          <a:prstGeom prst="rect">
            <a:avLst/>
          </a:prstGeom>
          <a:noFill/>
        </p:spPr>
        <p:txBody>
          <a:bodyPr wrap="square" rtlCol="0">
            <a:spAutoFit/>
          </a:bodyPr>
          <a:lstStyle/>
          <a:p>
            <a:r>
              <a:rPr lang="en-GB"/>
              <a:t>b</a:t>
            </a:r>
          </a:p>
        </p:txBody>
      </p:sp>
      <p:cxnSp>
        <p:nvCxnSpPr>
          <p:cNvPr id="20" name="Straight Arrow Connector 19">
            <a:extLst>
              <a:ext uri="{FF2B5EF4-FFF2-40B4-BE49-F238E27FC236}">
                <a16:creationId xmlns:a16="http://schemas.microsoft.com/office/drawing/2014/main" id="{A0E1E482-1C81-C297-630C-B28532321E12}"/>
              </a:ext>
            </a:extLst>
          </p:cNvPr>
          <p:cNvCxnSpPr>
            <a:cxnSpLocks/>
          </p:cNvCxnSpPr>
          <p:nvPr/>
        </p:nvCxnSpPr>
        <p:spPr>
          <a:xfrm>
            <a:off x="3701799" y="4723926"/>
            <a:ext cx="8411" cy="46183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97115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FC372-28BC-0B2C-EF7A-90A80184801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D6F9606-7D7D-F3DA-0653-34D60658D05B}"/>
              </a:ext>
            </a:extLst>
          </p:cNvPr>
          <p:cNvSpPr>
            <a:spLocks noGrp="1"/>
          </p:cNvSpPr>
          <p:nvPr>
            <p:ph type="sldNum" sz="quarter" idx="12"/>
          </p:nvPr>
        </p:nvSpPr>
        <p:spPr/>
        <p:txBody>
          <a:bodyPr/>
          <a:lstStyle/>
          <a:p>
            <a:fld id="{F595E21E-DEBA-8F42-9C16-77733D726770}" type="slidenum">
              <a:rPr lang="en-GB" noProof="0" smtClean="0"/>
              <a:t>20</a:t>
            </a:fld>
            <a:endParaRPr lang="en-GB" noProof="0"/>
          </a:p>
        </p:txBody>
      </p:sp>
      <p:sp>
        <p:nvSpPr>
          <p:cNvPr id="5" name="Rectangle 4">
            <a:extLst>
              <a:ext uri="{FF2B5EF4-FFF2-40B4-BE49-F238E27FC236}">
                <a16:creationId xmlns:a16="http://schemas.microsoft.com/office/drawing/2014/main" id="{0ADF205E-6BD8-C573-1B54-25A37C60CE22}"/>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Understanding Controller Performance Assessment Techniques </a:t>
            </a:r>
            <a:endParaRPr lang="en-US" sz="2500" b="1">
              <a:ln w="0"/>
              <a:solidFill>
                <a:schemeClr val="bg1"/>
              </a:solidFill>
              <a:ea typeface="Nirmala UI Semilight" panose="020B0402040204020203" pitchFamily="34" charset="0"/>
              <a:cs typeface="Nirmala UI Semilight" panose="020B0402040204020203" pitchFamily="34" charset="0"/>
            </a:endParaRPr>
          </a:p>
        </p:txBody>
      </p:sp>
      <p:sp>
        <p:nvSpPr>
          <p:cNvPr id="7" name="Content Placeholder 1">
            <a:extLst>
              <a:ext uri="{FF2B5EF4-FFF2-40B4-BE49-F238E27FC236}">
                <a16:creationId xmlns:a16="http://schemas.microsoft.com/office/drawing/2014/main" id="{BA353A38-9F2E-19A5-9F95-45441D56E4A2}"/>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lphaLcPeriod" startAt="6"/>
            </a:pPr>
            <a:r>
              <a:rPr lang="en-GB" sz="1500" b="1">
                <a:solidFill>
                  <a:schemeClr val="tx1"/>
                </a:solidFill>
              </a:rPr>
              <a:t>Measurement Noise</a:t>
            </a:r>
          </a:p>
          <a:p>
            <a:r>
              <a:rPr lang="en-GB" sz="1500">
                <a:solidFill>
                  <a:schemeClr val="tx1"/>
                </a:solidFill>
              </a:rPr>
              <a:t>Noise to signal ratio of more than 5% is considered nuisance. Error on set point and standard deviation may be contributed by noise. </a:t>
            </a:r>
          </a:p>
          <a:p>
            <a:r>
              <a:rPr lang="en-GB" sz="1500">
                <a:solidFill>
                  <a:schemeClr val="tx1"/>
                </a:solidFill>
              </a:rPr>
              <a:t>Noise to Signal Ratio = Standard Deviation on PV / Average PV </a:t>
            </a:r>
          </a:p>
          <a:p>
            <a:r>
              <a:rPr lang="en-GB" sz="1500">
                <a:solidFill>
                  <a:schemeClr val="tx1"/>
                </a:solidFill>
              </a:rPr>
              <a:t>Hence, it may be necessary to filter out the noise to improve controller performance by reducing unnecessary controller action on MVs or control valve. However, it is important to check &amp; fix the measurement devices before any filtering can be done. Faulty transmitter may be the source of the noise</a:t>
            </a:r>
            <a:endParaRPr lang="en-GB" sz="1500" b="1">
              <a:solidFill>
                <a:schemeClr val="tx1"/>
              </a:solidFill>
            </a:endParaRPr>
          </a:p>
          <a:p>
            <a:pPr marL="342900" indent="-342900">
              <a:buFont typeface="+mj-lt"/>
              <a:buAutoNum type="alphaLcPeriod" startAt="7"/>
            </a:pPr>
            <a:r>
              <a:rPr lang="en-GB" sz="1500" b="1">
                <a:solidFill>
                  <a:schemeClr val="tx1"/>
                </a:solidFill>
              </a:rPr>
              <a:t>% of MV move</a:t>
            </a:r>
          </a:p>
          <a:p>
            <a:r>
              <a:rPr lang="en-GB" sz="1500">
                <a:solidFill>
                  <a:schemeClr val="tx1"/>
                </a:solidFill>
              </a:rPr>
              <a:t>A tight or aggressive controller will result in faster, frequent and larger MV moves. Such movement will contribute to the wear and tear of the final element in the long run. This criteria is used to measure the frequency and movement of the final element, i.e. control valve.</a:t>
            </a:r>
          </a:p>
          <a:p>
            <a:pPr marL="342900" indent="-342900">
              <a:buFont typeface="+mj-lt"/>
              <a:buAutoNum type="alphaLcPeriod" startAt="7"/>
            </a:pPr>
            <a:r>
              <a:rPr lang="en-GB" sz="1500" b="1">
                <a:solidFill>
                  <a:schemeClr val="tx1"/>
                </a:solidFill>
              </a:rPr>
              <a:t>Control Valve Characteristic</a:t>
            </a:r>
          </a:p>
          <a:p>
            <a:r>
              <a:rPr lang="en-GB" sz="1500">
                <a:solidFill>
                  <a:schemeClr val="tx1"/>
                </a:solidFill>
              </a:rPr>
              <a:t>The trend of the PV, SP and CV could give a good picture on whether the valve is sticky. If PV does not change and maintain at a certain value for a short period of time and then suddenly change later, this may be caused by stickiness of the valve.</a:t>
            </a:r>
          </a:p>
          <a:p>
            <a:endParaRPr lang="en-GB" sz="1500">
              <a:solidFill>
                <a:schemeClr val="tx1"/>
              </a:solidFill>
            </a:endParaRPr>
          </a:p>
          <a:p>
            <a:endParaRPr lang="en-GB" sz="1500">
              <a:solidFill>
                <a:schemeClr val="tx1"/>
              </a:solidFill>
            </a:endParaRPr>
          </a:p>
        </p:txBody>
      </p:sp>
    </p:spTree>
    <p:extLst>
      <p:ext uri="{BB962C8B-B14F-4D97-AF65-F5344CB8AC3E}">
        <p14:creationId xmlns:p14="http://schemas.microsoft.com/office/powerpoint/2010/main" val="2127930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0BEA0-3A00-F609-8241-52AC3CE96B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B33159-FAFC-808B-1B0E-73F77BB37001}"/>
              </a:ext>
            </a:extLst>
          </p:cNvPr>
          <p:cNvSpPr>
            <a:spLocks noGrp="1"/>
          </p:cNvSpPr>
          <p:nvPr>
            <p:ph type="ctrTitle"/>
          </p:nvPr>
        </p:nvSpPr>
        <p:spPr/>
        <p:txBody>
          <a:bodyPr/>
          <a:lstStyle/>
          <a:p>
            <a:r>
              <a:rPr lang="en-GB"/>
              <a:t>Examples of </a:t>
            </a:r>
            <a:br>
              <a:rPr lang="en-GB"/>
            </a:br>
            <a:r>
              <a:rPr lang="en-GB"/>
              <a:t>Base Layer Control Analysis</a:t>
            </a:r>
          </a:p>
        </p:txBody>
      </p:sp>
    </p:spTree>
    <p:extLst>
      <p:ext uri="{BB962C8B-B14F-4D97-AF65-F5344CB8AC3E}">
        <p14:creationId xmlns:p14="http://schemas.microsoft.com/office/powerpoint/2010/main" val="2141475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9271453-37DC-4B24-3836-1379A6E3612C}"/>
              </a:ext>
            </a:extLst>
          </p:cNvPr>
          <p:cNvSpPr>
            <a:spLocks noGrp="1"/>
          </p:cNvSpPr>
          <p:nvPr>
            <p:ph type="sldNum" sz="quarter" idx="12"/>
          </p:nvPr>
        </p:nvSpPr>
        <p:spPr/>
        <p:txBody>
          <a:bodyPr/>
          <a:lstStyle/>
          <a:p>
            <a:fld id="{F595E21E-DEBA-8F42-9C16-77733D726770}" type="slidenum">
              <a:rPr lang="en-US" smtClean="0"/>
              <a:t>22</a:t>
            </a:fld>
            <a:endParaRPr lang="en-US"/>
          </a:p>
        </p:txBody>
      </p:sp>
      <p:sp>
        <p:nvSpPr>
          <p:cNvPr id="6" name="Rectangle 5">
            <a:extLst>
              <a:ext uri="{FF2B5EF4-FFF2-40B4-BE49-F238E27FC236}">
                <a16:creationId xmlns:a16="http://schemas.microsoft.com/office/drawing/2014/main" id="{7097A7CE-DCBA-35CC-5F1C-93998C352E97}"/>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dirty="0">
                <a:ln w="0"/>
                <a:solidFill>
                  <a:schemeClr val="bg1"/>
                </a:solidFill>
                <a:ea typeface="Nirmala UI Semilight" panose="020B0402040204020203" pitchFamily="34" charset="0"/>
                <a:cs typeface="Nirmala UI Semilight" panose="020B0402040204020203" pitchFamily="34" charset="0"/>
              </a:rPr>
              <a:t>Control Valve Characteristics</a:t>
            </a:r>
            <a:endParaRPr lang="en-US" sz="2500" b="1" dirty="0">
              <a:ln w="0"/>
              <a:solidFill>
                <a:schemeClr val="bg1"/>
              </a:solidFill>
              <a:ea typeface="Nirmala UI Semilight" panose="020B0402040204020203" pitchFamily="34" charset="0"/>
              <a:cs typeface="Nirmala UI Semilight" panose="020B0402040204020203" pitchFamily="34" charset="0"/>
            </a:endParaRPr>
          </a:p>
        </p:txBody>
      </p:sp>
      <p:pic>
        <p:nvPicPr>
          <p:cNvPr id="8" name="Picture 7">
            <a:extLst>
              <a:ext uri="{FF2B5EF4-FFF2-40B4-BE49-F238E27FC236}">
                <a16:creationId xmlns:a16="http://schemas.microsoft.com/office/drawing/2014/main" id="{B9FDE068-EB7E-A736-8D6F-8F1409D169E7}"/>
              </a:ext>
            </a:extLst>
          </p:cNvPr>
          <p:cNvPicPr>
            <a:picLocks noChangeAspect="1"/>
          </p:cNvPicPr>
          <p:nvPr/>
        </p:nvPicPr>
        <p:blipFill>
          <a:blip r:embed="rId2"/>
          <a:stretch>
            <a:fillRect/>
          </a:stretch>
        </p:blipFill>
        <p:spPr>
          <a:xfrm>
            <a:off x="1699599" y="1305842"/>
            <a:ext cx="8792802" cy="4810796"/>
          </a:xfrm>
          <a:prstGeom prst="rect">
            <a:avLst/>
          </a:prstGeom>
        </p:spPr>
      </p:pic>
      <p:sp>
        <p:nvSpPr>
          <p:cNvPr id="10" name="Content Placeholder 1">
            <a:extLst>
              <a:ext uri="{FF2B5EF4-FFF2-40B4-BE49-F238E27FC236}">
                <a16:creationId xmlns:a16="http://schemas.microsoft.com/office/drawing/2014/main" id="{D7261EFC-0C7B-C0EB-BA10-08A605E83856}"/>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500" dirty="0">
                <a:solidFill>
                  <a:schemeClr val="tx1"/>
                </a:solidFill>
              </a:rPr>
              <a:t>Control Valve Hysteresis (Pressure Controller - Valve B acts between 70% - 100%)</a:t>
            </a:r>
          </a:p>
        </p:txBody>
      </p:sp>
    </p:spTree>
    <p:extLst>
      <p:ext uri="{BB962C8B-B14F-4D97-AF65-F5344CB8AC3E}">
        <p14:creationId xmlns:p14="http://schemas.microsoft.com/office/powerpoint/2010/main" val="2561282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DADEB-8167-0424-5063-4C7A01783CA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6A89CEE-78D3-C501-E9CD-6430C3F08E75}"/>
              </a:ext>
            </a:extLst>
          </p:cNvPr>
          <p:cNvSpPr>
            <a:spLocks noGrp="1"/>
          </p:cNvSpPr>
          <p:nvPr>
            <p:ph type="sldNum" sz="quarter" idx="12"/>
          </p:nvPr>
        </p:nvSpPr>
        <p:spPr/>
        <p:txBody>
          <a:bodyPr/>
          <a:lstStyle/>
          <a:p>
            <a:fld id="{F595E21E-DEBA-8F42-9C16-77733D726770}" type="slidenum">
              <a:rPr lang="en-US" smtClean="0"/>
              <a:t>23</a:t>
            </a:fld>
            <a:endParaRPr lang="en-US"/>
          </a:p>
        </p:txBody>
      </p:sp>
      <p:sp>
        <p:nvSpPr>
          <p:cNvPr id="6" name="Rectangle 5">
            <a:extLst>
              <a:ext uri="{FF2B5EF4-FFF2-40B4-BE49-F238E27FC236}">
                <a16:creationId xmlns:a16="http://schemas.microsoft.com/office/drawing/2014/main" id="{EF47BB56-0B99-7686-A76D-D1756BD6174A}"/>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dirty="0">
                <a:ln w="0"/>
                <a:solidFill>
                  <a:schemeClr val="bg1"/>
                </a:solidFill>
                <a:ea typeface="Nirmala UI Semilight" panose="020B0402040204020203" pitchFamily="34" charset="0"/>
                <a:cs typeface="Nirmala UI Semilight" panose="020B0402040204020203" pitchFamily="34" charset="0"/>
              </a:rPr>
              <a:t>Control Valve Characteristics </a:t>
            </a:r>
            <a:endParaRPr lang="en-US" sz="2500" b="1" dirty="0">
              <a:ln w="0"/>
              <a:solidFill>
                <a:schemeClr val="bg1"/>
              </a:solidFill>
              <a:ea typeface="Nirmala UI Semilight" panose="020B0402040204020203" pitchFamily="34" charset="0"/>
              <a:cs typeface="Nirmala UI Semilight" panose="020B0402040204020203" pitchFamily="34" charset="0"/>
            </a:endParaRPr>
          </a:p>
        </p:txBody>
      </p:sp>
      <p:sp>
        <p:nvSpPr>
          <p:cNvPr id="10" name="Content Placeholder 1">
            <a:extLst>
              <a:ext uri="{FF2B5EF4-FFF2-40B4-BE49-F238E27FC236}">
                <a16:creationId xmlns:a16="http://schemas.microsoft.com/office/drawing/2014/main" id="{B6522842-A349-E9C0-8738-366E52D2CFCE}"/>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500" dirty="0">
                <a:solidFill>
                  <a:schemeClr val="tx1"/>
                </a:solidFill>
              </a:rPr>
              <a:t>Sticky Valve and Oscillating (Pressure Controller)</a:t>
            </a:r>
          </a:p>
        </p:txBody>
      </p:sp>
      <p:pic>
        <p:nvPicPr>
          <p:cNvPr id="4" name="Picture 3">
            <a:extLst>
              <a:ext uri="{FF2B5EF4-FFF2-40B4-BE49-F238E27FC236}">
                <a16:creationId xmlns:a16="http://schemas.microsoft.com/office/drawing/2014/main" id="{EC9F875F-7A49-FB65-3F14-53CE6287B691}"/>
              </a:ext>
            </a:extLst>
          </p:cNvPr>
          <p:cNvPicPr>
            <a:picLocks noChangeAspect="1"/>
          </p:cNvPicPr>
          <p:nvPr/>
        </p:nvPicPr>
        <p:blipFill>
          <a:blip r:embed="rId2"/>
          <a:stretch>
            <a:fillRect/>
          </a:stretch>
        </p:blipFill>
        <p:spPr>
          <a:xfrm>
            <a:off x="1818678" y="1253060"/>
            <a:ext cx="8554644" cy="4734586"/>
          </a:xfrm>
          <a:prstGeom prst="rect">
            <a:avLst/>
          </a:prstGeom>
        </p:spPr>
      </p:pic>
    </p:spTree>
    <p:extLst>
      <p:ext uri="{BB962C8B-B14F-4D97-AF65-F5344CB8AC3E}">
        <p14:creationId xmlns:p14="http://schemas.microsoft.com/office/powerpoint/2010/main" val="407758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1F376-A940-9363-6E90-3E1E52FD170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E3FA78F-61D5-9303-7A8D-466CF236E12D}"/>
              </a:ext>
            </a:extLst>
          </p:cNvPr>
          <p:cNvSpPr>
            <a:spLocks noGrp="1"/>
          </p:cNvSpPr>
          <p:nvPr>
            <p:ph type="sldNum" sz="quarter" idx="12"/>
          </p:nvPr>
        </p:nvSpPr>
        <p:spPr/>
        <p:txBody>
          <a:bodyPr/>
          <a:lstStyle/>
          <a:p>
            <a:fld id="{F595E21E-DEBA-8F42-9C16-77733D726770}" type="slidenum">
              <a:rPr lang="en-US" smtClean="0"/>
              <a:t>24</a:t>
            </a:fld>
            <a:endParaRPr lang="en-US"/>
          </a:p>
        </p:txBody>
      </p:sp>
      <p:sp>
        <p:nvSpPr>
          <p:cNvPr id="6" name="Rectangle 5">
            <a:extLst>
              <a:ext uri="{FF2B5EF4-FFF2-40B4-BE49-F238E27FC236}">
                <a16:creationId xmlns:a16="http://schemas.microsoft.com/office/drawing/2014/main" id="{C6EF3961-4C5C-F939-DBC5-980472BC9867}"/>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dirty="0">
                <a:ln w="0"/>
                <a:solidFill>
                  <a:schemeClr val="bg1"/>
                </a:solidFill>
                <a:ea typeface="Nirmala UI Semilight" panose="020B0402040204020203" pitchFamily="34" charset="0"/>
                <a:cs typeface="Nirmala UI Semilight" panose="020B0402040204020203" pitchFamily="34" charset="0"/>
              </a:rPr>
              <a:t>Control Valve Characteristics</a:t>
            </a:r>
            <a:endParaRPr lang="en-US" sz="2500" b="1" dirty="0">
              <a:ln w="0"/>
              <a:solidFill>
                <a:schemeClr val="bg1"/>
              </a:solidFill>
              <a:ea typeface="Nirmala UI Semilight" panose="020B0402040204020203" pitchFamily="34" charset="0"/>
              <a:cs typeface="Nirmala UI Semilight" panose="020B0402040204020203" pitchFamily="34" charset="0"/>
            </a:endParaRPr>
          </a:p>
        </p:txBody>
      </p:sp>
      <p:sp>
        <p:nvSpPr>
          <p:cNvPr id="10" name="Content Placeholder 1">
            <a:extLst>
              <a:ext uri="{FF2B5EF4-FFF2-40B4-BE49-F238E27FC236}">
                <a16:creationId xmlns:a16="http://schemas.microsoft.com/office/drawing/2014/main" id="{3ADB720D-88F4-7C44-E3F6-657730777C2B}"/>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500" dirty="0">
                <a:solidFill>
                  <a:schemeClr val="tx1"/>
                </a:solidFill>
              </a:rPr>
              <a:t>Abnormal </a:t>
            </a:r>
            <a:r>
              <a:rPr lang="en-GB" sz="1500" dirty="0" err="1">
                <a:solidFill>
                  <a:schemeClr val="tx1"/>
                </a:solidFill>
              </a:rPr>
              <a:t>Behavior</a:t>
            </a:r>
            <a:r>
              <a:rPr lang="en-GB" sz="1500" dirty="0">
                <a:solidFill>
                  <a:schemeClr val="tx1"/>
                </a:solidFill>
              </a:rPr>
              <a:t> (Level Controller)</a:t>
            </a:r>
          </a:p>
        </p:txBody>
      </p:sp>
      <p:pic>
        <p:nvPicPr>
          <p:cNvPr id="5" name="Picture 4">
            <a:extLst>
              <a:ext uri="{FF2B5EF4-FFF2-40B4-BE49-F238E27FC236}">
                <a16:creationId xmlns:a16="http://schemas.microsoft.com/office/drawing/2014/main" id="{8AC74470-955F-FE1F-0657-147038B3980E}"/>
              </a:ext>
            </a:extLst>
          </p:cNvPr>
          <p:cNvPicPr>
            <a:picLocks noChangeAspect="1"/>
          </p:cNvPicPr>
          <p:nvPr/>
        </p:nvPicPr>
        <p:blipFill>
          <a:blip r:embed="rId2"/>
          <a:stretch>
            <a:fillRect/>
          </a:stretch>
        </p:blipFill>
        <p:spPr>
          <a:xfrm>
            <a:off x="1718651" y="1318878"/>
            <a:ext cx="8754697" cy="4791744"/>
          </a:xfrm>
          <a:prstGeom prst="rect">
            <a:avLst/>
          </a:prstGeom>
        </p:spPr>
      </p:pic>
      <p:pic>
        <p:nvPicPr>
          <p:cNvPr id="8" name="Picture 7">
            <a:extLst>
              <a:ext uri="{FF2B5EF4-FFF2-40B4-BE49-F238E27FC236}">
                <a16:creationId xmlns:a16="http://schemas.microsoft.com/office/drawing/2014/main" id="{74BD4E0F-2C2B-8046-8122-B4BC43A237F8}"/>
              </a:ext>
            </a:extLst>
          </p:cNvPr>
          <p:cNvPicPr>
            <a:picLocks noChangeAspect="1"/>
          </p:cNvPicPr>
          <p:nvPr/>
        </p:nvPicPr>
        <p:blipFill>
          <a:blip r:embed="rId2"/>
          <a:stretch>
            <a:fillRect/>
          </a:stretch>
        </p:blipFill>
        <p:spPr>
          <a:xfrm>
            <a:off x="1718651" y="1402744"/>
            <a:ext cx="8754697" cy="4791744"/>
          </a:xfrm>
          <a:prstGeom prst="rect">
            <a:avLst/>
          </a:prstGeom>
        </p:spPr>
      </p:pic>
    </p:spTree>
    <p:extLst>
      <p:ext uri="{BB962C8B-B14F-4D97-AF65-F5344CB8AC3E}">
        <p14:creationId xmlns:p14="http://schemas.microsoft.com/office/powerpoint/2010/main" val="2707390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88F5E-0A09-E5F3-C862-ABB6313A65C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B67C448-2931-2570-F07E-38D2455CF8D3}"/>
              </a:ext>
            </a:extLst>
          </p:cNvPr>
          <p:cNvSpPr>
            <a:spLocks noGrp="1"/>
          </p:cNvSpPr>
          <p:nvPr>
            <p:ph type="sldNum" sz="quarter" idx="12"/>
          </p:nvPr>
        </p:nvSpPr>
        <p:spPr/>
        <p:txBody>
          <a:bodyPr/>
          <a:lstStyle/>
          <a:p>
            <a:fld id="{F595E21E-DEBA-8F42-9C16-77733D726770}" type="slidenum">
              <a:rPr lang="en-US" smtClean="0"/>
              <a:t>25</a:t>
            </a:fld>
            <a:endParaRPr lang="en-US"/>
          </a:p>
        </p:txBody>
      </p:sp>
      <p:sp>
        <p:nvSpPr>
          <p:cNvPr id="6" name="Rectangle 5">
            <a:extLst>
              <a:ext uri="{FF2B5EF4-FFF2-40B4-BE49-F238E27FC236}">
                <a16:creationId xmlns:a16="http://schemas.microsoft.com/office/drawing/2014/main" id="{1EA87517-E255-0F57-9608-41C2C970D96C}"/>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dirty="0">
                <a:ln w="0"/>
                <a:solidFill>
                  <a:schemeClr val="bg1"/>
                </a:solidFill>
                <a:ea typeface="Nirmala UI Semilight" panose="020B0402040204020203" pitchFamily="34" charset="0"/>
                <a:cs typeface="Nirmala UI Semilight" panose="020B0402040204020203" pitchFamily="34" charset="0"/>
              </a:rPr>
              <a:t>Control Valve Characteristics</a:t>
            </a:r>
            <a:endParaRPr lang="en-US" sz="2500" b="1" dirty="0">
              <a:ln w="0"/>
              <a:solidFill>
                <a:schemeClr val="bg1"/>
              </a:solidFill>
              <a:ea typeface="Nirmala UI Semilight" panose="020B0402040204020203" pitchFamily="34" charset="0"/>
              <a:cs typeface="Nirmala UI Semilight" panose="020B0402040204020203" pitchFamily="34" charset="0"/>
            </a:endParaRPr>
          </a:p>
        </p:txBody>
      </p:sp>
      <p:sp>
        <p:nvSpPr>
          <p:cNvPr id="10" name="Content Placeholder 1">
            <a:extLst>
              <a:ext uri="{FF2B5EF4-FFF2-40B4-BE49-F238E27FC236}">
                <a16:creationId xmlns:a16="http://schemas.microsoft.com/office/drawing/2014/main" id="{2E251589-7C3B-B67F-C440-748E974BAEF8}"/>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500" dirty="0">
                <a:solidFill>
                  <a:schemeClr val="tx1"/>
                </a:solidFill>
              </a:rPr>
              <a:t>Abnormal </a:t>
            </a:r>
            <a:r>
              <a:rPr lang="en-GB" sz="1500" dirty="0" err="1">
                <a:solidFill>
                  <a:schemeClr val="tx1"/>
                </a:solidFill>
              </a:rPr>
              <a:t>Behavior</a:t>
            </a:r>
            <a:r>
              <a:rPr lang="en-GB" sz="1500" dirty="0">
                <a:solidFill>
                  <a:schemeClr val="tx1"/>
                </a:solidFill>
              </a:rPr>
              <a:t> (Level Controller)</a:t>
            </a:r>
          </a:p>
        </p:txBody>
      </p:sp>
      <p:pic>
        <p:nvPicPr>
          <p:cNvPr id="5" name="Picture 4">
            <a:extLst>
              <a:ext uri="{FF2B5EF4-FFF2-40B4-BE49-F238E27FC236}">
                <a16:creationId xmlns:a16="http://schemas.microsoft.com/office/drawing/2014/main" id="{0D349B3D-608F-3398-B958-91B6F65D8194}"/>
              </a:ext>
            </a:extLst>
          </p:cNvPr>
          <p:cNvPicPr>
            <a:picLocks noChangeAspect="1"/>
          </p:cNvPicPr>
          <p:nvPr/>
        </p:nvPicPr>
        <p:blipFill>
          <a:blip r:embed="rId2"/>
          <a:stretch>
            <a:fillRect/>
          </a:stretch>
        </p:blipFill>
        <p:spPr>
          <a:xfrm>
            <a:off x="1718651" y="1318878"/>
            <a:ext cx="8754697" cy="4791744"/>
          </a:xfrm>
          <a:prstGeom prst="rect">
            <a:avLst/>
          </a:prstGeom>
        </p:spPr>
      </p:pic>
      <p:pic>
        <p:nvPicPr>
          <p:cNvPr id="8" name="Picture 7">
            <a:extLst>
              <a:ext uri="{FF2B5EF4-FFF2-40B4-BE49-F238E27FC236}">
                <a16:creationId xmlns:a16="http://schemas.microsoft.com/office/drawing/2014/main" id="{E512F81F-BC46-6F1F-488D-AE9D43B346F4}"/>
              </a:ext>
            </a:extLst>
          </p:cNvPr>
          <p:cNvPicPr>
            <a:picLocks noChangeAspect="1"/>
          </p:cNvPicPr>
          <p:nvPr/>
        </p:nvPicPr>
        <p:blipFill>
          <a:blip r:embed="rId2"/>
          <a:stretch>
            <a:fillRect/>
          </a:stretch>
        </p:blipFill>
        <p:spPr>
          <a:xfrm>
            <a:off x="1718651" y="1402744"/>
            <a:ext cx="8754697" cy="4791744"/>
          </a:xfrm>
          <a:prstGeom prst="rect">
            <a:avLst/>
          </a:prstGeom>
        </p:spPr>
      </p:pic>
    </p:spTree>
    <p:extLst>
      <p:ext uri="{BB962C8B-B14F-4D97-AF65-F5344CB8AC3E}">
        <p14:creationId xmlns:p14="http://schemas.microsoft.com/office/powerpoint/2010/main" val="2480092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66516-1362-D585-1412-DEB3515A8AA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0E26002-A2C9-05CF-3210-E8C4A5E25F82}"/>
              </a:ext>
            </a:extLst>
          </p:cNvPr>
          <p:cNvSpPr>
            <a:spLocks noGrp="1"/>
          </p:cNvSpPr>
          <p:nvPr>
            <p:ph type="sldNum" sz="quarter" idx="12"/>
          </p:nvPr>
        </p:nvSpPr>
        <p:spPr/>
        <p:txBody>
          <a:bodyPr/>
          <a:lstStyle/>
          <a:p>
            <a:fld id="{F595E21E-DEBA-8F42-9C16-77733D726770}" type="slidenum">
              <a:rPr lang="en-US" smtClean="0"/>
              <a:t>26</a:t>
            </a:fld>
            <a:endParaRPr lang="en-US"/>
          </a:p>
        </p:txBody>
      </p:sp>
      <p:sp>
        <p:nvSpPr>
          <p:cNvPr id="6" name="Rectangle 5">
            <a:extLst>
              <a:ext uri="{FF2B5EF4-FFF2-40B4-BE49-F238E27FC236}">
                <a16:creationId xmlns:a16="http://schemas.microsoft.com/office/drawing/2014/main" id="{8BF586FE-E752-66B2-224E-51CA552D0ED3}"/>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dirty="0">
                <a:ln w="0"/>
                <a:solidFill>
                  <a:schemeClr val="bg1"/>
                </a:solidFill>
                <a:ea typeface="Nirmala UI Semilight" panose="020B0402040204020203" pitchFamily="34" charset="0"/>
                <a:cs typeface="Nirmala UI Semilight" panose="020B0402040204020203" pitchFamily="34" charset="0"/>
              </a:rPr>
              <a:t>Examples of Good and Bad Performing Controllers using </a:t>
            </a:r>
            <a:r>
              <a:rPr lang="en-GB" sz="2500" b="1" dirty="0" err="1">
                <a:ln w="0"/>
                <a:solidFill>
                  <a:schemeClr val="bg1"/>
                </a:solidFill>
                <a:ea typeface="Nirmala UI Semilight" panose="020B0402040204020203" pitchFamily="34" charset="0"/>
                <a:cs typeface="Nirmala UI Semilight" panose="020B0402040204020203" pitchFamily="34" charset="0"/>
              </a:rPr>
              <a:t>MDPro</a:t>
            </a:r>
            <a:endParaRPr lang="en-US" sz="2500" b="1" dirty="0">
              <a:ln w="0"/>
              <a:solidFill>
                <a:schemeClr val="bg1"/>
              </a:solidFill>
              <a:ea typeface="Nirmala UI Semilight" panose="020B0402040204020203" pitchFamily="34" charset="0"/>
              <a:cs typeface="Nirmala UI Semilight" panose="020B0402040204020203" pitchFamily="34" charset="0"/>
            </a:endParaRPr>
          </a:p>
        </p:txBody>
      </p:sp>
      <p:sp>
        <p:nvSpPr>
          <p:cNvPr id="10" name="Content Placeholder 1">
            <a:extLst>
              <a:ext uri="{FF2B5EF4-FFF2-40B4-BE49-F238E27FC236}">
                <a16:creationId xmlns:a16="http://schemas.microsoft.com/office/drawing/2014/main" id="{F1205031-1EB0-C366-0C9A-0B34895CB94D}"/>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500" dirty="0">
                <a:solidFill>
                  <a:schemeClr val="tx1"/>
                </a:solidFill>
              </a:rPr>
              <a:t>Good Performing Controllers (Pressure Controller)</a:t>
            </a:r>
          </a:p>
        </p:txBody>
      </p:sp>
      <p:pic>
        <p:nvPicPr>
          <p:cNvPr id="4" name="Picture 3">
            <a:extLst>
              <a:ext uri="{FF2B5EF4-FFF2-40B4-BE49-F238E27FC236}">
                <a16:creationId xmlns:a16="http://schemas.microsoft.com/office/drawing/2014/main" id="{4447F254-DE7F-9AD6-B4FA-93CC889FB957}"/>
              </a:ext>
            </a:extLst>
          </p:cNvPr>
          <p:cNvPicPr>
            <a:picLocks noChangeAspect="1"/>
          </p:cNvPicPr>
          <p:nvPr/>
        </p:nvPicPr>
        <p:blipFill>
          <a:blip r:embed="rId2"/>
          <a:stretch>
            <a:fillRect/>
          </a:stretch>
        </p:blipFill>
        <p:spPr>
          <a:xfrm>
            <a:off x="1637678" y="1476929"/>
            <a:ext cx="8916644" cy="4286848"/>
          </a:xfrm>
          <a:prstGeom prst="rect">
            <a:avLst/>
          </a:prstGeom>
        </p:spPr>
      </p:pic>
    </p:spTree>
    <p:extLst>
      <p:ext uri="{BB962C8B-B14F-4D97-AF65-F5344CB8AC3E}">
        <p14:creationId xmlns:p14="http://schemas.microsoft.com/office/powerpoint/2010/main" val="37566267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424B3-9E1D-5359-16C1-2CCA873AF5D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8E29A8F-6173-F8FE-0ACC-A1B4608F950B}"/>
              </a:ext>
            </a:extLst>
          </p:cNvPr>
          <p:cNvSpPr>
            <a:spLocks noGrp="1"/>
          </p:cNvSpPr>
          <p:nvPr>
            <p:ph type="sldNum" sz="quarter" idx="12"/>
          </p:nvPr>
        </p:nvSpPr>
        <p:spPr/>
        <p:txBody>
          <a:bodyPr/>
          <a:lstStyle/>
          <a:p>
            <a:fld id="{F595E21E-DEBA-8F42-9C16-77733D726770}" type="slidenum">
              <a:rPr lang="en-US" smtClean="0"/>
              <a:t>27</a:t>
            </a:fld>
            <a:endParaRPr lang="en-US"/>
          </a:p>
        </p:txBody>
      </p:sp>
      <p:sp>
        <p:nvSpPr>
          <p:cNvPr id="6" name="Rectangle 5">
            <a:extLst>
              <a:ext uri="{FF2B5EF4-FFF2-40B4-BE49-F238E27FC236}">
                <a16:creationId xmlns:a16="http://schemas.microsoft.com/office/drawing/2014/main" id="{8EE36318-D90B-0F76-42C5-E8F55914D642}"/>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dirty="0">
                <a:ln w="0"/>
                <a:solidFill>
                  <a:schemeClr val="bg1"/>
                </a:solidFill>
                <a:ea typeface="Nirmala UI Semilight" panose="020B0402040204020203" pitchFamily="34" charset="0"/>
                <a:cs typeface="Nirmala UI Semilight" panose="020B0402040204020203" pitchFamily="34" charset="0"/>
              </a:rPr>
              <a:t>Examples of Good and Bad Performing Controllers using </a:t>
            </a:r>
            <a:r>
              <a:rPr lang="en-GB" sz="2500" b="1" dirty="0" err="1">
                <a:ln w="0"/>
                <a:solidFill>
                  <a:schemeClr val="bg1"/>
                </a:solidFill>
                <a:ea typeface="Nirmala UI Semilight" panose="020B0402040204020203" pitchFamily="34" charset="0"/>
                <a:cs typeface="Nirmala UI Semilight" panose="020B0402040204020203" pitchFamily="34" charset="0"/>
              </a:rPr>
              <a:t>MDPro</a:t>
            </a:r>
            <a:endParaRPr lang="en-US" sz="2500" b="1" dirty="0">
              <a:ln w="0"/>
              <a:solidFill>
                <a:schemeClr val="bg1"/>
              </a:solidFill>
              <a:ea typeface="Nirmala UI Semilight" panose="020B0402040204020203" pitchFamily="34" charset="0"/>
              <a:cs typeface="Nirmala UI Semilight" panose="020B0402040204020203" pitchFamily="34" charset="0"/>
            </a:endParaRPr>
          </a:p>
        </p:txBody>
      </p:sp>
      <p:sp>
        <p:nvSpPr>
          <p:cNvPr id="10" name="Content Placeholder 1">
            <a:extLst>
              <a:ext uri="{FF2B5EF4-FFF2-40B4-BE49-F238E27FC236}">
                <a16:creationId xmlns:a16="http://schemas.microsoft.com/office/drawing/2014/main" id="{7C494D72-6923-8ECE-E1FA-55F71BC28772}"/>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500" dirty="0">
                <a:solidFill>
                  <a:schemeClr val="tx1"/>
                </a:solidFill>
              </a:rPr>
              <a:t>Poor Performing Controllers (Pressure Controller)</a:t>
            </a:r>
          </a:p>
        </p:txBody>
      </p:sp>
      <p:pic>
        <p:nvPicPr>
          <p:cNvPr id="5" name="Picture 4">
            <a:extLst>
              <a:ext uri="{FF2B5EF4-FFF2-40B4-BE49-F238E27FC236}">
                <a16:creationId xmlns:a16="http://schemas.microsoft.com/office/drawing/2014/main" id="{08C84B47-4CC9-9FAF-0E76-574396116C55}"/>
              </a:ext>
            </a:extLst>
          </p:cNvPr>
          <p:cNvPicPr>
            <a:picLocks noChangeAspect="1"/>
          </p:cNvPicPr>
          <p:nvPr/>
        </p:nvPicPr>
        <p:blipFill>
          <a:blip r:embed="rId2"/>
          <a:stretch>
            <a:fillRect/>
          </a:stretch>
        </p:blipFill>
        <p:spPr>
          <a:xfrm>
            <a:off x="1675783" y="1278415"/>
            <a:ext cx="8840434" cy="4467849"/>
          </a:xfrm>
          <a:prstGeom prst="rect">
            <a:avLst/>
          </a:prstGeom>
        </p:spPr>
      </p:pic>
    </p:spTree>
    <p:extLst>
      <p:ext uri="{BB962C8B-B14F-4D97-AF65-F5344CB8AC3E}">
        <p14:creationId xmlns:p14="http://schemas.microsoft.com/office/powerpoint/2010/main" val="27193624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ADD63-0C8A-3745-23BB-75303D33AC20}"/>
              </a:ext>
            </a:extLst>
          </p:cNvPr>
          <p:cNvSpPr>
            <a:spLocks noGrp="1"/>
          </p:cNvSpPr>
          <p:nvPr>
            <p:ph type="ctrTitle"/>
          </p:nvPr>
        </p:nvSpPr>
        <p:spPr/>
        <p:txBody>
          <a:bodyPr/>
          <a:lstStyle/>
          <a:p>
            <a:r>
              <a:rPr lang="en-GB"/>
              <a:t>Best Practices</a:t>
            </a:r>
          </a:p>
        </p:txBody>
      </p:sp>
    </p:spTree>
    <p:extLst>
      <p:ext uri="{BB962C8B-B14F-4D97-AF65-F5344CB8AC3E}">
        <p14:creationId xmlns:p14="http://schemas.microsoft.com/office/powerpoint/2010/main" val="1418897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2C747-D924-3F8E-1D80-763CCA33FAA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3B0EB52-2192-A211-EB7C-AC79B4B93508}"/>
              </a:ext>
            </a:extLst>
          </p:cNvPr>
          <p:cNvSpPr>
            <a:spLocks noGrp="1"/>
          </p:cNvSpPr>
          <p:nvPr>
            <p:ph type="sldNum" sz="quarter" idx="12"/>
          </p:nvPr>
        </p:nvSpPr>
        <p:spPr/>
        <p:txBody>
          <a:bodyPr/>
          <a:lstStyle/>
          <a:p>
            <a:fld id="{F595E21E-DEBA-8F42-9C16-77733D726770}" type="slidenum">
              <a:rPr lang="en-GB" noProof="0" smtClean="0"/>
              <a:t>29</a:t>
            </a:fld>
            <a:endParaRPr lang="en-GB" noProof="0"/>
          </a:p>
        </p:txBody>
      </p:sp>
      <p:sp>
        <p:nvSpPr>
          <p:cNvPr id="5" name="Rectangle 4">
            <a:extLst>
              <a:ext uri="{FF2B5EF4-FFF2-40B4-BE49-F238E27FC236}">
                <a16:creationId xmlns:a16="http://schemas.microsoft.com/office/drawing/2014/main" id="{B0924285-BCC2-9B42-1EA6-275F495BE43D}"/>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Best Practice: Data Reconciliation</a:t>
            </a:r>
            <a:endParaRPr lang="en-US" sz="2500" b="1">
              <a:ln w="0"/>
              <a:solidFill>
                <a:schemeClr val="bg1"/>
              </a:solidFill>
              <a:ea typeface="Nirmala UI Semilight" panose="020B0402040204020203" pitchFamily="34" charset="0"/>
              <a:cs typeface="Nirmala UI Semilight" panose="020B0402040204020203" pitchFamily="34" charset="0"/>
            </a:endParaRPr>
          </a:p>
        </p:txBody>
      </p:sp>
      <p:sp>
        <p:nvSpPr>
          <p:cNvPr id="7" name="Content Placeholder 1">
            <a:extLst>
              <a:ext uri="{FF2B5EF4-FFF2-40B4-BE49-F238E27FC236}">
                <a16:creationId xmlns:a16="http://schemas.microsoft.com/office/drawing/2014/main" id="{4B97804A-08B9-5C00-DA1F-38F2446B0D89}"/>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500">
                <a:solidFill>
                  <a:schemeClr val="tx1"/>
                </a:solidFill>
              </a:rPr>
              <a:t>Always ensure good quality data is used for analysis. </a:t>
            </a:r>
          </a:p>
          <a:p>
            <a:pPr marL="342900" indent="-342900">
              <a:buFont typeface="+mj-lt"/>
              <a:buAutoNum type="arabicPeriod"/>
            </a:pPr>
            <a:r>
              <a:rPr lang="en-GB" sz="1500">
                <a:solidFill>
                  <a:schemeClr val="tx1"/>
                </a:solidFill>
              </a:rPr>
              <a:t>Data compression must be removed.</a:t>
            </a:r>
          </a:p>
          <a:p>
            <a:pPr marL="342900" indent="-342900">
              <a:buFont typeface="+mj-lt"/>
              <a:buAutoNum type="arabicPeriod"/>
            </a:pPr>
            <a:r>
              <a:rPr lang="en-GB" sz="1500">
                <a:solidFill>
                  <a:schemeClr val="tx1"/>
                </a:solidFill>
              </a:rPr>
              <a:t>Perform systematic data cleaning by removing all data with bad inputs or with value that does not make sense.</a:t>
            </a:r>
          </a:p>
          <a:p>
            <a:pPr marL="342900" indent="-342900">
              <a:buFont typeface="+mj-lt"/>
              <a:buAutoNum type="arabicPeriod"/>
            </a:pPr>
            <a:r>
              <a:rPr lang="en-GB" sz="1500">
                <a:solidFill>
                  <a:schemeClr val="tx1"/>
                </a:solidFill>
              </a:rPr>
              <a:t>The size data will reduce after data reconciliation. Since a minimum of 3 days at maximum of 1 minute interval data is required for analysis, ensure that data of more than 3 days are collected. (1 to 2 weeks)</a:t>
            </a:r>
          </a:p>
          <a:p>
            <a:pPr marL="342900" indent="-342900">
              <a:buFont typeface="+mj-lt"/>
              <a:buAutoNum type="arabicPeriod"/>
            </a:pPr>
            <a:r>
              <a:rPr lang="en-GB" sz="1500">
                <a:solidFill>
                  <a:schemeClr val="tx1"/>
                </a:solidFill>
              </a:rPr>
              <a:t>Ensure all tags have same time stamp. If one tag is removed, ensure other tags with the same time stamp are removed too.</a:t>
            </a:r>
          </a:p>
          <a:p>
            <a:pPr marL="342900" indent="-342900">
              <a:buFont typeface="+mj-lt"/>
              <a:buAutoNum type="arabicPeriod"/>
            </a:pPr>
            <a:r>
              <a:rPr lang="en-GB" sz="1500">
                <a:solidFill>
                  <a:schemeClr val="tx1"/>
                </a:solidFill>
              </a:rPr>
              <a:t>Replace negative value with zero value.</a:t>
            </a:r>
          </a:p>
          <a:p>
            <a:pPr marL="342900" indent="-342900">
              <a:buFont typeface="+mj-lt"/>
              <a:buAutoNum type="arabicPeriod"/>
            </a:pPr>
            <a:r>
              <a:rPr lang="en-GB" sz="1500">
                <a:solidFill>
                  <a:schemeClr val="tx1"/>
                </a:solidFill>
              </a:rPr>
              <a:t>Do not edit the original data file. Save it as back up for reference.</a:t>
            </a:r>
          </a:p>
          <a:p>
            <a:pPr marL="342900" indent="-342900">
              <a:buFont typeface="+mj-lt"/>
              <a:buAutoNum type="arabicPeriod"/>
            </a:pPr>
            <a:r>
              <a:rPr lang="en-GB" sz="1500">
                <a:solidFill>
                  <a:schemeClr val="tx1"/>
                </a:solidFill>
              </a:rPr>
              <a:t>Remove duplicated tags.</a:t>
            </a:r>
          </a:p>
        </p:txBody>
      </p:sp>
    </p:spTree>
    <p:extLst>
      <p:ext uri="{BB962C8B-B14F-4D97-AF65-F5344CB8AC3E}">
        <p14:creationId xmlns:p14="http://schemas.microsoft.com/office/powerpoint/2010/main" val="28959772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A2288-03AF-A74B-8A49-CA95190F8A9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BE6C121-D48A-2201-32C9-3CE19DAABD4A}"/>
              </a:ext>
            </a:extLst>
          </p:cNvPr>
          <p:cNvSpPr>
            <a:spLocks noGrp="1"/>
          </p:cNvSpPr>
          <p:nvPr>
            <p:ph type="sldNum" sz="quarter" idx="12"/>
          </p:nvPr>
        </p:nvSpPr>
        <p:spPr/>
        <p:txBody>
          <a:bodyPr/>
          <a:lstStyle/>
          <a:p>
            <a:fld id="{F595E21E-DEBA-8F42-9C16-77733D726770}" type="slidenum">
              <a:rPr lang="en-GB" noProof="0" smtClean="0"/>
              <a:t>30</a:t>
            </a:fld>
            <a:endParaRPr lang="en-GB" noProof="0"/>
          </a:p>
        </p:txBody>
      </p:sp>
      <p:sp>
        <p:nvSpPr>
          <p:cNvPr id="5" name="Rectangle 4">
            <a:extLst>
              <a:ext uri="{FF2B5EF4-FFF2-40B4-BE49-F238E27FC236}">
                <a16:creationId xmlns:a16="http://schemas.microsoft.com/office/drawing/2014/main" id="{D96A6350-68E2-8872-26AA-2D9748AC9DC2}"/>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Best Practice: Data Arrangement</a:t>
            </a:r>
            <a:endParaRPr lang="en-US" sz="2500" b="1">
              <a:ln w="0"/>
              <a:solidFill>
                <a:schemeClr val="bg1"/>
              </a:solidFill>
              <a:ea typeface="Nirmala UI Semilight" panose="020B0402040204020203" pitchFamily="34" charset="0"/>
              <a:cs typeface="Nirmala UI Semilight" panose="020B0402040204020203" pitchFamily="34" charset="0"/>
            </a:endParaRPr>
          </a:p>
        </p:txBody>
      </p:sp>
      <p:sp>
        <p:nvSpPr>
          <p:cNvPr id="7" name="Content Placeholder 1">
            <a:extLst>
              <a:ext uri="{FF2B5EF4-FFF2-40B4-BE49-F238E27FC236}">
                <a16:creationId xmlns:a16="http://schemas.microsoft.com/office/drawing/2014/main" id="{56396444-DE7C-5F8C-D8C9-00A4883E3D80}"/>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500">
                <a:solidFill>
                  <a:schemeClr val="tx1"/>
                </a:solidFill>
              </a:rPr>
              <a:t>Label the tags systematically with short process description if possible.</a:t>
            </a:r>
          </a:p>
          <a:p>
            <a:pPr marL="342900" indent="-342900">
              <a:buFont typeface="+mj-lt"/>
              <a:buAutoNum type="arabicPeriod"/>
            </a:pPr>
            <a:r>
              <a:rPr lang="en-GB" sz="1500">
                <a:solidFill>
                  <a:schemeClr val="tx1"/>
                </a:solidFill>
              </a:rPr>
              <a:t>Place the same tags for a particular controller adjacent to each other (PV, SP, MV &amp; mode) for easy reference.</a:t>
            </a:r>
          </a:p>
          <a:p>
            <a:pPr marL="342900" indent="-342900">
              <a:buFont typeface="+mj-lt"/>
              <a:buAutoNum type="arabicPeriod"/>
            </a:pPr>
            <a:r>
              <a:rPr lang="en-GB" sz="1500">
                <a:solidFill>
                  <a:schemeClr val="tx1"/>
                </a:solidFill>
              </a:rPr>
              <a:t>Identify the process fluid in the process stream for each controller (steam, gas, liquid, slurry, etc) to ease process understanding, i.e. steam flow will typically gives noisy measurement.</a:t>
            </a:r>
          </a:p>
          <a:p>
            <a:pPr marL="342900" indent="-342900">
              <a:buFont typeface="+mj-lt"/>
              <a:buAutoNum type="arabicPeriod"/>
            </a:pPr>
            <a:r>
              <a:rPr lang="en-GB" sz="1500">
                <a:solidFill>
                  <a:schemeClr val="tx1"/>
                </a:solidFill>
              </a:rPr>
              <a:t>Arrange the tags by units and controller types, i.e. flow controller, pressure controller, temperature controller and level controller.</a:t>
            </a:r>
          </a:p>
          <a:p>
            <a:pPr marL="342900" indent="-342900">
              <a:buFont typeface="+mj-lt"/>
              <a:buAutoNum type="arabicPeriod"/>
            </a:pPr>
            <a:r>
              <a:rPr lang="en-GB" sz="1500">
                <a:solidFill>
                  <a:schemeClr val="tx1"/>
                </a:solidFill>
              </a:rPr>
              <a:t>Ensure data arrangement is in the correct format for uploading. Systematic tags arrangement will ease the uploading of tags into the analysis software. (Shell </a:t>
            </a:r>
            <a:r>
              <a:rPr lang="en-GB" sz="1500" err="1">
                <a:solidFill>
                  <a:schemeClr val="tx1"/>
                </a:solidFill>
              </a:rPr>
              <a:t>MDPro</a:t>
            </a:r>
            <a:r>
              <a:rPr lang="en-GB" sz="1500">
                <a:solidFill>
                  <a:schemeClr val="tx1"/>
                </a:solidFill>
              </a:rPr>
              <a:t>, Loop-Pro)</a:t>
            </a:r>
          </a:p>
          <a:p>
            <a:pPr marL="342900" indent="-342900">
              <a:buFont typeface="+mj-lt"/>
              <a:buAutoNum type="arabicPeriod"/>
            </a:pPr>
            <a:r>
              <a:rPr lang="en-GB" sz="1500">
                <a:solidFill>
                  <a:schemeClr val="tx1"/>
                </a:solidFill>
              </a:rPr>
              <a:t>Ensure that data file is saved into correct format. Different software used difference data files types. </a:t>
            </a:r>
          </a:p>
          <a:p>
            <a:r>
              <a:rPr lang="en-GB" sz="1500">
                <a:solidFill>
                  <a:schemeClr val="tx1"/>
                </a:solidFill>
              </a:rPr>
              <a:t>Shell MD Pro -: .Excel, Loop-Pro -.Text or .CSV</a:t>
            </a:r>
          </a:p>
        </p:txBody>
      </p:sp>
    </p:spTree>
    <p:extLst>
      <p:ext uri="{BB962C8B-B14F-4D97-AF65-F5344CB8AC3E}">
        <p14:creationId xmlns:p14="http://schemas.microsoft.com/office/powerpoint/2010/main" val="15365177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5800D-05B2-FD97-8D31-2BB41481AFA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214C54C-2FB4-9D9B-BAF8-79BEA5ECFDC9}"/>
              </a:ext>
            </a:extLst>
          </p:cNvPr>
          <p:cNvSpPr>
            <a:spLocks noGrp="1"/>
          </p:cNvSpPr>
          <p:nvPr>
            <p:ph type="sldNum" sz="quarter" idx="12"/>
          </p:nvPr>
        </p:nvSpPr>
        <p:spPr/>
        <p:txBody>
          <a:bodyPr/>
          <a:lstStyle/>
          <a:p>
            <a:fld id="{F595E21E-DEBA-8F42-9C16-77733D726770}" type="slidenum">
              <a:rPr lang="en-GB" noProof="0" smtClean="0"/>
              <a:t>31</a:t>
            </a:fld>
            <a:endParaRPr lang="en-GB" noProof="0"/>
          </a:p>
        </p:txBody>
      </p:sp>
      <p:sp>
        <p:nvSpPr>
          <p:cNvPr id="5" name="Rectangle 4">
            <a:extLst>
              <a:ext uri="{FF2B5EF4-FFF2-40B4-BE49-F238E27FC236}">
                <a16:creationId xmlns:a16="http://schemas.microsoft.com/office/drawing/2014/main" id="{A17EDB3D-ECD5-ACFE-730B-647424F62035}"/>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Best Practice: Data Analysis</a:t>
            </a:r>
            <a:endParaRPr lang="en-US" sz="2500" b="1">
              <a:ln w="0"/>
              <a:solidFill>
                <a:schemeClr val="bg1"/>
              </a:solidFill>
              <a:ea typeface="Nirmala UI Semilight" panose="020B0402040204020203" pitchFamily="34" charset="0"/>
              <a:cs typeface="Nirmala UI Semilight" panose="020B0402040204020203" pitchFamily="34" charset="0"/>
            </a:endParaRPr>
          </a:p>
        </p:txBody>
      </p:sp>
      <p:sp>
        <p:nvSpPr>
          <p:cNvPr id="7" name="Content Placeholder 1">
            <a:extLst>
              <a:ext uri="{FF2B5EF4-FFF2-40B4-BE49-F238E27FC236}">
                <a16:creationId xmlns:a16="http://schemas.microsoft.com/office/drawing/2014/main" id="{CC7F8DFF-AF35-B777-4C17-25ADB94D0877}"/>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500">
                <a:solidFill>
                  <a:schemeClr val="tx1"/>
                </a:solidFill>
              </a:rPr>
              <a:t>Use the best and most suitable tool for analysis. For example, Shell MD pro can perform analysis on data with 1 minute interval while Loop Pro requires data with shorter interval.</a:t>
            </a:r>
          </a:p>
          <a:p>
            <a:pPr marL="342900" indent="-342900">
              <a:buFont typeface="+mj-lt"/>
              <a:buAutoNum type="arabicPeriod"/>
            </a:pPr>
            <a:r>
              <a:rPr lang="en-GB" sz="1500">
                <a:solidFill>
                  <a:schemeClr val="tx1"/>
                </a:solidFill>
              </a:rPr>
              <a:t>Ensure data are of good quality and is sufficient for analysis.</a:t>
            </a:r>
          </a:p>
          <a:p>
            <a:pPr marL="342900" indent="-342900">
              <a:buFont typeface="+mj-lt"/>
              <a:buAutoNum type="arabicPeriod"/>
            </a:pPr>
            <a:r>
              <a:rPr lang="en-GB" sz="1500">
                <a:solidFill>
                  <a:schemeClr val="tx1"/>
                </a:solidFill>
              </a:rPr>
              <a:t>Strong understanding on controller performance analysis criteria is essential i.e. ITAE, IAE, SSE, Decay Ratio, % of MV move, overshoot, Standard deviation on error , minimum standard deviation , stability factor etc.</a:t>
            </a:r>
          </a:p>
          <a:p>
            <a:pPr marL="1028700" lvl="1" indent="-342900"/>
            <a:r>
              <a:rPr lang="en-GB" sz="1500">
                <a:solidFill>
                  <a:schemeClr val="tx1"/>
                </a:solidFill>
              </a:rPr>
              <a:t>This will enable accurate judgment and can verify whether the result generated by the software make sense. Do not depend entirely on the result generated by the software. Engineer’s judgment is more important!</a:t>
            </a:r>
          </a:p>
          <a:p>
            <a:pPr marL="342900" indent="-342900">
              <a:buFont typeface="+mj-lt"/>
              <a:buAutoNum type="arabicPeriod"/>
            </a:pPr>
            <a:r>
              <a:rPr lang="en-GB" sz="1500">
                <a:solidFill>
                  <a:schemeClr val="tx1"/>
                </a:solidFill>
              </a:rPr>
              <a:t>If two or more person are conducting the analysis at one time, ensure that the ratings of criteria are synchronized. This is to avoid rework as analysis may differ from individuals.</a:t>
            </a:r>
          </a:p>
          <a:p>
            <a:pPr marL="342900" indent="-342900">
              <a:buFont typeface="+mj-lt"/>
              <a:buAutoNum type="arabicPeriod"/>
            </a:pPr>
            <a:r>
              <a:rPr lang="en-GB" sz="1500">
                <a:solidFill>
                  <a:schemeClr val="tx1"/>
                </a:solidFill>
              </a:rPr>
              <a:t>Strong understanding on trends interpretation is useful to identify abnormality, i.e.. control valve hysteresis, stiction etc. This can be identified by plotting MV versus PV plot.</a:t>
            </a:r>
          </a:p>
          <a:p>
            <a:pPr marL="342900" indent="-342900">
              <a:buFont typeface="+mj-lt"/>
              <a:buAutoNum type="arabicPeriod"/>
            </a:pPr>
            <a:r>
              <a:rPr lang="en-GB" sz="1500">
                <a:solidFill>
                  <a:schemeClr val="tx1"/>
                </a:solidFill>
              </a:rPr>
              <a:t>Not all oscillating MVs and PVs are caused by wrong tuning. It may be caused by interaction with other controllers. Check </a:t>
            </a:r>
            <a:r>
              <a:rPr lang="en-GB" sz="1500" err="1">
                <a:solidFill>
                  <a:schemeClr val="tx1"/>
                </a:solidFill>
              </a:rPr>
              <a:t>whethere</a:t>
            </a:r>
            <a:r>
              <a:rPr lang="en-GB" sz="1500">
                <a:solidFill>
                  <a:schemeClr val="tx1"/>
                </a:solidFill>
              </a:rPr>
              <a:t> there are any interacting controllers in the vicinity.</a:t>
            </a:r>
          </a:p>
          <a:p>
            <a:pPr marL="342900" indent="-342900">
              <a:buFont typeface="+mj-lt"/>
              <a:buAutoNum type="arabicPeriod"/>
            </a:pPr>
            <a:r>
              <a:rPr lang="en-GB" sz="1500">
                <a:solidFill>
                  <a:schemeClr val="tx1"/>
                </a:solidFill>
              </a:rPr>
              <a:t>Controllers with long settling time (Slow) may not be necessary bad. The controller is intentionally tune slow (Sluggish) to suit process </a:t>
            </a:r>
            <a:r>
              <a:rPr lang="en-GB" sz="1500" err="1">
                <a:solidFill>
                  <a:schemeClr val="tx1"/>
                </a:solidFill>
              </a:rPr>
              <a:t>behavior</a:t>
            </a:r>
            <a:r>
              <a:rPr lang="en-GB" sz="1500">
                <a:solidFill>
                  <a:schemeClr val="tx1"/>
                </a:solidFill>
              </a:rPr>
              <a:t>.</a:t>
            </a:r>
          </a:p>
        </p:txBody>
      </p:sp>
    </p:spTree>
    <p:extLst>
      <p:ext uri="{BB962C8B-B14F-4D97-AF65-F5344CB8AC3E}">
        <p14:creationId xmlns:p14="http://schemas.microsoft.com/office/powerpoint/2010/main" val="2072878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535AD-B2A4-C025-0DE9-444A569046A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7BA6265-215A-E406-2E3A-C1C348F7CC54}"/>
              </a:ext>
            </a:extLst>
          </p:cNvPr>
          <p:cNvSpPr>
            <a:spLocks noGrp="1"/>
          </p:cNvSpPr>
          <p:nvPr>
            <p:ph type="sldNum" sz="quarter" idx="12"/>
          </p:nvPr>
        </p:nvSpPr>
        <p:spPr/>
        <p:txBody>
          <a:bodyPr/>
          <a:lstStyle/>
          <a:p>
            <a:fld id="{F595E21E-DEBA-8F42-9C16-77733D726770}" type="slidenum">
              <a:rPr lang="en-GB" noProof="0" smtClean="0"/>
              <a:t>32</a:t>
            </a:fld>
            <a:endParaRPr lang="en-GB" noProof="0"/>
          </a:p>
        </p:txBody>
      </p:sp>
      <p:sp>
        <p:nvSpPr>
          <p:cNvPr id="5" name="Rectangle 4">
            <a:extLst>
              <a:ext uri="{FF2B5EF4-FFF2-40B4-BE49-F238E27FC236}">
                <a16:creationId xmlns:a16="http://schemas.microsoft.com/office/drawing/2014/main" id="{FC5F016A-AB1C-9F1F-F2B1-DE424E48439A}"/>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Best Practice: Results Tabulation</a:t>
            </a:r>
            <a:endParaRPr lang="en-US" sz="2500" b="1">
              <a:ln w="0"/>
              <a:solidFill>
                <a:schemeClr val="bg1"/>
              </a:solidFill>
              <a:ea typeface="Nirmala UI Semilight" panose="020B0402040204020203" pitchFamily="34" charset="0"/>
              <a:cs typeface="Nirmala UI Semilight" panose="020B0402040204020203" pitchFamily="34" charset="0"/>
            </a:endParaRPr>
          </a:p>
        </p:txBody>
      </p:sp>
      <p:sp>
        <p:nvSpPr>
          <p:cNvPr id="7" name="Content Placeholder 1">
            <a:extLst>
              <a:ext uri="{FF2B5EF4-FFF2-40B4-BE49-F238E27FC236}">
                <a16:creationId xmlns:a16="http://schemas.microsoft.com/office/drawing/2014/main" id="{5548288B-9E83-9FD3-A6AB-1D287F6FB7BC}"/>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500">
                <a:solidFill>
                  <a:schemeClr val="tx1"/>
                </a:solidFill>
              </a:rPr>
              <a:t>Tabulate all results and observation on a single excel spreadsheets for easy reference. (Result Summary)</a:t>
            </a:r>
          </a:p>
          <a:p>
            <a:pPr marL="342900" indent="-342900">
              <a:buFont typeface="+mj-lt"/>
              <a:buAutoNum type="arabicPeriod"/>
            </a:pPr>
            <a:r>
              <a:rPr lang="en-GB" sz="1500">
                <a:solidFill>
                  <a:schemeClr val="tx1"/>
                </a:solidFill>
              </a:rPr>
              <a:t>For manual controllers, list and record the following:</a:t>
            </a:r>
          </a:p>
          <a:p>
            <a:pPr marL="1028700" lvl="1" indent="-342900"/>
            <a:r>
              <a:rPr lang="en-GB" sz="1500">
                <a:solidFill>
                  <a:schemeClr val="tx1"/>
                </a:solidFill>
              </a:rPr>
              <a:t>Record tag description</a:t>
            </a:r>
          </a:p>
          <a:p>
            <a:pPr marL="1028700" lvl="1" indent="-342900"/>
            <a:r>
              <a:rPr lang="en-GB" sz="1500">
                <a:solidFill>
                  <a:schemeClr val="tx1"/>
                </a:solidFill>
              </a:rPr>
              <a:t>Record process service line, i.e. gas, steam, liquid</a:t>
            </a:r>
          </a:p>
          <a:p>
            <a:pPr marL="1028700" lvl="1" indent="-342900"/>
            <a:r>
              <a:rPr lang="en-GB" sz="1500">
                <a:solidFill>
                  <a:schemeClr val="tx1"/>
                </a:solidFill>
              </a:rPr>
              <a:t>Record reasons for controllers in manual</a:t>
            </a:r>
          </a:p>
          <a:p>
            <a:pPr marL="1028700" lvl="1" indent="-342900"/>
            <a:r>
              <a:rPr lang="en-GB" sz="1500">
                <a:solidFill>
                  <a:schemeClr val="tx1"/>
                </a:solidFill>
              </a:rPr>
              <a:t>Include performance remarks, i.e. non-compliance or compliance.</a:t>
            </a:r>
          </a:p>
          <a:p>
            <a:pPr marL="1028700" lvl="1" indent="-342900"/>
            <a:r>
              <a:rPr lang="en-GB" sz="1500">
                <a:solidFill>
                  <a:schemeClr val="tx1"/>
                </a:solidFill>
              </a:rPr>
              <a:t>Recommend intervention steps to resolve and revert controller to automatic, i.e. change in control strategy.</a:t>
            </a:r>
          </a:p>
          <a:p>
            <a:pPr marL="1028700" lvl="1" indent="-342900"/>
            <a:r>
              <a:rPr lang="en-GB" sz="1500">
                <a:solidFill>
                  <a:schemeClr val="tx1"/>
                </a:solidFill>
              </a:rPr>
              <a:t>Prioritize controller to allow systematic improvement initiative, i.e. high, medium, low.</a:t>
            </a:r>
          </a:p>
          <a:p>
            <a:pPr marL="1028700" lvl="1" indent="-342900"/>
            <a:r>
              <a:rPr lang="en-GB" sz="1500">
                <a:solidFill>
                  <a:schemeClr val="tx1"/>
                </a:solidFill>
              </a:rPr>
              <a:t>Tabulate result in pie charts according to reasons (i.e. In manual due to acceptable reasons, Instrumentation problems, In manual due to in correct operations, etc.)</a:t>
            </a:r>
          </a:p>
        </p:txBody>
      </p:sp>
    </p:spTree>
    <p:extLst>
      <p:ext uri="{BB962C8B-B14F-4D97-AF65-F5344CB8AC3E}">
        <p14:creationId xmlns:p14="http://schemas.microsoft.com/office/powerpoint/2010/main" val="18436255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06491-D52A-EBA6-61DD-6C76851526E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E0434D-067E-D96F-8309-0DC9195F9A46}"/>
              </a:ext>
            </a:extLst>
          </p:cNvPr>
          <p:cNvSpPr>
            <a:spLocks noGrp="1"/>
          </p:cNvSpPr>
          <p:nvPr>
            <p:ph type="sldNum" sz="quarter" idx="12"/>
          </p:nvPr>
        </p:nvSpPr>
        <p:spPr/>
        <p:txBody>
          <a:bodyPr/>
          <a:lstStyle/>
          <a:p>
            <a:fld id="{F595E21E-DEBA-8F42-9C16-77733D726770}" type="slidenum">
              <a:rPr lang="en-GB" noProof="0" smtClean="0"/>
              <a:t>33</a:t>
            </a:fld>
            <a:endParaRPr lang="en-GB" noProof="0"/>
          </a:p>
        </p:txBody>
      </p:sp>
      <p:sp>
        <p:nvSpPr>
          <p:cNvPr id="5" name="Rectangle 4">
            <a:extLst>
              <a:ext uri="{FF2B5EF4-FFF2-40B4-BE49-F238E27FC236}">
                <a16:creationId xmlns:a16="http://schemas.microsoft.com/office/drawing/2014/main" id="{11A152D1-0434-5F0C-3679-5F45AF635086}"/>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Best Practice: Results Tabulation</a:t>
            </a:r>
            <a:endParaRPr lang="en-US" sz="2500" b="1">
              <a:ln w="0"/>
              <a:solidFill>
                <a:schemeClr val="bg1"/>
              </a:solidFill>
              <a:ea typeface="Nirmala UI Semilight" panose="020B0402040204020203" pitchFamily="34" charset="0"/>
              <a:cs typeface="Nirmala UI Semilight" panose="020B0402040204020203" pitchFamily="34" charset="0"/>
            </a:endParaRPr>
          </a:p>
        </p:txBody>
      </p:sp>
      <p:sp>
        <p:nvSpPr>
          <p:cNvPr id="7" name="Content Placeholder 1">
            <a:extLst>
              <a:ext uri="{FF2B5EF4-FFF2-40B4-BE49-F238E27FC236}">
                <a16:creationId xmlns:a16="http://schemas.microsoft.com/office/drawing/2014/main" id="{CE96D7D3-1F98-A181-695A-B2BAFBDA9E2A}"/>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3"/>
            </a:pPr>
            <a:r>
              <a:rPr lang="en-GB" sz="1500">
                <a:solidFill>
                  <a:schemeClr val="tx1"/>
                </a:solidFill>
              </a:rPr>
              <a:t>For automatic controllers, list down the following:</a:t>
            </a:r>
          </a:p>
          <a:p>
            <a:pPr marL="1028700" lvl="1" indent="-342900"/>
            <a:r>
              <a:rPr lang="en-GB" sz="1500">
                <a:solidFill>
                  <a:schemeClr val="tx1"/>
                </a:solidFill>
              </a:rPr>
              <a:t>Record Tag description</a:t>
            </a:r>
          </a:p>
          <a:p>
            <a:pPr marL="1028700" lvl="1" indent="-342900"/>
            <a:r>
              <a:rPr lang="en-GB" sz="1500">
                <a:solidFill>
                  <a:schemeClr val="tx1"/>
                </a:solidFill>
              </a:rPr>
              <a:t>Record process service line. i.e. gas, steam, liquid</a:t>
            </a:r>
          </a:p>
          <a:p>
            <a:pPr marL="1028700" lvl="1" indent="-342900"/>
            <a:r>
              <a:rPr lang="en-GB" sz="1500">
                <a:solidFill>
                  <a:schemeClr val="tx1"/>
                </a:solidFill>
              </a:rPr>
              <a:t>Record the trend observation on spreadsheet. i.e. noisy measurement, oscillating, abnormal spike or abnormal </a:t>
            </a:r>
            <a:r>
              <a:rPr lang="en-GB" sz="1500" err="1">
                <a:solidFill>
                  <a:schemeClr val="tx1"/>
                </a:solidFill>
              </a:rPr>
              <a:t>behavior</a:t>
            </a:r>
            <a:r>
              <a:rPr lang="en-GB" sz="1500">
                <a:solidFill>
                  <a:schemeClr val="tx1"/>
                </a:solidFill>
              </a:rPr>
              <a:t>.</a:t>
            </a:r>
          </a:p>
          <a:p>
            <a:pPr marL="1028700" lvl="1" indent="-342900"/>
            <a:r>
              <a:rPr lang="en-GB" sz="1500">
                <a:solidFill>
                  <a:schemeClr val="tx1"/>
                </a:solidFill>
              </a:rPr>
              <a:t>Record statistical performance criteria:</a:t>
            </a:r>
          </a:p>
          <a:p>
            <a:pPr marL="1943100" lvl="3" indent="-342900">
              <a:buFont typeface="+mj-lt"/>
              <a:buAutoNum type="arabicPeriod"/>
            </a:pPr>
            <a:r>
              <a:rPr lang="en-GB" sz="1500">
                <a:solidFill>
                  <a:schemeClr val="tx1"/>
                </a:solidFill>
              </a:rPr>
              <a:t>Sum of square of error, </a:t>
            </a:r>
          </a:p>
          <a:p>
            <a:pPr marL="1943100" lvl="3" indent="-342900">
              <a:buFont typeface="+mj-lt"/>
              <a:buAutoNum type="arabicPeriod"/>
            </a:pPr>
            <a:r>
              <a:rPr lang="en-GB" sz="1500">
                <a:solidFill>
                  <a:schemeClr val="tx1"/>
                </a:solidFill>
              </a:rPr>
              <a:t>Standard deviation on error, </a:t>
            </a:r>
          </a:p>
          <a:p>
            <a:pPr marL="1943100" lvl="3" indent="-342900">
              <a:buFont typeface="+mj-lt"/>
              <a:buAutoNum type="arabicPeriod"/>
            </a:pPr>
            <a:r>
              <a:rPr lang="en-GB" sz="1500">
                <a:solidFill>
                  <a:schemeClr val="tx1"/>
                </a:solidFill>
              </a:rPr>
              <a:t>Standard deviation on mv,</a:t>
            </a:r>
          </a:p>
          <a:p>
            <a:pPr marL="1943100" lvl="3" indent="-342900">
              <a:buFont typeface="+mj-lt"/>
              <a:buAutoNum type="arabicPeriod"/>
            </a:pPr>
            <a:r>
              <a:rPr lang="en-GB" sz="1500">
                <a:solidFill>
                  <a:schemeClr val="tx1"/>
                </a:solidFill>
              </a:rPr>
              <a:t>Minimum standard deviation on error, </a:t>
            </a:r>
          </a:p>
          <a:p>
            <a:pPr marL="1943100" lvl="3" indent="-342900">
              <a:buFont typeface="+mj-lt"/>
              <a:buAutoNum type="arabicPeriod"/>
            </a:pPr>
            <a:r>
              <a:rPr lang="en-GB" sz="1500">
                <a:solidFill>
                  <a:schemeClr val="tx1"/>
                </a:solidFill>
              </a:rPr>
              <a:t>% of mv moves, </a:t>
            </a:r>
          </a:p>
          <a:p>
            <a:pPr marL="1943100" lvl="3" indent="-342900">
              <a:buFont typeface="+mj-lt"/>
              <a:buAutoNum type="arabicPeriod"/>
            </a:pPr>
            <a:r>
              <a:rPr lang="en-GB" sz="1500">
                <a:solidFill>
                  <a:schemeClr val="tx1"/>
                </a:solidFill>
              </a:rPr>
              <a:t>Controller Performance Index (Calculated by Software)</a:t>
            </a:r>
          </a:p>
          <a:p>
            <a:pPr marL="1943100" lvl="3" indent="-342900">
              <a:buFont typeface="+mj-lt"/>
              <a:buAutoNum type="arabicPeriod"/>
            </a:pPr>
            <a:r>
              <a:rPr lang="en-GB" sz="1500">
                <a:solidFill>
                  <a:schemeClr val="tx1"/>
                </a:solidFill>
              </a:rPr>
              <a:t>Signal to noise ratio in % or just the ratings of noise - High, Low or negligible (see slide no. 10)</a:t>
            </a:r>
          </a:p>
        </p:txBody>
      </p:sp>
    </p:spTree>
    <p:extLst>
      <p:ext uri="{BB962C8B-B14F-4D97-AF65-F5344CB8AC3E}">
        <p14:creationId xmlns:p14="http://schemas.microsoft.com/office/powerpoint/2010/main" val="29886265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C7343-93DB-78DC-8016-F365F586603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1D7E8A6-40B9-DFAF-2218-D746A23F2C8B}"/>
              </a:ext>
            </a:extLst>
          </p:cNvPr>
          <p:cNvSpPr>
            <a:spLocks noGrp="1"/>
          </p:cNvSpPr>
          <p:nvPr>
            <p:ph type="sldNum" sz="quarter" idx="12"/>
          </p:nvPr>
        </p:nvSpPr>
        <p:spPr/>
        <p:txBody>
          <a:bodyPr/>
          <a:lstStyle/>
          <a:p>
            <a:fld id="{F595E21E-DEBA-8F42-9C16-77733D726770}" type="slidenum">
              <a:rPr lang="en-GB" noProof="0" smtClean="0"/>
              <a:t>34</a:t>
            </a:fld>
            <a:endParaRPr lang="en-GB" noProof="0"/>
          </a:p>
        </p:txBody>
      </p:sp>
      <p:sp>
        <p:nvSpPr>
          <p:cNvPr id="5" name="Rectangle 4">
            <a:extLst>
              <a:ext uri="{FF2B5EF4-FFF2-40B4-BE49-F238E27FC236}">
                <a16:creationId xmlns:a16="http://schemas.microsoft.com/office/drawing/2014/main" id="{51BE3A91-FDF6-F012-EFCC-8B78040FB6B1}"/>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Best Practice: Results Tabulation</a:t>
            </a:r>
            <a:endParaRPr lang="en-US" sz="2500" b="1">
              <a:ln w="0"/>
              <a:solidFill>
                <a:schemeClr val="bg1"/>
              </a:solidFill>
              <a:ea typeface="Nirmala UI Semilight" panose="020B0402040204020203" pitchFamily="34" charset="0"/>
              <a:cs typeface="Nirmala UI Semilight" panose="020B0402040204020203" pitchFamily="34" charset="0"/>
            </a:endParaRPr>
          </a:p>
        </p:txBody>
      </p:sp>
      <p:sp>
        <p:nvSpPr>
          <p:cNvPr id="7" name="Content Placeholder 1">
            <a:extLst>
              <a:ext uri="{FF2B5EF4-FFF2-40B4-BE49-F238E27FC236}">
                <a16:creationId xmlns:a16="http://schemas.microsoft.com/office/drawing/2014/main" id="{C7317908-FE71-E0CF-6541-C58603AC2F36}"/>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4"/>
            </a:pPr>
            <a:r>
              <a:rPr lang="en-GB" sz="1500">
                <a:solidFill>
                  <a:schemeClr val="tx1"/>
                </a:solidFill>
              </a:rPr>
              <a:t>Assign performance ratings based on performance assessment criteria, i.e. Very Good, Good, Fair &amp; Poor.</a:t>
            </a:r>
          </a:p>
          <a:p>
            <a:pPr marL="342900" indent="-342900">
              <a:buFont typeface="+mj-lt"/>
              <a:buAutoNum type="arabicPeriod" startAt="4"/>
            </a:pPr>
            <a:r>
              <a:rPr lang="en-GB" sz="1500">
                <a:solidFill>
                  <a:schemeClr val="tx1"/>
                </a:solidFill>
              </a:rPr>
              <a:t>Prioritize controllers according to priority, i.e. High, Medium &amp; Low. Prioritization of controllers allows systematic corrective actions to be taken during improvement initiatives, in which attention shall be given to controllers in descending priority (High, Medium &amp; Low). </a:t>
            </a:r>
          </a:p>
          <a:p>
            <a:pPr marL="342900" indent="-342900">
              <a:buFont typeface="+mj-lt"/>
              <a:buAutoNum type="arabicPeriod" startAt="4"/>
            </a:pPr>
            <a:r>
              <a:rPr lang="en-GB" sz="1500">
                <a:solidFill>
                  <a:schemeClr val="tx1"/>
                </a:solidFill>
              </a:rPr>
              <a:t>Recommend intervention steps to improve the performance of automatic controllers. i.e. tuning, check instrument, install measurement filters.</a:t>
            </a:r>
          </a:p>
          <a:p>
            <a:pPr marL="342900" indent="-342900">
              <a:buFont typeface="+mj-lt"/>
              <a:buAutoNum type="arabicPeriod" startAt="4"/>
            </a:pPr>
            <a:r>
              <a:rPr lang="en-GB" sz="1500">
                <a:solidFill>
                  <a:schemeClr val="tx1"/>
                </a:solidFill>
              </a:rPr>
              <a:t>Tabulate the performance ratings of automatic controllers on pie chart(s) for quick &amp; easy reference.</a:t>
            </a:r>
          </a:p>
          <a:p>
            <a:pPr marL="342900" indent="-342900">
              <a:buFont typeface="+mj-lt"/>
              <a:buAutoNum type="arabicPeriod" startAt="4"/>
            </a:pPr>
            <a:r>
              <a:rPr lang="en-GB" sz="1500">
                <a:solidFill>
                  <a:schemeClr val="tx1"/>
                </a:solidFill>
              </a:rPr>
              <a:t>Ensure that the physical condition of the instrumentations are checked and verified healthy before any intervention steps can be taken.</a:t>
            </a:r>
          </a:p>
          <a:p>
            <a:pPr marL="342900" indent="-342900">
              <a:buFont typeface="+mj-lt"/>
              <a:buAutoNum type="arabicPeriod" startAt="4"/>
            </a:pPr>
            <a:r>
              <a:rPr lang="en-GB" sz="1500">
                <a:solidFill>
                  <a:schemeClr val="tx1"/>
                </a:solidFill>
              </a:rPr>
              <a:t>List down controllers that cannot be </a:t>
            </a:r>
            <a:r>
              <a:rPr lang="en-GB" sz="1500" err="1">
                <a:solidFill>
                  <a:schemeClr val="tx1"/>
                </a:solidFill>
              </a:rPr>
              <a:t>analyzed</a:t>
            </a:r>
            <a:r>
              <a:rPr lang="en-GB" sz="1500">
                <a:solidFill>
                  <a:schemeClr val="tx1"/>
                </a:solidFill>
              </a:rPr>
              <a:t> and its reasons. i.e. MV stays at a fixed position.</a:t>
            </a:r>
          </a:p>
          <a:p>
            <a:pPr marL="342900" indent="-342900">
              <a:buFont typeface="+mj-lt"/>
              <a:buAutoNum type="arabicPeriod" startAt="4"/>
            </a:pPr>
            <a:r>
              <a:rPr lang="en-GB" sz="1500">
                <a:solidFill>
                  <a:schemeClr val="tx1"/>
                </a:solidFill>
              </a:rPr>
              <a:t>Summarize the overall result in bar chart(s) for quick and easy reference, i.e. % of manual controllers, % of automatic controllers and etc</a:t>
            </a:r>
          </a:p>
        </p:txBody>
      </p:sp>
    </p:spTree>
    <p:extLst>
      <p:ext uri="{BB962C8B-B14F-4D97-AF65-F5344CB8AC3E}">
        <p14:creationId xmlns:p14="http://schemas.microsoft.com/office/powerpoint/2010/main" val="94614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C8669-79EA-4B52-0EF9-E63C5BAFD3F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8E12A4-9336-D9C8-4A5D-A30B224009D8}"/>
              </a:ext>
            </a:extLst>
          </p:cNvPr>
          <p:cNvSpPr>
            <a:spLocks noGrp="1"/>
          </p:cNvSpPr>
          <p:nvPr>
            <p:ph type="sldNum" sz="quarter" idx="12"/>
          </p:nvPr>
        </p:nvSpPr>
        <p:spPr/>
        <p:txBody>
          <a:bodyPr/>
          <a:lstStyle/>
          <a:p>
            <a:fld id="{F595E21E-DEBA-8F42-9C16-77733D726770}" type="slidenum">
              <a:rPr lang="en-GB" noProof="0" smtClean="0"/>
              <a:t>35</a:t>
            </a:fld>
            <a:endParaRPr lang="en-GB" noProof="0"/>
          </a:p>
        </p:txBody>
      </p:sp>
      <p:sp>
        <p:nvSpPr>
          <p:cNvPr id="5" name="Rectangle 4">
            <a:extLst>
              <a:ext uri="{FF2B5EF4-FFF2-40B4-BE49-F238E27FC236}">
                <a16:creationId xmlns:a16="http://schemas.microsoft.com/office/drawing/2014/main" id="{0C26BE11-5B73-4794-CB1A-742069732DCB}"/>
              </a:ext>
            </a:extLst>
          </p:cNvPr>
          <p:cNvSpPr/>
          <p:nvPr/>
        </p:nvSpPr>
        <p:spPr>
          <a:xfrm>
            <a:off x="0" y="-12572"/>
            <a:ext cx="12192001" cy="758898"/>
          </a:xfrm>
          <a:prstGeom prst="rect">
            <a:avLst/>
          </a:prstGeom>
          <a:gradFill flip="none" rotWithShape="1">
            <a:gsLst>
              <a:gs pos="0">
                <a:srgbClr val="20419A"/>
              </a:gs>
              <a:gs pos="100000">
                <a:srgbClr val="00B1A9">
                  <a:shade val="100000"/>
                  <a:satMod val="11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500" b="1">
                <a:ln w="0"/>
                <a:solidFill>
                  <a:schemeClr val="bg1"/>
                </a:solidFill>
                <a:ea typeface="Nirmala UI Semilight" panose="020B0402040204020203" pitchFamily="34" charset="0"/>
                <a:cs typeface="Nirmala UI Semilight" panose="020B0402040204020203" pitchFamily="34" charset="0"/>
              </a:rPr>
              <a:t>Best Practice: Reporting</a:t>
            </a:r>
            <a:endParaRPr lang="en-US" sz="2500" b="1">
              <a:ln w="0"/>
              <a:solidFill>
                <a:schemeClr val="bg1"/>
              </a:solidFill>
              <a:ea typeface="Nirmala UI Semilight" panose="020B0402040204020203" pitchFamily="34" charset="0"/>
              <a:cs typeface="Nirmala UI Semilight" panose="020B0402040204020203" pitchFamily="34" charset="0"/>
            </a:endParaRPr>
          </a:p>
        </p:txBody>
      </p:sp>
      <p:sp>
        <p:nvSpPr>
          <p:cNvPr id="7" name="Content Placeholder 1">
            <a:extLst>
              <a:ext uri="{FF2B5EF4-FFF2-40B4-BE49-F238E27FC236}">
                <a16:creationId xmlns:a16="http://schemas.microsoft.com/office/drawing/2014/main" id="{7FC6C494-3AF1-9149-B106-BED17462DF40}"/>
              </a:ext>
            </a:extLst>
          </p:cNvPr>
          <p:cNvSpPr txBox="1">
            <a:spLocks/>
          </p:cNvSpPr>
          <p:nvPr/>
        </p:nvSpPr>
        <p:spPr>
          <a:xfrm>
            <a:off x="955032" y="962354"/>
            <a:ext cx="10460118" cy="5315999"/>
          </a:xfrm>
          <a:prstGeom prst="rect">
            <a:avLst/>
          </a:prstGeom>
        </p:spPr>
        <p:txBody>
          <a:bodyPr vert="horz" wrap="square" lIns="91440" tIns="45720" rIns="91440" bIns="45720" rtlCol="0">
            <a:noAutofit/>
          </a:bodyPr>
          <a:lstStyle>
            <a:lvl1pPr marL="0" indent="0" algn="l" defTabSz="914400" rtl="0" eaLnBrk="1" latinLnBrk="0" hangingPunct="1">
              <a:lnSpc>
                <a:spcPct val="100000"/>
              </a:lnSpc>
              <a:spcBef>
                <a:spcPts val="0"/>
              </a:spcBef>
              <a:spcAft>
                <a:spcPts val="1000"/>
              </a:spcAft>
              <a:buFont typeface="Arial" panose="020B0604020202020204" pitchFamily="34" charset="0"/>
              <a:buNone/>
              <a:defRPr sz="1600" kern="1200">
                <a:solidFill>
                  <a:srgbClr val="3C3835"/>
                </a:solidFill>
                <a:latin typeface="+mn-lt"/>
                <a:ea typeface="+mn-ea"/>
                <a:cs typeface="+mn-cs"/>
              </a:defRPr>
            </a:lvl1pPr>
            <a:lvl2pPr marL="6858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2pPr>
            <a:lvl3pPr marL="1143000" indent="-228600" algn="l" defTabSz="914400" rtl="0" eaLnBrk="1" latinLnBrk="0" hangingPunct="1">
              <a:lnSpc>
                <a:spcPct val="100000"/>
              </a:lnSpc>
              <a:spcBef>
                <a:spcPts val="0"/>
              </a:spcBef>
              <a:spcAft>
                <a:spcPts val="1000"/>
              </a:spcAft>
              <a:buFont typeface="Arial" panose="020B0604020202020204" pitchFamily="34" charset="0"/>
              <a:buChar char="•"/>
              <a:defRPr sz="1600" kern="1200">
                <a:solidFill>
                  <a:srgbClr val="3C383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rgbClr val="3C383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GB" sz="1500">
                <a:solidFill>
                  <a:schemeClr val="tx1"/>
                </a:solidFill>
              </a:rPr>
              <a:t>Prepare a short, concise and accurate technical report. The report may consists of the following sections;</a:t>
            </a:r>
          </a:p>
          <a:p>
            <a:pPr marL="1028700" lvl="1" indent="-342900"/>
            <a:r>
              <a:rPr lang="en-GB" sz="1500">
                <a:solidFill>
                  <a:schemeClr val="tx1"/>
                </a:solidFill>
              </a:rPr>
              <a:t>Executive Summary</a:t>
            </a:r>
          </a:p>
          <a:p>
            <a:pPr marL="1028700" lvl="1" indent="-342900"/>
            <a:r>
              <a:rPr lang="en-GB" sz="1500">
                <a:solidFill>
                  <a:schemeClr val="tx1"/>
                </a:solidFill>
              </a:rPr>
              <a:t>Objectives </a:t>
            </a:r>
          </a:p>
          <a:p>
            <a:pPr marL="1028700" lvl="1" indent="-342900"/>
            <a:r>
              <a:rPr lang="en-GB" sz="1500">
                <a:solidFill>
                  <a:schemeClr val="tx1"/>
                </a:solidFill>
              </a:rPr>
              <a:t>Background</a:t>
            </a:r>
          </a:p>
          <a:p>
            <a:pPr marL="1028700" lvl="1" indent="-342900"/>
            <a:r>
              <a:rPr lang="en-GB" sz="1500">
                <a:solidFill>
                  <a:schemeClr val="tx1"/>
                </a:solidFill>
              </a:rPr>
              <a:t>Findings, Results and Discussion</a:t>
            </a:r>
          </a:p>
          <a:p>
            <a:pPr marL="1028700" lvl="1" indent="-342900"/>
            <a:r>
              <a:rPr lang="en-GB" sz="1500">
                <a:solidFill>
                  <a:schemeClr val="tx1"/>
                </a:solidFill>
              </a:rPr>
              <a:t>Recommendations</a:t>
            </a:r>
          </a:p>
          <a:p>
            <a:pPr marL="1028700" lvl="1" indent="-342900"/>
            <a:r>
              <a:rPr lang="en-GB" sz="1500">
                <a:solidFill>
                  <a:schemeClr val="tx1"/>
                </a:solidFill>
              </a:rPr>
              <a:t>Conclusion</a:t>
            </a:r>
          </a:p>
          <a:p>
            <a:pPr marL="342900" indent="-342900">
              <a:buFont typeface="+mj-lt"/>
              <a:buAutoNum type="arabicPeriod"/>
            </a:pPr>
            <a:r>
              <a:rPr lang="en-GB" sz="1500">
                <a:solidFill>
                  <a:schemeClr val="tx1"/>
                </a:solidFill>
              </a:rPr>
              <a:t>Prepare findings in presentation format for easy reference during challenge session.</a:t>
            </a:r>
          </a:p>
        </p:txBody>
      </p:sp>
    </p:spTree>
    <p:extLst>
      <p:ext uri="{BB962C8B-B14F-4D97-AF65-F5344CB8AC3E}">
        <p14:creationId xmlns:p14="http://schemas.microsoft.com/office/powerpoint/2010/main" val="578135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7DB5A-328A-27BF-DC90-2607E212D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F6067-E0BF-BF19-336F-77012E85255A}"/>
              </a:ext>
            </a:extLst>
          </p:cNvPr>
          <p:cNvSpPr>
            <a:spLocks noGrp="1"/>
          </p:cNvSpPr>
          <p:nvPr>
            <p:ph type="ctrTitle"/>
          </p:nvPr>
        </p:nvSpPr>
        <p:spPr/>
        <p:txBody>
          <a:bodyPr/>
          <a:lstStyle/>
          <a:p>
            <a:r>
              <a:rPr lang="en-GB"/>
              <a:t>Sample Results &amp; Reporting</a:t>
            </a:r>
          </a:p>
        </p:txBody>
      </p:sp>
    </p:spTree>
    <p:extLst>
      <p:ext uri="{BB962C8B-B14F-4D97-AF65-F5344CB8AC3E}">
        <p14:creationId xmlns:p14="http://schemas.microsoft.com/office/powerpoint/2010/main" val="1968124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33D505-B33B-D20E-F14A-12CBF4AEF19E}"/>
              </a:ext>
            </a:extLst>
          </p:cNvPr>
          <p:cNvSpPr>
            <a:spLocks noGrp="1"/>
          </p:cNvSpPr>
          <p:nvPr>
            <p:ph type="sldNum" sz="quarter" idx="12"/>
          </p:nvPr>
        </p:nvSpPr>
        <p:spPr/>
        <p:txBody>
          <a:bodyPr/>
          <a:lstStyle/>
          <a:p>
            <a:fld id="{F595E21E-DEBA-8F42-9C16-77733D726770}" type="slidenum">
              <a:rPr lang="en-US" smtClean="0"/>
              <a:t>37</a:t>
            </a:fld>
            <a:endParaRPr lang="en-US"/>
          </a:p>
        </p:txBody>
      </p:sp>
      <p:sp>
        <p:nvSpPr>
          <p:cNvPr id="4" name="Title 3">
            <a:extLst>
              <a:ext uri="{FF2B5EF4-FFF2-40B4-BE49-F238E27FC236}">
                <a16:creationId xmlns:a16="http://schemas.microsoft.com/office/drawing/2014/main" id="{3F8AEAAA-B95B-C311-9A04-7E868ACEF589}"/>
              </a:ext>
            </a:extLst>
          </p:cNvPr>
          <p:cNvSpPr>
            <a:spLocks noGrp="1"/>
          </p:cNvSpPr>
          <p:nvPr>
            <p:ph type="title"/>
          </p:nvPr>
        </p:nvSpPr>
        <p:spPr/>
        <p:txBody>
          <a:bodyPr/>
          <a:lstStyle/>
          <a:p>
            <a:r>
              <a:rPr lang="en-GB"/>
              <a:t>Expected results from BLCA &amp; reported to OPU: </a:t>
            </a:r>
          </a:p>
        </p:txBody>
      </p:sp>
      <p:grpSp>
        <p:nvGrpSpPr>
          <p:cNvPr id="8" name="Group 7">
            <a:extLst>
              <a:ext uri="{FF2B5EF4-FFF2-40B4-BE49-F238E27FC236}">
                <a16:creationId xmlns:a16="http://schemas.microsoft.com/office/drawing/2014/main" id="{DD2A3105-008E-925F-8709-A19CCB0AD4FC}"/>
              </a:ext>
            </a:extLst>
          </p:cNvPr>
          <p:cNvGrpSpPr/>
          <p:nvPr/>
        </p:nvGrpSpPr>
        <p:grpSpPr>
          <a:xfrm>
            <a:off x="1359528" y="1693325"/>
            <a:ext cx="9485644" cy="4491116"/>
            <a:chOff x="1359528" y="1312012"/>
            <a:chExt cx="9485644" cy="4491116"/>
          </a:xfrm>
        </p:grpSpPr>
        <p:pic>
          <p:nvPicPr>
            <p:cNvPr id="6" name="Picture 5">
              <a:extLst>
                <a:ext uri="{FF2B5EF4-FFF2-40B4-BE49-F238E27FC236}">
                  <a16:creationId xmlns:a16="http://schemas.microsoft.com/office/drawing/2014/main" id="{D0FE000C-23E8-DDB2-AE7D-E025F32230F1}"/>
                </a:ext>
              </a:extLst>
            </p:cNvPr>
            <p:cNvPicPr>
              <a:picLocks noChangeAspect="1"/>
            </p:cNvPicPr>
            <p:nvPr/>
          </p:nvPicPr>
          <p:blipFill>
            <a:blip r:embed="rId2"/>
            <a:stretch>
              <a:fillRect/>
            </a:stretch>
          </p:blipFill>
          <p:spPr>
            <a:xfrm>
              <a:off x="1359528" y="1312012"/>
              <a:ext cx="9485644" cy="4491116"/>
            </a:xfrm>
            <a:prstGeom prst="rect">
              <a:avLst/>
            </a:prstGeom>
          </p:spPr>
        </p:pic>
        <p:sp>
          <p:nvSpPr>
            <p:cNvPr id="7" name="Rectangle 6">
              <a:extLst>
                <a:ext uri="{FF2B5EF4-FFF2-40B4-BE49-F238E27FC236}">
                  <a16:creationId xmlns:a16="http://schemas.microsoft.com/office/drawing/2014/main" id="{A68FB39D-B412-0597-A74F-D539F31C34BA}"/>
                </a:ext>
              </a:extLst>
            </p:cNvPr>
            <p:cNvSpPr/>
            <p:nvPr/>
          </p:nvSpPr>
          <p:spPr>
            <a:xfrm>
              <a:off x="7713233" y="1602889"/>
              <a:ext cx="537882" cy="17212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8C187612-9D0B-0C76-5519-679BB8A462B0}"/>
              </a:ext>
            </a:extLst>
          </p:cNvPr>
          <p:cNvSpPr txBox="1"/>
          <p:nvPr/>
        </p:nvSpPr>
        <p:spPr>
          <a:xfrm>
            <a:off x="3933379" y="1195864"/>
            <a:ext cx="3655168" cy="307777"/>
          </a:xfrm>
          <a:prstGeom prst="rect">
            <a:avLst/>
          </a:prstGeom>
          <a:solidFill>
            <a:schemeClr val="accent4"/>
          </a:solidFill>
        </p:spPr>
        <p:txBody>
          <a:bodyPr wrap="none" rtlCol="0">
            <a:spAutoFit/>
          </a:bodyPr>
          <a:lstStyle/>
          <a:p>
            <a:pPr algn="ctr"/>
            <a:r>
              <a:rPr lang="en-GB" sz="1400" b="1"/>
              <a:t>1. Breakdown of Controllers &amp; Indicators</a:t>
            </a:r>
          </a:p>
        </p:txBody>
      </p:sp>
      <p:sp>
        <p:nvSpPr>
          <p:cNvPr id="10" name="TextBox 9">
            <a:extLst>
              <a:ext uri="{FF2B5EF4-FFF2-40B4-BE49-F238E27FC236}">
                <a16:creationId xmlns:a16="http://schemas.microsoft.com/office/drawing/2014/main" id="{4F631C7F-A4DA-04A4-BF41-65C85F8B9961}"/>
              </a:ext>
            </a:extLst>
          </p:cNvPr>
          <p:cNvSpPr txBox="1"/>
          <p:nvPr/>
        </p:nvSpPr>
        <p:spPr>
          <a:xfrm rot="20041572">
            <a:off x="10197861" y="5416203"/>
            <a:ext cx="792205" cy="307777"/>
          </a:xfrm>
          <a:prstGeom prst="rect">
            <a:avLst/>
          </a:prstGeom>
          <a:solidFill>
            <a:srgbClr val="FFCCCC"/>
          </a:solidFill>
        </p:spPr>
        <p:txBody>
          <a:bodyPr wrap="none" rtlCol="0">
            <a:spAutoFit/>
          </a:bodyPr>
          <a:lstStyle/>
          <a:p>
            <a:r>
              <a:rPr lang="en-GB" sz="1400">
                <a:solidFill>
                  <a:srgbClr val="FF0000"/>
                </a:solidFill>
              </a:rPr>
              <a:t>Sample</a:t>
            </a:r>
          </a:p>
        </p:txBody>
      </p:sp>
    </p:spTree>
    <p:extLst>
      <p:ext uri="{BB962C8B-B14F-4D97-AF65-F5344CB8AC3E}">
        <p14:creationId xmlns:p14="http://schemas.microsoft.com/office/powerpoint/2010/main" val="28953285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A6117-AA23-7BEE-A556-D9F8E2F3AF8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7BD2ECF-721E-BCA2-B553-6307F3C174E0}"/>
              </a:ext>
            </a:extLst>
          </p:cNvPr>
          <p:cNvPicPr>
            <a:picLocks noChangeAspect="1"/>
          </p:cNvPicPr>
          <p:nvPr/>
        </p:nvPicPr>
        <p:blipFill>
          <a:blip r:embed="rId2"/>
          <a:stretch>
            <a:fillRect/>
          </a:stretch>
        </p:blipFill>
        <p:spPr>
          <a:xfrm>
            <a:off x="1551908" y="1693325"/>
            <a:ext cx="9465547" cy="4249837"/>
          </a:xfrm>
          <a:prstGeom prst="rect">
            <a:avLst/>
          </a:prstGeom>
        </p:spPr>
      </p:pic>
      <p:sp>
        <p:nvSpPr>
          <p:cNvPr id="3" name="Slide Number Placeholder 2">
            <a:extLst>
              <a:ext uri="{FF2B5EF4-FFF2-40B4-BE49-F238E27FC236}">
                <a16:creationId xmlns:a16="http://schemas.microsoft.com/office/drawing/2014/main" id="{C5BDFB1C-05A1-872A-CC09-EC661AC0BA11}"/>
              </a:ext>
            </a:extLst>
          </p:cNvPr>
          <p:cNvSpPr>
            <a:spLocks noGrp="1"/>
          </p:cNvSpPr>
          <p:nvPr>
            <p:ph type="sldNum" sz="quarter" idx="12"/>
          </p:nvPr>
        </p:nvSpPr>
        <p:spPr/>
        <p:txBody>
          <a:bodyPr/>
          <a:lstStyle/>
          <a:p>
            <a:fld id="{F595E21E-DEBA-8F42-9C16-77733D726770}" type="slidenum">
              <a:rPr lang="en-US" smtClean="0"/>
              <a:t>38</a:t>
            </a:fld>
            <a:endParaRPr lang="en-US"/>
          </a:p>
        </p:txBody>
      </p:sp>
      <p:sp>
        <p:nvSpPr>
          <p:cNvPr id="4" name="Title 3">
            <a:extLst>
              <a:ext uri="{FF2B5EF4-FFF2-40B4-BE49-F238E27FC236}">
                <a16:creationId xmlns:a16="http://schemas.microsoft.com/office/drawing/2014/main" id="{B61229A6-D2FD-0FB6-1611-F09BF15BF0A7}"/>
              </a:ext>
            </a:extLst>
          </p:cNvPr>
          <p:cNvSpPr>
            <a:spLocks noGrp="1"/>
          </p:cNvSpPr>
          <p:nvPr>
            <p:ph type="title"/>
          </p:nvPr>
        </p:nvSpPr>
        <p:spPr/>
        <p:txBody>
          <a:bodyPr/>
          <a:lstStyle/>
          <a:p>
            <a:r>
              <a:rPr lang="en-GB"/>
              <a:t>Expected results from BLCA &amp; reported to OPU: </a:t>
            </a:r>
          </a:p>
        </p:txBody>
      </p:sp>
      <p:sp>
        <p:nvSpPr>
          <p:cNvPr id="9" name="TextBox 8">
            <a:extLst>
              <a:ext uri="{FF2B5EF4-FFF2-40B4-BE49-F238E27FC236}">
                <a16:creationId xmlns:a16="http://schemas.microsoft.com/office/drawing/2014/main" id="{5B7DAC56-7C08-5DD8-5FD4-63E705872BE7}"/>
              </a:ext>
            </a:extLst>
          </p:cNvPr>
          <p:cNvSpPr txBox="1"/>
          <p:nvPr/>
        </p:nvSpPr>
        <p:spPr>
          <a:xfrm>
            <a:off x="4294986" y="1195864"/>
            <a:ext cx="2931957" cy="307777"/>
          </a:xfrm>
          <a:prstGeom prst="rect">
            <a:avLst/>
          </a:prstGeom>
          <a:solidFill>
            <a:schemeClr val="accent4"/>
          </a:solidFill>
        </p:spPr>
        <p:txBody>
          <a:bodyPr wrap="none" rtlCol="0">
            <a:spAutoFit/>
          </a:bodyPr>
          <a:lstStyle/>
          <a:p>
            <a:pPr algn="ctr"/>
            <a:r>
              <a:rPr lang="en-GB" sz="1400" b="1"/>
              <a:t>2. Breakdown (%) of Automation</a:t>
            </a:r>
          </a:p>
        </p:txBody>
      </p:sp>
      <p:sp>
        <p:nvSpPr>
          <p:cNvPr id="10" name="TextBox 9">
            <a:extLst>
              <a:ext uri="{FF2B5EF4-FFF2-40B4-BE49-F238E27FC236}">
                <a16:creationId xmlns:a16="http://schemas.microsoft.com/office/drawing/2014/main" id="{09354BE4-DD2E-97CB-AE21-58081F9D451D}"/>
              </a:ext>
            </a:extLst>
          </p:cNvPr>
          <p:cNvSpPr txBox="1"/>
          <p:nvPr/>
        </p:nvSpPr>
        <p:spPr>
          <a:xfrm rot="20041572">
            <a:off x="10197861" y="5416203"/>
            <a:ext cx="792205" cy="307777"/>
          </a:xfrm>
          <a:prstGeom prst="rect">
            <a:avLst/>
          </a:prstGeom>
          <a:solidFill>
            <a:srgbClr val="FFCCCC"/>
          </a:solidFill>
        </p:spPr>
        <p:txBody>
          <a:bodyPr wrap="none" rtlCol="0">
            <a:spAutoFit/>
          </a:bodyPr>
          <a:lstStyle/>
          <a:p>
            <a:r>
              <a:rPr lang="en-GB" sz="1400">
                <a:solidFill>
                  <a:srgbClr val="FF0000"/>
                </a:solidFill>
              </a:rPr>
              <a:t>Sample</a:t>
            </a:r>
          </a:p>
        </p:txBody>
      </p:sp>
    </p:spTree>
    <p:extLst>
      <p:ext uri="{BB962C8B-B14F-4D97-AF65-F5344CB8AC3E}">
        <p14:creationId xmlns:p14="http://schemas.microsoft.com/office/powerpoint/2010/main" val="35220448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EC61D-B8D7-F150-0B16-DDD89672F69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30161CB-703D-4D12-21BA-8BFFC5138A87}"/>
              </a:ext>
            </a:extLst>
          </p:cNvPr>
          <p:cNvPicPr>
            <a:picLocks noChangeAspect="1"/>
          </p:cNvPicPr>
          <p:nvPr/>
        </p:nvPicPr>
        <p:blipFill>
          <a:blip r:embed="rId2"/>
          <a:stretch>
            <a:fillRect/>
          </a:stretch>
        </p:blipFill>
        <p:spPr>
          <a:xfrm>
            <a:off x="885367" y="1503641"/>
            <a:ext cx="10132088" cy="4500448"/>
          </a:xfrm>
          <a:prstGeom prst="rect">
            <a:avLst/>
          </a:prstGeom>
        </p:spPr>
      </p:pic>
      <p:sp>
        <p:nvSpPr>
          <p:cNvPr id="3" name="Slide Number Placeholder 2">
            <a:extLst>
              <a:ext uri="{FF2B5EF4-FFF2-40B4-BE49-F238E27FC236}">
                <a16:creationId xmlns:a16="http://schemas.microsoft.com/office/drawing/2014/main" id="{284A4F68-98D5-2985-0464-867FAFE12A49}"/>
              </a:ext>
            </a:extLst>
          </p:cNvPr>
          <p:cNvSpPr>
            <a:spLocks noGrp="1"/>
          </p:cNvSpPr>
          <p:nvPr>
            <p:ph type="sldNum" sz="quarter" idx="12"/>
          </p:nvPr>
        </p:nvSpPr>
        <p:spPr/>
        <p:txBody>
          <a:bodyPr/>
          <a:lstStyle/>
          <a:p>
            <a:fld id="{F595E21E-DEBA-8F42-9C16-77733D726770}" type="slidenum">
              <a:rPr lang="en-US" smtClean="0"/>
              <a:t>39</a:t>
            </a:fld>
            <a:endParaRPr lang="en-US"/>
          </a:p>
        </p:txBody>
      </p:sp>
      <p:sp>
        <p:nvSpPr>
          <p:cNvPr id="4" name="Title 3">
            <a:extLst>
              <a:ext uri="{FF2B5EF4-FFF2-40B4-BE49-F238E27FC236}">
                <a16:creationId xmlns:a16="http://schemas.microsoft.com/office/drawing/2014/main" id="{457AF464-B8F5-263F-DF01-F4C3DF28C831}"/>
              </a:ext>
            </a:extLst>
          </p:cNvPr>
          <p:cNvSpPr>
            <a:spLocks noGrp="1"/>
          </p:cNvSpPr>
          <p:nvPr>
            <p:ph type="title"/>
          </p:nvPr>
        </p:nvSpPr>
        <p:spPr/>
        <p:txBody>
          <a:bodyPr/>
          <a:lstStyle/>
          <a:p>
            <a:r>
              <a:rPr lang="en-GB"/>
              <a:t>Expected results from BLCA &amp; reported to OPU: </a:t>
            </a:r>
          </a:p>
        </p:txBody>
      </p:sp>
      <p:sp>
        <p:nvSpPr>
          <p:cNvPr id="9" name="TextBox 8">
            <a:extLst>
              <a:ext uri="{FF2B5EF4-FFF2-40B4-BE49-F238E27FC236}">
                <a16:creationId xmlns:a16="http://schemas.microsoft.com/office/drawing/2014/main" id="{76FC4051-DDAE-2519-9E0D-EEF2DBD24691}"/>
              </a:ext>
            </a:extLst>
          </p:cNvPr>
          <p:cNvSpPr txBox="1"/>
          <p:nvPr/>
        </p:nvSpPr>
        <p:spPr>
          <a:xfrm>
            <a:off x="3758786" y="1195864"/>
            <a:ext cx="4004366" cy="307777"/>
          </a:xfrm>
          <a:prstGeom prst="rect">
            <a:avLst/>
          </a:prstGeom>
          <a:solidFill>
            <a:schemeClr val="accent4"/>
          </a:solidFill>
        </p:spPr>
        <p:txBody>
          <a:bodyPr wrap="none" rtlCol="0">
            <a:spAutoFit/>
          </a:bodyPr>
          <a:lstStyle/>
          <a:p>
            <a:pPr algn="ctr"/>
            <a:r>
              <a:rPr lang="en-GB" sz="1400" b="1"/>
              <a:t>3. Breakdown (%) of Controllers’ Compliance</a:t>
            </a:r>
          </a:p>
        </p:txBody>
      </p:sp>
      <p:sp>
        <p:nvSpPr>
          <p:cNvPr id="10" name="TextBox 9">
            <a:extLst>
              <a:ext uri="{FF2B5EF4-FFF2-40B4-BE49-F238E27FC236}">
                <a16:creationId xmlns:a16="http://schemas.microsoft.com/office/drawing/2014/main" id="{2F58480C-A535-487F-EF98-764407E8F30E}"/>
              </a:ext>
            </a:extLst>
          </p:cNvPr>
          <p:cNvSpPr txBox="1"/>
          <p:nvPr/>
        </p:nvSpPr>
        <p:spPr>
          <a:xfrm rot="20041572">
            <a:off x="10197861" y="5416203"/>
            <a:ext cx="792205" cy="307777"/>
          </a:xfrm>
          <a:prstGeom prst="rect">
            <a:avLst/>
          </a:prstGeom>
          <a:solidFill>
            <a:srgbClr val="FFCCCC"/>
          </a:solidFill>
        </p:spPr>
        <p:txBody>
          <a:bodyPr wrap="none" rtlCol="0">
            <a:spAutoFit/>
          </a:bodyPr>
          <a:lstStyle/>
          <a:p>
            <a:r>
              <a:rPr lang="en-GB" sz="1400">
                <a:solidFill>
                  <a:srgbClr val="FF0000"/>
                </a:solidFill>
              </a:rPr>
              <a:t>Sample</a:t>
            </a:r>
          </a:p>
        </p:txBody>
      </p:sp>
    </p:spTree>
    <p:extLst>
      <p:ext uri="{BB962C8B-B14F-4D97-AF65-F5344CB8AC3E}">
        <p14:creationId xmlns:p14="http://schemas.microsoft.com/office/powerpoint/2010/main" val="17169255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A7795-3A14-E426-23D7-AF71821B9E1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D3C04A5-C54E-29A5-C164-4E3194DD95CC}"/>
              </a:ext>
            </a:extLst>
          </p:cNvPr>
          <p:cNvPicPr>
            <a:picLocks noChangeAspect="1"/>
          </p:cNvPicPr>
          <p:nvPr/>
        </p:nvPicPr>
        <p:blipFill>
          <a:blip r:embed="rId2"/>
          <a:stretch>
            <a:fillRect/>
          </a:stretch>
        </p:blipFill>
        <p:spPr>
          <a:xfrm>
            <a:off x="885367" y="1503641"/>
            <a:ext cx="10132088" cy="4500448"/>
          </a:xfrm>
          <a:prstGeom prst="rect">
            <a:avLst/>
          </a:prstGeom>
        </p:spPr>
      </p:pic>
      <p:sp>
        <p:nvSpPr>
          <p:cNvPr id="3" name="Slide Number Placeholder 2">
            <a:extLst>
              <a:ext uri="{FF2B5EF4-FFF2-40B4-BE49-F238E27FC236}">
                <a16:creationId xmlns:a16="http://schemas.microsoft.com/office/drawing/2014/main" id="{DEF8BDFA-E161-9FF2-3BC7-46B681EA50D6}"/>
              </a:ext>
            </a:extLst>
          </p:cNvPr>
          <p:cNvSpPr>
            <a:spLocks noGrp="1"/>
          </p:cNvSpPr>
          <p:nvPr>
            <p:ph type="sldNum" sz="quarter" idx="12"/>
          </p:nvPr>
        </p:nvSpPr>
        <p:spPr/>
        <p:txBody>
          <a:bodyPr/>
          <a:lstStyle/>
          <a:p>
            <a:fld id="{F595E21E-DEBA-8F42-9C16-77733D726770}" type="slidenum">
              <a:rPr lang="en-US" smtClean="0"/>
              <a:t>40</a:t>
            </a:fld>
            <a:endParaRPr lang="en-US"/>
          </a:p>
        </p:txBody>
      </p:sp>
      <p:sp>
        <p:nvSpPr>
          <p:cNvPr id="4" name="Title 3">
            <a:extLst>
              <a:ext uri="{FF2B5EF4-FFF2-40B4-BE49-F238E27FC236}">
                <a16:creationId xmlns:a16="http://schemas.microsoft.com/office/drawing/2014/main" id="{AD52B470-7A71-8A00-DB8D-465E0CE93630}"/>
              </a:ext>
            </a:extLst>
          </p:cNvPr>
          <p:cNvSpPr>
            <a:spLocks noGrp="1"/>
          </p:cNvSpPr>
          <p:nvPr>
            <p:ph type="title"/>
          </p:nvPr>
        </p:nvSpPr>
        <p:spPr/>
        <p:txBody>
          <a:bodyPr/>
          <a:lstStyle/>
          <a:p>
            <a:r>
              <a:rPr lang="en-GB"/>
              <a:t>Expected results from BLCA &amp; reported to OPU: </a:t>
            </a:r>
          </a:p>
        </p:txBody>
      </p:sp>
      <p:sp>
        <p:nvSpPr>
          <p:cNvPr id="9" name="TextBox 8">
            <a:extLst>
              <a:ext uri="{FF2B5EF4-FFF2-40B4-BE49-F238E27FC236}">
                <a16:creationId xmlns:a16="http://schemas.microsoft.com/office/drawing/2014/main" id="{B1295201-157D-DFC6-EEC0-F3172F9100DE}"/>
              </a:ext>
            </a:extLst>
          </p:cNvPr>
          <p:cNvSpPr txBox="1"/>
          <p:nvPr/>
        </p:nvSpPr>
        <p:spPr>
          <a:xfrm>
            <a:off x="3758786" y="1195864"/>
            <a:ext cx="4004366" cy="307777"/>
          </a:xfrm>
          <a:prstGeom prst="rect">
            <a:avLst/>
          </a:prstGeom>
          <a:solidFill>
            <a:schemeClr val="accent4"/>
          </a:solidFill>
        </p:spPr>
        <p:txBody>
          <a:bodyPr wrap="none" rtlCol="0">
            <a:spAutoFit/>
          </a:bodyPr>
          <a:lstStyle/>
          <a:p>
            <a:pPr algn="ctr"/>
            <a:r>
              <a:rPr lang="en-GB" sz="1400" b="1"/>
              <a:t>3. Breakdown (%) of Controllers’ Compliance</a:t>
            </a:r>
          </a:p>
        </p:txBody>
      </p:sp>
      <p:sp>
        <p:nvSpPr>
          <p:cNvPr id="10" name="TextBox 9">
            <a:extLst>
              <a:ext uri="{FF2B5EF4-FFF2-40B4-BE49-F238E27FC236}">
                <a16:creationId xmlns:a16="http://schemas.microsoft.com/office/drawing/2014/main" id="{98136E11-FCAE-535D-E406-D48B39E00C1F}"/>
              </a:ext>
            </a:extLst>
          </p:cNvPr>
          <p:cNvSpPr txBox="1"/>
          <p:nvPr/>
        </p:nvSpPr>
        <p:spPr>
          <a:xfrm rot="20041572">
            <a:off x="10197861" y="5416203"/>
            <a:ext cx="792205" cy="307777"/>
          </a:xfrm>
          <a:prstGeom prst="rect">
            <a:avLst/>
          </a:prstGeom>
          <a:solidFill>
            <a:srgbClr val="FFCCCC"/>
          </a:solidFill>
        </p:spPr>
        <p:txBody>
          <a:bodyPr wrap="none" rtlCol="0">
            <a:spAutoFit/>
          </a:bodyPr>
          <a:lstStyle/>
          <a:p>
            <a:r>
              <a:rPr lang="en-GB" sz="1400">
                <a:solidFill>
                  <a:srgbClr val="FF0000"/>
                </a:solidFill>
              </a:rPr>
              <a:t>Sample</a:t>
            </a:r>
          </a:p>
        </p:txBody>
      </p:sp>
      <p:sp>
        <p:nvSpPr>
          <p:cNvPr id="2" name="TextBox 1">
            <a:extLst>
              <a:ext uri="{FF2B5EF4-FFF2-40B4-BE49-F238E27FC236}">
                <a16:creationId xmlns:a16="http://schemas.microsoft.com/office/drawing/2014/main" id="{FFFF330E-B3EE-CE6F-6426-E899D45C6FD6}"/>
              </a:ext>
            </a:extLst>
          </p:cNvPr>
          <p:cNvSpPr txBox="1"/>
          <p:nvPr/>
        </p:nvSpPr>
        <p:spPr>
          <a:xfrm>
            <a:off x="1899868" y="6132218"/>
            <a:ext cx="7943265" cy="369332"/>
          </a:xfrm>
          <a:prstGeom prst="rect">
            <a:avLst/>
          </a:prstGeom>
          <a:solidFill>
            <a:srgbClr val="FFCCCC"/>
          </a:solidFill>
        </p:spPr>
        <p:txBody>
          <a:bodyPr wrap="none" rtlCol="0">
            <a:spAutoFit/>
          </a:bodyPr>
          <a:lstStyle/>
          <a:p>
            <a:r>
              <a:rPr lang="en-GB"/>
              <a:t>So, in this case, are the controllers in OPU X ready for APC implementation?</a:t>
            </a:r>
          </a:p>
        </p:txBody>
      </p:sp>
    </p:spTree>
    <p:extLst>
      <p:ext uri="{BB962C8B-B14F-4D97-AF65-F5344CB8AC3E}">
        <p14:creationId xmlns:p14="http://schemas.microsoft.com/office/powerpoint/2010/main" val="28176779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FE273-86A6-C9AD-38F2-2A6EAAD4DB8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A62645C-C136-57B2-3D53-AE1F0F9B883C}"/>
              </a:ext>
            </a:extLst>
          </p:cNvPr>
          <p:cNvSpPr>
            <a:spLocks noGrp="1"/>
          </p:cNvSpPr>
          <p:nvPr>
            <p:ph type="sldNum" sz="quarter" idx="12"/>
          </p:nvPr>
        </p:nvSpPr>
        <p:spPr/>
        <p:txBody>
          <a:bodyPr/>
          <a:lstStyle/>
          <a:p>
            <a:fld id="{F595E21E-DEBA-8F42-9C16-77733D726770}" type="slidenum">
              <a:rPr lang="en-US" smtClean="0"/>
              <a:t>41</a:t>
            </a:fld>
            <a:endParaRPr lang="en-US"/>
          </a:p>
        </p:txBody>
      </p:sp>
      <p:sp>
        <p:nvSpPr>
          <p:cNvPr id="4" name="Title 3">
            <a:extLst>
              <a:ext uri="{FF2B5EF4-FFF2-40B4-BE49-F238E27FC236}">
                <a16:creationId xmlns:a16="http://schemas.microsoft.com/office/drawing/2014/main" id="{88003BF0-A405-8329-DE86-D1A4CA0F8455}"/>
              </a:ext>
            </a:extLst>
          </p:cNvPr>
          <p:cNvSpPr>
            <a:spLocks noGrp="1"/>
          </p:cNvSpPr>
          <p:nvPr>
            <p:ph type="title"/>
          </p:nvPr>
        </p:nvSpPr>
        <p:spPr>
          <a:xfrm>
            <a:off x="344568" y="639025"/>
            <a:ext cx="11147425" cy="637880"/>
          </a:xfrm>
        </p:spPr>
        <p:txBody>
          <a:bodyPr/>
          <a:lstStyle/>
          <a:p>
            <a:r>
              <a:rPr lang="en-GB"/>
              <a:t>Recap on BLC Index: </a:t>
            </a:r>
          </a:p>
        </p:txBody>
      </p:sp>
      <p:pic>
        <p:nvPicPr>
          <p:cNvPr id="8" name="Picture 7">
            <a:extLst>
              <a:ext uri="{FF2B5EF4-FFF2-40B4-BE49-F238E27FC236}">
                <a16:creationId xmlns:a16="http://schemas.microsoft.com/office/drawing/2014/main" id="{C524F187-B0B2-FAA7-D9C1-3EB6A7B62968}"/>
              </a:ext>
            </a:extLst>
          </p:cNvPr>
          <p:cNvPicPr>
            <a:picLocks noChangeAspect="1"/>
          </p:cNvPicPr>
          <p:nvPr/>
        </p:nvPicPr>
        <p:blipFill>
          <a:blip r:embed="rId2"/>
          <a:stretch>
            <a:fillRect/>
          </a:stretch>
        </p:blipFill>
        <p:spPr>
          <a:xfrm>
            <a:off x="277626" y="1097721"/>
            <a:ext cx="11636748" cy="4320914"/>
          </a:xfrm>
          <a:prstGeom prst="rect">
            <a:avLst/>
          </a:prstGeom>
        </p:spPr>
      </p:pic>
    </p:spTree>
    <p:extLst>
      <p:ext uri="{BB962C8B-B14F-4D97-AF65-F5344CB8AC3E}">
        <p14:creationId xmlns:p14="http://schemas.microsoft.com/office/powerpoint/2010/main" val="36394701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6879B-9095-E769-C0B7-D1ADE93EC32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B6493DF-989A-DC22-2CF2-D7EC1E4A80E4}"/>
              </a:ext>
            </a:extLst>
          </p:cNvPr>
          <p:cNvPicPr>
            <a:picLocks noChangeAspect="1"/>
          </p:cNvPicPr>
          <p:nvPr/>
        </p:nvPicPr>
        <p:blipFill>
          <a:blip r:embed="rId2"/>
          <a:stretch>
            <a:fillRect/>
          </a:stretch>
        </p:blipFill>
        <p:spPr>
          <a:xfrm>
            <a:off x="949569" y="1693325"/>
            <a:ext cx="9939935" cy="4550587"/>
          </a:xfrm>
          <a:prstGeom prst="rect">
            <a:avLst/>
          </a:prstGeom>
        </p:spPr>
      </p:pic>
      <p:sp>
        <p:nvSpPr>
          <p:cNvPr id="3" name="Slide Number Placeholder 2">
            <a:extLst>
              <a:ext uri="{FF2B5EF4-FFF2-40B4-BE49-F238E27FC236}">
                <a16:creationId xmlns:a16="http://schemas.microsoft.com/office/drawing/2014/main" id="{75BDACC5-5FFC-1D07-8240-F0A0A9C4D95F}"/>
              </a:ext>
            </a:extLst>
          </p:cNvPr>
          <p:cNvSpPr>
            <a:spLocks noGrp="1"/>
          </p:cNvSpPr>
          <p:nvPr>
            <p:ph type="sldNum" sz="quarter" idx="12"/>
          </p:nvPr>
        </p:nvSpPr>
        <p:spPr/>
        <p:txBody>
          <a:bodyPr/>
          <a:lstStyle/>
          <a:p>
            <a:fld id="{F595E21E-DEBA-8F42-9C16-77733D726770}" type="slidenum">
              <a:rPr lang="en-US" smtClean="0"/>
              <a:t>42</a:t>
            </a:fld>
            <a:endParaRPr lang="en-US"/>
          </a:p>
        </p:txBody>
      </p:sp>
      <p:sp>
        <p:nvSpPr>
          <p:cNvPr id="4" name="Title 3">
            <a:extLst>
              <a:ext uri="{FF2B5EF4-FFF2-40B4-BE49-F238E27FC236}">
                <a16:creationId xmlns:a16="http://schemas.microsoft.com/office/drawing/2014/main" id="{2406C630-7FC4-2AE0-1AC4-9F07E9DE6E94}"/>
              </a:ext>
            </a:extLst>
          </p:cNvPr>
          <p:cNvSpPr>
            <a:spLocks noGrp="1"/>
          </p:cNvSpPr>
          <p:nvPr>
            <p:ph type="title"/>
          </p:nvPr>
        </p:nvSpPr>
        <p:spPr/>
        <p:txBody>
          <a:bodyPr/>
          <a:lstStyle/>
          <a:p>
            <a:r>
              <a:rPr lang="en-GB"/>
              <a:t>Expected results from BLCA &amp; reported to OPU: </a:t>
            </a:r>
          </a:p>
        </p:txBody>
      </p:sp>
      <p:sp>
        <p:nvSpPr>
          <p:cNvPr id="9" name="TextBox 8">
            <a:extLst>
              <a:ext uri="{FF2B5EF4-FFF2-40B4-BE49-F238E27FC236}">
                <a16:creationId xmlns:a16="http://schemas.microsoft.com/office/drawing/2014/main" id="{EBA05CEF-2345-79DA-BBF3-EE0994EFBDF0}"/>
              </a:ext>
            </a:extLst>
          </p:cNvPr>
          <p:cNvSpPr txBox="1"/>
          <p:nvPr/>
        </p:nvSpPr>
        <p:spPr>
          <a:xfrm>
            <a:off x="4215519" y="1195864"/>
            <a:ext cx="3090911" cy="307777"/>
          </a:xfrm>
          <a:prstGeom prst="rect">
            <a:avLst/>
          </a:prstGeom>
          <a:solidFill>
            <a:schemeClr val="accent4"/>
          </a:solidFill>
        </p:spPr>
        <p:txBody>
          <a:bodyPr wrap="none" rtlCol="0">
            <a:spAutoFit/>
          </a:bodyPr>
          <a:lstStyle/>
          <a:p>
            <a:pPr algn="ctr"/>
            <a:r>
              <a:rPr lang="en-GB" sz="1400" b="1"/>
              <a:t>4. Summary of Manual Controllers</a:t>
            </a:r>
          </a:p>
        </p:txBody>
      </p:sp>
      <p:sp>
        <p:nvSpPr>
          <p:cNvPr id="10" name="TextBox 9">
            <a:extLst>
              <a:ext uri="{FF2B5EF4-FFF2-40B4-BE49-F238E27FC236}">
                <a16:creationId xmlns:a16="http://schemas.microsoft.com/office/drawing/2014/main" id="{DB904365-5351-605B-34A7-E9EA39F69410}"/>
              </a:ext>
            </a:extLst>
          </p:cNvPr>
          <p:cNvSpPr txBox="1"/>
          <p:nvPr/>
        </p:nvSpPr>
        <p:spPr>
          <a:xfrm rot="20041572">
            <a:off x="658208" y="2145465"/>
            <a:ext cx="792205" cy="307777"/>
          </a:xfrm>
          <a:prstGeom prst="rect">
            <a:avLst/>
          </a:prstGeom>
          <a:solidFill>
            <a:srgbClr val="FFCCCC"/>
          </a:solidFill>
        </p:spPr>
        <p:txBody>
          <a:bodyPr wrap="none" rtlCol="0">
            <a:spAutoFit/>
          </a:bodyPr>
          <a:lstStyle/>
          <a:p>
            <a:r>
              <a:rPr lang="en-GB" sz="1400">
                <a:solidFill>
                  <a:srgbClr val="FF0000"/>
                </a:solidFill>
              </a:rPr>
              <a:t>Sample</a:t>
            </a:r>
          </a:p>
        </p:txBody>
      </p:sp>
    </p:spTree>
    <p:extLst>
      <p:ext uri="{BB962C8B-B14F-4D97-AF65-F5344CB8AC3E}">
        <p14:creationId xmlns:p14="http://schemas.microsoft.com/office/powerpoint/2010/main" val="10035254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497E0-B6BA-7F0A-DFDE-CD3B5CE64DE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76E2935-38F1-A866-F276-6A6EC84D778A}"/>
              </a:ext>
            </a:extLst>
          </p:cNvPr>
          <p:cNvSpPr>
            <a:spLocks noGrp="1"/>
          </p:cNvSpPr>
          <p:nvPr>
            <p:ph type="sldNum" sz="quarter" idx="12"/>
          </p:nvPr>
        </p:nvSpPr>
        <p:spPr/>
        <p:txBody>
          <a:bodyPr/>
          <a:lstStyle/>
          <a:p>
            <a:fld id="{F595E21E-DEBA-8F42-9C16-77733D726770}" type="slidenum">
              <a:rPr lang="en-US" smtClean="0"/>
              <a:t>43</a:t>
            </a:fld>
            <a:endParaRPr lang="en-US"/>
          </a:p>
        </p:txBody>
      </p:sp>
      <p:sp>
        <p:nvSpPr>
          <p:cNvPr id="4" name="Title 3">
            <a:extLst>
              <a:ext uri="{FF2B5EF4-FFF2-40B4-BE49-F238E27FC236}">
                <a16:creationId xmlns:a16="http://schemas.microsoft.com/office/drawing/2014/main" id="{3F400606-55F7-EE43-7930-9442A3A62851}"/>
              </a:ext>
            </a:extLst>
          </p:cNvPr>
          <p:cNvSpPr>
            <a:spLocks noGrp="1"/>
          </p:cNvSpPr>
          <p:nvPr>
            <p:ph type="title"/>
          </p:nvPr>
        </p:nvSpPr>
        <p:spPr/>
        <p:txBody>
          <a:bodyPr/>
          <a:lstStyle/>
          <a:p>
            <a:r>
              <a:rPr lang="en-GB"/>
              <a:t>Expected results from BLCA &amp; reported to OPU: </a:t>
            </a:r>
          </a:p>
        </p:txBody>
      </p:sp>
      <p:sp>
        <p:nvSpPr>
          <p:cNvPr id="9" name="TextBox 8">
            <a:extLst>
              <a:ext uri="{FF2B5EF4-FFF2-40B4-BE49-F238E27FC236}">
                <a16:creationId xmlns:a16="http://schemas.microsoft.com/office/drawing/2014/main" id="{2543FE1B-E83B-F14E-725E-19204815735F}"/>
              </a:ext>
            </a:extLst>
          </p:cNvPr>
          <p:cNvSpPr txBox="1"/>
          <p:nvPr/>
        </p:nvSpPr>
        <p:spPr>
          <a:xfrm>
            <a:off x="3290723" y="1195864"/>
            <a:ext cx="4940520" cy="307777"/>
          </a:xfrm>
          <a:prstGeom prst="rect">
            <a:avLst/>
          </a:prstGeom>
          <a:solidFill>
            <a:schemeClr val="accent4"/>
          </a:solidFill>
        </p:spPr>
        <p:txBody>
          <a:bodyPr wrap="none" rtlCol="0">
            <a:spAutoFit/>
          </a:bodyPr>
          <a:lstStyle/>
          <a:p>
            <a:pPr algn="ctr"/>
            <a:r>
              <a:rPr lang="en-GB" sz="1400" b="1"/>
              <a:t>5. Summary of Valve Output Saturation (80% &gt; x &gt; 20%) </a:t>
            </a:r>
          </a:p>
        </p:txBody>
      </p:sp>
      <p:pic>
        <p:nvPicPr>
          <p:cNvPr id="6" name="Picture 5">
            <a:extLst>
              <a:ext uri="{FF2B5EF4-FFF2-40B4-BE49-F238E27FC236}">
                <a16:creationId xmlns:a16="http://schemas.microsoft.com/office/drawing/2014/main" id="{F68F952A-EA7A-78FB-7C36-93B4E1EA8295}"/>
              </a:ext>
            </a:extLst>
          </p:cNvPr>
          <p:cNvPicPr>
            <a:picLocks noChangeAspect="1"/>
          </p:cNvPicPr>
          <p:nvPr/>
        </p:nvPicPr>
        <p:blipFill>
          <a:blip r:embed="rId2"/>
          <a:stretch>
            <a:fillRect/>
          </a:stretch>
        </p:blipFill>
        <p:spPr>
          <a:xfrm>
            <a:off x="1505438" y="1693325"/>
            <a:ext cx="9193823" cy="4615807"/>
          </a:xfrm>
          <a:prstGeom prst="rect">
            <a:avLst/>
          </a:prstGeom>
        </p:spPr>
      </p:pic>
      <p:sp>
        <p:nvSpPr>
          <p:cNvPr id="10" name="TextBox 9">
            <a:extLst>
              <a:ext uri="{FF2B5EF4-FFF2-40B4-BE49-F238E27FC236}">
                <a16:creationId xmlns:a16="http://schemas.microsoft.com/office/drawing/2014/main" id="{34230BD8-1A38-6982-474D-BA44201677D4}"/>
              </a:ext>
            </a:extLst>
          </p:cNvPr>
          <p:cNvSpPr txBox="1"/>
          <p:nvPr/>
        </p:nvSpPr>
        <p:spPr>
          <a:xfrm rot="20041572">
            <a:off x="1185747" y="1604588"/>
            <a:ext cx="792205" cy="307777"/>
          </a:xfrm>
          <a:prstGeom prst="rect">
            <a:avLst/>
          </a:prstGeom>
          <a:solidFill>
            <a:srgbClr val="FFCCCC"/>
          </a:solidFill>
        </p:spPr>
        <p:txBody>
          <a:bodyPr wrap="none" rtlCol="0">
            <a:spAutoFit/>
          </a:bodyPr>
          <a:lstStyle/>
          <a:p>
            <a:r>
              <a:rPr lang="en-GB" sz="1400">
                <a:solidFill>
                  <a:srgbClr val="FF0000"/>
                </a:solidFill>
              </a:rPr>
              <a:t>Sample</a:t>
            </a:r>
          </a:p>
        </p:txBody>
      </p:sp>
    </p:spTree>
    <p:extLst>
      <p:ext uri="{BB962C8B-B14F-4D97-AF65-F5344CB8AC3E}">
        <p14:creationId xmlns:p14="http://schemas.microsoft.com/office/powerpoint/2010/main" val="8228726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03646-D276-532B-86FB-5F5E8E28C9B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6658BC1-0586-4496-074F-1A6E29BE5A70}"/>
              </a:ext>
            </a:extLst>
          </p:cNvPr>
          <p:cNvPicPr>
            <a:picLocks noChangeAspect="1"/>
          </p:cNvPicPr>
          <p:nvPr/>
        </p:nvPicPr>
        <p:blipFill>
          <a:blip r:embed="rId2"/>
          <a:stretch>
            <a:fillRect/>
          </a:stretch>
        </p:blipFill>
        <p:spPr>
          <a:xfrm>
            <a:off x="771281" y="1610755"/>
            <a:ext cx="10662138" cy="4409927"/>
          </a:xfrm>
          <a:prstGeom prst="rect">
            <a:avLst/>
          </a:prstGeom>
        </p:spPr>
      </p:pic>
      <p:sp>
        <p:nvSpPr>
          <p:cNvPr id="3" name="Slide Number Placeholder 2">
            <a:extLst>
              <a:ext uri="{FF2B5EF4-FFF2-40B4-BE49-F238E27FC236}">
                <a16:creationId xmlns:a16="http://schemas.microsoft.com/office/drawing/2014/main" id="{E3805A02-CB82-F6D2-5047-5F30C767686F}"/>
              </a:ext>
            </a:extLst>
          </p:cNvPr>
          <p:cNvSpPr>
            <a:spLocks noGrp="1"/>
          </p:cNvSpPr>
          <p:nvPr>
            <p:ph type="sldNum" sz="quarter" idx="12"/>
          </p:nvPr>
        </p:nvSpPr>
        <p:spPr/>
        <p:txBody>
          <a:bodyPr/>
          <a:lstStyle/>
          <a:p>
            <a:fld id="{F595E21E-DEBA-8F42-9C16-77733D726770}" type="slidenum">
              <a:rPr lang="en-US" smtClean="0"/>
              <a:t>44</a:t>
            </a:fld>
            <a:endParaRPr lang="en-US"/>
          </a:p>
        </p:txBody>
      </p:sp>
      <p:sp>
        <p:nvSpPr>
          <p:cNvPr id="4" name="Title 3">
            <a:extLst>
              <a:ext uri="{FF2B5EF4-FFF2-40B4-BE49-F238E27FC236}">
                <a16:creationId xmlns:a16="http://schemas.microsoft.com/office/drawing/2014/main" id="{B55C5056-C86E-4D43-EC63-ABA2EF6AA57F}"/>
              </a:ext>
            </a:extLst>
          </p:cNvPr>
          <p:cNvSpPr>
            <a:spLocks noGrp="1"/>
          </p:cNvSpPr>
          <p:nvPr>
            <p:ph type="title"/>
          </p:nvPr>
        </p:nvSpPr>
        <p:spPr/>
        <p:txBody>
          <a:bodyPr/>
          <a:lstStyle/>
          <a:p>
            <a:r>
              <a:rPr lang="en-GB"/>
              <a:t>Expected results from BLCA &amp; reported to OPU: </a:t>
            </a:r>
          </a:p>
        </p:txBody>
      </p:sp>
      <p:sp>
        <p:nvSpPr>
          <p:cNvPr id="9" name="TextBox 8">
            <a:extLst>
              <a:ext uri="{FF2B5EF4-FFF2-40B4-BE49-F238E27FC236}">
                <a16:creationId xmlns:a16="http://schemas.microsoft.com/office/drawing/2014/main" id="{249643AC-FD91-A256-57BD-5D47516352D3}"/>
              </a:ext>
            </a:extLst>
          </p:cNvPr>
          <p:cNvSpPr txBox="1"/>
          <p:nvPr/>
        </p:nvSpPr>
        <p:spPr>
          <a:xfrm>
            <a:off x="4849517" y="1195864"/>
            <a:ext cx="1822936" cy="307777"/>
          </a:xfrm>
          <a:prstGeom prst="rect">
            <a:avLst/>
          </a:prstGeom>
          <a:solidFill>
            <a:schemeClr val="accent4"/>
          </a:solidFill>
        </p:spPr>
        <p:txBody>
          <a:bodyPr wrap="none" rtlCol="0">
            <a:spAutoFit/>
          </a:bodyPr>
          <a:lstStyle/>
          <a:p>
            <a:pPr algn="ctr"/>
            <a:r>
              <a:rPr lang="en-GB" sz="1400" b="1"/>
              <a:t>6. Rectification List</a:t>
            </a:r>
          </a:p>
        </p:txBody>
      </p:sp>
      <p:sp>
        <p:nvSpPr>
          <p:cNvPr id="10" name="TextBox 9">
            <a:extLst>
              <a:ext uri="{FF2B5EF4-FFF2-40B4-BE49-F238E27FC236}">
                <a16:creationId xmlns:a16="http://schemas.microsoft.com/office/drawing/2014/main" id="{F897DD6D-51B1-BB33-A0E0-21721CFB2D11}"/>
              </a:ext>
            </a:extLst>
          </p:cNvPr>
          <p:cNvSpPr txBox="1"/>
          <p:nvPr/>
        </p:nvSpPr>
        <p:spPr>
          <a:xfrm rot="20041572">
            <a:off x="1185747" y="1604588"/>
            <a:ext cx="792205" cy="307777"/>
          </a:xfrm>
          <a:prstGeom prst="rect">
            <a:avLst/>
          </a:prstGeom>
          <a:solidFill>
            <a:srgbClr val="FFCCCC"/>
          </a:solidFill>
        </p:spPr>
        <p:txBody>
          <a:bodyPr wrap="none" rtlCol="0">
            <a:spAutoFit/>
          </a:bodyPr>
          <a:lstStyle/>
          <a:p>
            <a:r>
              <a:rPr lang="en-GB" sz="1400">
                <a:solidFill>
                  <a:srgbClr val="FF0000"/>
                </a:solidFill>
              </a:rPr>
              <a:t>Sample</a:t>
            </a:r>
          </a:p>
        </p:txBody>
      </p:sp>
    </p:spTree>
    <p:extLst>
      <p:ext uri="{BB962C8B-B14F-4D97-AF65-F5344CB8AC3E}">
        <p14:creationId xmlns:p14="http://schemas.microsoft.com/office/powerpoint/2010/main" val="6007801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1F1F8-6A79-1310-4F96-9E78AA35E06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AE73204-DF81-EA39-D3FD-432082882C46}"/>
              </a:ext>
            </a:extLst>
          </p:cNvPr>
          <p:cNvPicPr>
            <a:picLocks noChangeAspect="1"/>
          </p:cNvPicPr>
          <p:nvPr/>
        </p:nvPicPr>
        <p:blipFill>
          <a:blip r:embed="rId2"/>
          <a:stretch>
            <a:fillRect/>
          </a:stretch>
        </p:blipFill>
        <p:spPr>
          <a:xfrm>
            <a:off x="1355969" y="1503641"/>
            <a:ext cx="9492762" cy="4281514"/>
          </a:xfrm>
          <a:prstGeom prst="rect">
            <a:avLst/>
          </a:prstGeom>
        </p:spPr>
      </p:pic>
      <p:sp>
        <p:nvSpPr>
          <p:cNvPr id="3" name="Slide Number Placeholder 2">
            <a:extLst>
              <a:ext uri="{FF2B5EF4-FFF2-40B4-BE49-F238E27FC236}">
                <a16:creationId xmlns:a16="http://schemas.microsoft.com/office/drawing/2014/main" id="{BFE49D0A-3B07-FE3C-01C5-142951E4D314}"/>
              </a:ext>
            </a:extLst>
          </p:cNvPr>
          <p:cNvSpPr>
            <a:spLocks noGrp="1"/>
          </p:cNvSpPr>
          <p:nvPr>
            <p:ph type="sldNum" sz="quarter" idx="12"/>
          </p:nvPr>
        </p:nvSpPr>
        <p:spPr/>
        <p:txBody>
          <a:bodyPr/>
          <a:lstStyle/>
          <a:p>
            <a:fld id="{F595E21E-DEBA-8F42-9C16-77733D726770}" type="slidenum">
              <a:rPr lang="en-US" smtClean="0"/>
              <a:t>45</a:t>
            </a:fld>
            <a:endParaRPr lang="en-US"/>
          </a:p>
        </p:txBody>
      </p:sp>
      <p:sp>
        <p:nvSpPr>
          <p:cNvPr id="4" name="Title 3">
            <a:extLst>
              <a:ext uri="{FF2B5EF4-FFF2-40B4-BE49-F238E27FC236}">
                <a16:creationId xmlns:a16="http://schemas.microsoft.com/office/drawing/2014/main" id="{B9A5D3D9-99BE-22CD-BE3E-72E0499DC045}"/>
              </a:ext>
            </a:extLst>
          </p:cNvPr>
          <p:cNvSpPr>
            <a:spLocks noGrp="1"/>
          </p:cNvSpPr>
          <p:nvPr>
            <p:ph type="title"/>
          </p:nvPr>
        </p:nvSpPr>
        <p:spPr/>
        <p:txBody>
          <a:bodyPr/>
          <a:lstStyle/>
          <a:p>
            <a:r>
              <a:rPr lang="en-GB"/>
              <a:t>Expected results from BLCA &amp; reported to OPU: </a:t>
            </a:r>
          </a:p>
        </p:txBody>
      </p:sp>
      <p:sp>
        <p:nvSpPr>
          <p:cNvPr id="9" name="TextBox 8">
            <a:extLst>
              <a:ext uri="{FF2B5EF4-FFF2-40B4-BE49-F238E27FC236}">
                <a16:creationId xmlns:a16="http://schemas.microsoft.com/office/drawing/2014/main" id="{D9C7CBE8-53F8-92FD-EFDB-4A7633030C12}"/>
              </a:ext>
            </a:extLst>
          </p:cNvPr>
          <p:cNvSpPr txBox="1"/>
          <p:nvPr/>
        </p:nvSpPr>
        <p:spPr>
          <a:xfrm>
            <a:off x="4849517" y="1195864"/>
            <a:ext cx="1822936" cy="307777"/>
          </a:xfrm>
          <a:prstGeom prst="rect">
            <a:avLst/>
          </a:prstGeom>
          <a:solidFill>
            <a:schemeClr val="accent4"/>
          </a:solidFill>
        </p:spPr>
        <p:txBody>
          <a:bodyPr wrap="none" rtlCol="0">
            <a:spAutoFit/>
          </a:bodyPr>
          <a:lstStyle/>
          <a:p>
            <a:pPr algn="ctr"/>
            <a:r>
              <a:rPr lang="en-GB" sz="1400" b="1"/>
              <a:t>6. Rectification List</a:t>
            </a:r>
          </a:p>
        </p:txBody>
      </p:sp>
      <p:sp>
        <p:nvSpPr>
          <p:cNvPr id="10" name="TextBox 9">
            <a:extLst>
              <a:ext uri="{FF2B5EF4-FFF2-40B4-BE49-F238E27FC236}">
                <a16:creationId xmlns:a16="http://schemas.microsoft.com/office/drawing/2014/main" id="{514C3D83-967F-4758-23C3-22AC0586051B}"/>
              </a:ext>
            </a:extLst>
          </p:cNvPr>
          <p:cNvSpPr txBox="1"/>
          <p:nvPr/>
        </p:nvSpPr>
        <p:spPr>
          <a:xfrm rot="20041572">
            <a:off x="1185747" y="1604588"/>
            <a:ext cx="792205" cy="307777"/>
          </a:xfrm>
          <a:prstGeom prst="rect">
            <a:avLst/>
          </a:prstGeom>
          <a:solidFill>
            <a:srgbClr val="FFCCCC"/>
          </a:solidFill>
        </p:spPr>
        <p:txBody>
          <a:bodyPr wrap="none" rtlCol="0">
            <a:spAutoFit/>
          </a:bodyPr>
          <a:lstStyle/>
          <a:p>
            <a:r>
              <a:rPr lang="en-GB" sz="1400">
                <a:solidFill>
                  <a:srgbClr val="FF0000"/>
                </a:solidFill>
              </a:rPr>
              <a:t>Sample</a:t>
            </a:r>
          </a:p>
        </p:txBody>
      </p:sp>
    </p:spTree>
    <p:extLst>
      <p:ext uri="{BB962C8B-B14F-4D97-AF65-F5344CB8AC3E}">
        <p14:creationId xmlns:p14="http://schemas.microsoft.com/office/powerpoint/2010/main" val="21583939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26ED2-BCCB-2098-BBFD-DAE179A205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0473D6-347E-836A-7809-04CD14A4BA8F}"/>
              </a:ext>
            </a:extLst>
          </p:cNvPr>
          <p:cNvPicPr>
            <a:picLocks noChangeAspect="1"/>
          </p:cNvPicPr>
          <p:nvPr/>
        </p:nvPicPr>
        <p:blipFill>
          <a:blip r:embed="rId2"/>
          <a:stretch>
            <a:fillRect/>
          </a:stretch>
        </p:blipFill>
        <p:spPr>
          <a:xfrm>
            <a:off x="783209" y="1503641"/>
            <a:ext cx="10186659" cy="4437250"/>
          </a:xfrm>
          <a:prstGeom prst="rect">
            <a:avLst/>
          </a:prstGeom>
        </p:spPr>
      </p:pic>
      <p:sp>
        <p:nvSpPr>
          <p:cNvPr id="3" name="Slide Number Placeholder 2">
            <a:extLst>
              <a:ext uri="{FF2B5EF4-FFF2-40B4-BE49-F238E27FC236}">
                <a16:creationId xmlns:a16="http://schemas.microsoft.com/office/drawing/2014/main" id="{BCD9C5F5-F60F-D31A-46B4-2BEEC80471D1}"/>
              </a:ext>
            </a:extLst>
          </p:cNvPr>
          <p:cNvSpPr>
            <a:spLocks noGrp="1"/>
          </p:cNvSpPr>
          <p:nvPr>
            <p:ph type="sldNum" sz="quarter" idx="12"/>
          </p:nvPr>
        </p:nvSpPr>
        <p:spPr/>
        <p:txBody>
          <a:bodyPr/>
          <a:lstStyle/>
          <a:p>
            <a:fld id="{F595E21E-DEBA-8F42-9C16-77733D726770}" type="slidenum">
              <a:rPr lang="en-US" smtClean="0"/>
              <a:t>46</a:t>
            </a:fld>
            <a:endParaRPr lang="en-US"/>
          </a:p>
        </p:txBody>
      </p:sp>
      <p:sp>
        <p:nvSpPr>
          <p:cNvPr id="4" name="Title 3">
            <a:extLst>
              <a:ext uri="{FF2B5EF4-FFF2-40B4-BE49-F238E27FC236}">
                <a16:creationId xmlns:a16="http://schemas.microsoft.com/office/drawing/2014/main" id="{3D342226-D525-FDEB-AB27-F311556751F0}"/>
              </a:ext>
            </a:extLst>
          </p:cNvPr>
          <p:cNvSpPr>
            <a:spLocks noGrp="1"/>
          </p:cNvSpPr>
          <p:nvPr>
            <p:ph type="title"/>
          </p:nvPr>
        </p:nvSpPr>
        <p:spPr/>
        <p:txBody>
          <a:bodyPr/>
          <a:lstStyle/>
          <a:p>
            <a:r>
              <a:rPr lang="en-GB"/>
              <a:t>Expected results from BLCA &amp; reported to OPU: </a:t>
            </a:r>
          </a:p>
        </p:txBody>
      </p:sp>
      <p:sp>
        <p:nvSpPr>
          <p:cNvPr id="9" name="TextBox 8">
            <a:extLst>
              <a:ext uri="{FF2B5EF4-FFF2-40B4-BE49-F238E27FC236}">
                <a16:creationId xmlns:a16="http://schemas.microsoft.com/office/drawing/2014/main" id="{4B554B56-4087-2FEE-BB2C-B5AD4DD9CEE7}"/>
              </a:ext>
            </a:extLst>
          </p:cNvPr>
          <p:cNvSpPr txBox="1"/>
          <p:nvPr/>
        </p:nvSpPr>
        <p:spPr>
          <a:xfrm>
            <a:off x="4849517" y="1195864"/>
            <a:ext cx="1822936" cy="307777"/>
          </a:xfrm>
          <a:prstGeom prst="rect">
            <a:avLst/>
          </a:prstGeom>
          <a:solidFill>
            <a:schemeClr val="accent4"/>
          </a:solidFill>
        </p:spPr>
        <p:txBody>
          <a:bodyPr wrap="none" rtlCol="0">
            <a:spAutoFit/>
          </a:bodyPr>
          <a:lstStyle/>
          <a:p>
            <a:pPr algn="ctr"/>
            <a:r>
              <a:rPr lang="en-GB" sz="1400" b="1" dirty="0"/>
              <a:t>6. Rectification List</a:t>
            </a:r>
          </a:p>
        </p:txBody>
      </p:sp>
      <p:sp>
        <p:nvSpPr>
          <p:cNvPr id="10" name="TextBox 9">
            <a:extLst>
              <a:ext uri="{FF2B5EF4-FFF2-40B4-BE49-F238E27FC236}">
                <a16:creationId xmlns:a16="http://schemas.microsoft.com/office/drawing/2014/main" id="{470D1896-8183-5CC8-FF95-28FB664220E6}"/>
              </a:ext>
            </a:extLst>
          </p:cNvPr>
          <p:cNvSpPr txBox="1"/>
          <p:nvPr/>
        </p:nvSpPr>
        <p:spPr>
          <a:xfrm rot="20041572">
            <a:off x="1185747" y="1604588"/>
            <a:ext cx="792205" cy="307777"/>
          </a:xfrm>
          <a:prstGeom prst="rect">
            <a:avLst/>
          </a:prstGeom>
          <a:solidFill>
            <a:srgbClr val="FFCCCC"/>
          </a:solidFill>
        </p:spPr>
        <p:txBody>
          <a:bodyPr wrap="none" rtlCol="0">
            <a:spAutoFit/>
          </a:bodyPr>
          <a:lstStyle/>
          <a:p>
            <a:r>
              <a:rPr lang="en-GB" sz="1400">
                <a:solidFill>
                  <a:srgbClr val="FF0000"/>
                </a:solidFill>
              </a:rPr>
              <a:t>Sample</a:t>
            </a:r>
          </a:p>
        </p:txBody>
      </p:sp>
    </p:spTree>
    <p:extLst>
      <p:ext uri="{BB962C8B-B14F-4D97-AF65-F5344CB8AC3E}">
        <p14:creationId xmlns:p14="http://schemas.microsoft.com/office/powerpoint/2010/main" val="37085424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93">
            <a:extLst>
              <a:ext uri="{FF2B5EF4-FFF2-40B4-BE49-F238E27FC236}">
                <a16:creationId xmlns:a16="http://schemas.microsoft.com/office/drawing/2014/main" id="{AA526EE7-1306-7BBD-F95B-58F7CFF5518C}"/>
              </a:ext>
            </a:extLst>
          </p:cNvPr>
          <p:cNvSpPr/>
          <p:nvPr/>
        </p:nvSpPr>
        <p:spPr>
          <a:xfrm>
            <a:off x="7243483" y="0"/>
            <a:ext cx="4948518" cy="6858000"/>
          </a:xfrm>
          <a:prstGeom prst="rect">
            <a:avLst/>
          </a:prstGeom>
          <a:solidFill>
            <a:schemeClr val="accent1">
              <a:lumMod val="20000"/>
              <a:lumOff val="80000"/>
            </a:schemeClr>
          </a:solidFill>
          <a:ln w="12700" cap="flat" cmpd="sng" algn="ctr">
            <a:solidFill>
              <a:srgbClr val="E2F0D9"/>
            </a:solidFill>
            <a:prstDash val="solid"/>
            <a:miter lim="800000"/>
          </a:ln>
          <a:effectLst/>
        </p:spPr>
        <p:txBody>
          <a:bodyPr rtlCol="0" anchor="ctr"/>
          <a:lstStyle/>
          <a:p>
            <a:pPr marL="233363" marR="0" lvl="0" defTabSz="914400" rtl="0" eaLnBrk="1" fontAlgn="auto" latinLnBrk="0" hangingPunct="1">
              <a:spcBef>
                <a:spcPts val="0"/>
              </a:spcBef>
              <a:spcAft>
                <a:spcPts val="0"/>
              </a:spcAft>
              <a:buClrTx/>
              <a:buSzTx/>
              <a:tabLst/>
              <a:defRPr/>
            </a:pPr>
            <a:r>
              <a:rPr lang="en-US" sz="1600" b="1" kern="0">
                <a:latin typeface="Calibri" panose="020F0502020204030204"/>
              </a:rPr>
              <a:t>Process Objective</a:t>
            </a:r>
          </a:p>
          <a:p>
            <a:pPr marL="519113" marR="0" lvl="0" indent="-285750" defTabSz="914400" rtl="0" eaLnBrk="1" fontAlgn="auto" latinLnBrk="0" hangingPunct="1">
              <a:spcBef>
                <a:spcPts val="0"/>
              </a:spcBef>
              <a:spcAft>
                <a:spcPts val="0"/>
              </a:spcAft>
              <a:buClrTx/>
              <a:buSzTx/>
              <a:buFont typeface="Arial" panose="020B0604020202020204" pitchFamily="34" charset="0"/>
              <a:buChar char="•"/>
              <a:tabLst/>
              <a:defRPr/>
            </a:pPr>
            <a:r>
              <a:rPr lang="en-US" sz="1600" kern="0">
                <a:latin typeface="Calibri" panose="020F0502020204030204"/>
              </a:rPr>
              <a:t>S</a:t>
            </a:r>
            <a:r>
              <a:rPr kumimoji="0" lang="en-US" sz="1600" b="0" i="0" u="none" strike="noStrike" kern="0" cap="none" spc="0" normalizeH="0" baseline="0" noProof="0" err="1">
                <a:ln>
                  <a:noFill/>
                </a:ln>
                <a:effectLst/>
                <a:uLnTx/>
                <a:uFillTx/>
                <a:latin typeface="Calibri" panose="020F0502020204030204"/>
                <a:ea typeface="+mn-ea"/>
                <a:cs typeface="+mn-cs"/>
              </a:rPr>
              <a:t>eparate</a:t>
            </a:r>
            <a:r>
              <a:rPr kumimoji="0" lang="en-US" sz="1600" b="0" i="0" u="none" strike="noStrike" kern="0" cap="none" spc="0" normalizeH="0" baseline="0" noProof="0">
                <a:ln>
                  <a:noFill/>
                </a:ln>
                <a:effectLst/>
                <a:uLnTx/>
                <a:uFillTx/>
                <a:latin typeface="Calibri" panose="020F0502020204030204"/>
                <a:ea typeface="+mn-ea"/>
                <a:cs typeface="+mn-cs"/>
              </a:rPr>
              <a:t> non condensable and volatile low boilers such as </a:t>
            </a:r>
            <a:r>
              <a:rPr kumimoji="0" lang="en-US" sz="1600" b="0" i="0" u="none" strike="noStrike" kern="0" cap="none" spc="0" normalizeH="0" baseline="0" noProof="0" err="1">
                <a:ln>
                  <a:noFill/>
                </a:ln>
                <a:effectLst/>
                <a:uLnTx/>
                <a:uFillTx/>
                <a:latin typeface="Calibri" panose="020F0502020204030204"/>
                <a:ea typeface="+mn-ea"/>
                <a:cs typeface="+mn-cs"/>
              </a:rPr>
              <a:t>Dimethylether</a:t>
            </a:r>
            <a:r>
              <a:rPr kumimoji="0" lang="en-US" sz="1600" b="0" i="0" u="none" strike="noStrike" kern="0" cap="none" spc="0" normalizeH="0" baseline="0" noProof="0">
                <a:ln>
                  <a:noFill/>
                </a:ln>
                <a:effectLst/>
                <a:uLnTx/>
                <a:uFillTx/>
                <a:latin typeface="Calibri" panose="020F0502020204030204"/>
                <a:ea typeface="+mn-ea"/>
                <a:cs typeface="+mn-cs"/>
              </a:rPr>
              <a:t> (DME), </a:t>
            </a:r>
            <a:r>
              <a:rPr kumimoji="0" lang="en-US" sz="1600" b="0" i="0" u="none" strike="noStrike" kern="0" cap="none" spc="0" normalizeH="0" baseline="0" noProof="0" err="1">
                <a:ln>
                  <a:noFill/>
                </a:ln>
                <a:effectLst/>
                <a:uLnTx/>
                <a:uFillTx/>
                <a:latin typeface="Calibri" panose="020F0502020204030204"/>
                <a:ea typeface="+mn-ea"/>
                <a:cs typeface="+mn-cs"/>
              </a:rPr>
              <a:t>methylformate</a:t>
            </a:r>
            <a:r>
              <a:rPr kumimoji="0" lang="en-US" sz="1600" b="0" i="0" u="none" strike="noStrike" kern="0" cap="none" spc="0" normalizeH="0" baseline="0" noProof="0">
                <a:ln>
                  <a:noFill/>
                </a:ln>
                <a:effectLst/>
                <a:uLnTx/>
                <a:uFillTx/>
                <a:latin typeface="Calibri" panose="020F0502020204030204"/>
                <a:ea typeface="+mn-ea"/>
                <a:cs typeface="+mn-cs"/>
              </a:rPr>
              <a:t> and solved inert gases from raw methanol received from F-03001.</a:t>
            </a:r>
          </a:p>
          <a:p>
            <a:pPr marL="519113" marR="0" lvl="0" indent="-285750"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effectLst/>
                <a:uLnTx/>
                <a:uFillTx/>
                <a:latin typeface="Calibri" panose="020F0502020204030204"/>
                <a:ea typeface="+mn-ea"/>
                <a:cs typeface="+mn-cs"/>
              </a:rPr>
              <a:t>The non-condensed light ends are vented off the top of </a:t>
            </a:r>
            <a:r>
              <a:rPr kumimoji="0" lang="en-US" sz="1600" b="0" i="0" u="none" strike="noStrike" kern="0" cap="none" spc="0" normalizeH="0" baseline="0" noProof="0" err="1">
                <a:ln>
                  <a:noFill/>
                </a:ln>
                <a:effectLst/>
                <a:uLnTx/>
                <a:uFillTx/>
                <a:latin typeface="Calibri" panose="020F0502020204030204"/>
                <a:ea typeface="+mn-ea"/>
                <a:cs typeface="+mn-cs"/>
              </a:rPr>
              <a:t>Prerun</a:t>
            </a:r>
            <a:r>
              <a:rPr kumimoji="0" lang="en-US" sz="1600" b="0" i="0" u="none" strike="noStrike" kern="0" cap="none" spc="0" normalizeH="0" baseline="0" noProof="0">
                <a:ln>
                  <a:noFill/>
                </a:ln>
                <a:effectLst/>
                <a:uLnTx/>
                <a:uFillTx/>
                <a:latin typeface="Calibri" panose="020F0502020204030204"/>
                <a:ea typeface="+mn-ea"/>
                <a:cs typeface="+mn-cs"/>
              </a:rPr>
              <a:t> Column Reflux Drum (F-03002).</a:t>
            </a:r>
          </a:p>
          <a:p>
            <a:pPr marL="519113" marR="0" lvl="0" indent="-285750"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a:ln>
                  <a:noFill/>
                </a:ln>
                <a:effectLst/>
                <a:uLnTx/>
                <a:uFillTx/>
                <a:latin typeface="Calibri" panose="020F0502020204030204"/>
                <a:ea typeface="+mn-ea"/>
                <a:cs typeface="+mn-cs"/>
              </a:rPr>
              <a:t>The column bottom stream, stripped free of light impurities and remaining gas, leaves D-03001 and sent to Pressure Column (D-03002).</a:t>
            </a:r>
          </a:p>
          <a:p>
            <a:pPr marL="233363" marR="0" lvl="0" defTabSz="914400" rtl="0" eaLnBrk="1" fontAlgn="auto" latinLnBrk="0" hangingPunct="1">
              <a:spcBef>
                <a:spcPts val="0"/>
              </a:spcBef>
              <a:spcAft>
                <a:spcPts val="0"/>
              </a:spcAft>
              <a:buClrTx/>
              <a:buSzTx/>
              <a:tabLst/>
              <a:defRPr/>
            </a:pPr>
            <a:endParaRPr lang="en-US" sz="1600" kern="0">
              <a:latin typeface="Calibri" panose="020F0502020204030204"/>
            </a:endParaRPr>
          </a:p>
          <a:p>
            <a:pPr marL="233363" marR="0" lvl="0" defTabSz="914400" rtl="0" eaLnBrk="1" fontAlgn="auto" latinLnBrk="0" hangingPunct="1">
              <a:spcBef>
                <a:spcPts val="0"/>
              </a:spcBef>
              <a:spcAft>
                <a:spcPts val="0"/>
              </a:spcAft>
              <a:buClrTx/>
              <a:buSzTx/>
              <a:tabLst/>
              <a:defRPr/>
            </a:pPr>
            <a:r>
              <a:rPr lang="en-US" sz="1600" b="1" kern="0">
                <a:latin typeface="Calibri" panose="020F0502020204030204"/>
              </a:rPr>
              <a:t>Control Objective</a:t>
            </a:r>
          </a:p>
          <a:p>
            <a:pPr marL="576263" marR="0" lvl="0" indent="-342900" defTabSz="914400" rtl="0" eaLnBrk="1" fontAlgn="auto" latinLnBrk="0" hangingPunct="1">
              <a:spcBef>
                <a:spcPts val="0"/>
              </a:spcBef>
              <a:spcAft>
                <a:spcPts val="0"/>
              </a:spcAft>
              <a:buClrTx/>
              <a:buSzTx/>
              <a:buFont typeface="+mj-lt"/>
              <a:buAutoNum type="arabicPeriod"/>
              <a:tabLst/>
              <a:defRPr/>
            </a:pPr>
            <a:r>
              <a:rPr kumimoji="0" lang="en-US" sz="1600" b="0" i="0" u="none" strike="noStrike" kern="0" cap="none" spc="0" normalizeH="0" baseline="0" noProof="0">
                <a:ln>
                  <a:noFill/>
                </a:ln>
                <a:effectLst/>
                <a:uLnTx/>
                <a:uFillTx/>
                <a:latin typeface="Calibri" panose="020F0502020204030204"/>
                <a:ea typeface="+mn-ea"/>
                <a:cs typeface="+mn-cs"/>
              </a:rPr>
              <a:t>030LC1101A: Maintain D-03001 Level at setpoint by manipulating valve opening directly. When level of the column increases, the controller output will ask to open the valve (direct action) and vice versa.</a:t>
            </a:r>
          </a:p>
          <a:p>
            <a:pPr marL="576263" marR="0" lvl="0" indent="-342900" defTabSz="914400" rtl="0" eaLnBrk="1" fontAlgn="auto" latinLnBrk="0" hangingPunct="1">
              <a:spcBef>
                <a:spcPts val="0"/>
              </a:spcBef>
              <a:spcAft>
                <a:spcPts val="0"/>
              </a:spcAft>
              <a:buClrTx/>
              <a:buSzTx/>
              <a:buFont typeface="+mj-lt"/>
              <a:buAutoNum type="arabicPeriod"/>
              <a:tabLst/>
              <a:defRPr/>
            </a:pPr>
            <a:r>
              <a:rPr lang="en-US" sz="1600" kern="0">
                <a:latin typeface="Calibri" panose="020F0502020204030204"/>
              </a:rPr>
              <a:t>030LC1101B: </a:t>
            </a:r>
            <a:r>
              <a:rPr kumimoji="0" lang="en-US" sz="1600" b="0" i="0" u="none" strike="noStrike" kern="0" cap="none" spc="0" normalizeH="0" baseline="0" noProof="0">
                <a:ln>
                  <a:noFill/>
                </a:ln>
                <a:effectLst/>
                <a:uLnTx/>
                <a:uFillTx/>
                <a:latin typeface="Calibri" panose="020F0502020204030204"/>
                <a:ea typeface="+mn-ea"/>
                <a:cs typeface="+mn-cs"/>
              </a:rPr>
              <a:t>Maintain D-03001 Level at setpoint by manipulating the outlet flow (FC1107) with feedforward input from feed flow (FC1101). If feed flow increase, the controller will proactively increase the outlet flow according to the target ratio (HC1104).</a:t>
            </a:r>
          </a:p>
          <a:p>
            <a:pPr marL="576263" marR="0" lvl="0" indent="-342900" defTabSz="914400" rtl="0" eaLnBrk="1" fontAlgn="auto" latinLnBrk="0" hangingPunct="1">
              <a:spcBef>
                <a:spcPts val="0"/>
              </a:spcBef>
              <a:spcAft>
                <a:spcPts val="0"/>
              </a:spcAft>
              <a:buClrTx/>
              <a:buSzTx/>
              <a:buFont typeface="+mj-lt"/>
              <a:buAutoNum type="arabicPeriod"/>
              <a:tabLst/>
              <a:defRPr/>
            </a:pPr>
            <a:r>
              <a:rPr lang="en-US" sz="1600">
                <a:solidFill>
                  <a:srgbClr val="000000"/>
                </a:solidFill>
              </a:rPr>
              <a:t>Either 1 or 2 will be selected to be in controlled one at time. Currently both are nonoperational.</a:t>
            </a:r>
            <a:endParaRPr kumimoji="0" lang="en-US" sz="1600" b="0" i="0" u="none" strike="noStrike" kern="0" cap="none" spc="0" normalizeH="0" baseline="0" noProof="0">
              <a:ln>
                <a:noFill/>
              </a:ln>
              <a:solidFill>
                <a:srgbClr val="000000"/>
              </a:solidFill>
              <a:effectLst/>
              <a:uLnTx/>
              <a:uFillTx/>
              <a:latin typeface="Calibri" panose="020F0502020204030204"/>
              <a:ea typeface="+mn-ea"/>
              <a:cs typeface="+mn-cs"/>
            </a:endParaRPr>
          </a:p>
          <a:p>
            <a:pPr marL="233363" marR="0" lvl="0" defTabSz="914400" rtl="0" eaLnBrk="1" fontAlgn="auto" latinLnBrk="0" hangingPunct="1">
              <a:spcBef>
                <a:spcPts val="0"/>
              </a:spcBef>
              <a:spcAft>
                <a:spcPts val="0"/>
              </a:spcAft>
              <a:buClrTx/>
              <a:buSzTx/>
              <a:tabLst/>
              <a:defRPr/>
            </a:pPr>
            <a:endParaRPr kumimoji="0" lang="en-US" b="0" i="0" u="none" strike="noStrike" kern="0" cap="none" spc="0" normalizeH="0" baseline="0" noProof="0">
              <a:ln>
                <a:noFill/>
              </a:ln>
              <a:effectLst/>
              <a:uLnTx/>
              <a:uFillTx/>
              <a:latin typeface="Calibri" panose="020F0502020204030204"/>
              <a:ea typeface="+mn-ea"/>
              <a:cs typeface="+mn-cs"/>
            </a:endParaRPr>
          </a:p>
        </p:txBody>
      </p:sp>
      <p:sp>
        <p:nvSpPr>
          <p:cNvPr id="93" name="Title 1">
            <a:extLst>
              <a:ext uri="{FF2B5EF4-FFF2-40B4-BE49-F238E27FC236}">
                <a16:creationId xmlns:a16="http://schemas.microsoft.com/office/drawing/2014/main" id="{026EDD07-5123-C16C-51F5-CD1E735D5685}"/>
              </a:ext>
            </a:extLst>
          </p:cNvPr>
          <p:cNvSpPr txBox="1">
            <a:spLocks/>
          </p:cNvSpPr>
          <p:nvPr/>
        </p:nvSpPr>
        <p:spPr>
          <a:xfrm>
            <a:off x="0" y="248384"/>
            <a:ext cx="7243483" cy="744146"/>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2400" b="1" i="0" kern="1200">
                <a:solidFill>
                  <a:srgbClr val="00B1A9"/>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err="1">
                <a:ln>
                  <a:noFill/>
                </a:ln>
                <a:solidFill>
                  <a:srgbClr val="00B1A9"/>
                </a:solidFill>
                <a:effectLst/>
                <a:uLnTx/>
                <a:uFillTx/>
                <a:latin typeface="Museo Sans 900" panose="02000000000000000000" pitchFamily="50" charset="0"/>
                <a:ea typeface="+mj-ea"/>
                <a:cs typeface="Arial" panose="020B0604020202020204" pitchFamily="34" charset="0"/>
              </a:rPr>
              <a:t>Prerun</a:t>
            </a:r>
            <a:r>
              <a:rPr kumimoji="0" lang="en-US" sz="2400" b="1" i="0" u="none" strike="noStrike" kern="1200" cap="none" spc="0" normalizeH="0" baseline="0" noProof="0">
                <a:ln>
                  <a:noFill/>
                </a:ln>
                <a:solidFill>
                  <a:srgbClr val="00B1A9"/>
                </a:solidFill>
                <a:effectLst/>
                <a:uLnTx/>
                <a:uFillTx/>
                <a:latin typeface="Museo Sans 900" panose="02000000000000000000" pitchFamily="50" charset="0"/>
                <a:ea typeface="+mj-ea"/>
                <a:cs typeface="Arial" panose="020B0604020202020204" pitchFamily="34" charset="0"/>
              </a:rPr>
              <a:t> Column (D-03001) Level Control</a:t>
            </a:r>
            <a:br>
              <a:rPr kumimoji="0" lang="en-US" sz="2400" b="1" i="0" u="none" strike="noStrike" kern="1200" cap="none" spc="0" normalizeH="0" baseline="0" noProof="0">
                <a:ln>
                  <a:noFill/>
                </a:ln>
                <a:solidFill>
                  <a:srgbClr val="00B1A9"/>
                </a:solidFill>
                <a:effectLst/>
                <a:uLnTx/>
                <a:uFillTx/>
                <a:latin typeface="Museo Sans 900" panose="02000000000000000000" pitchFamily="50" charset="0"/>
                <a:ea typeface="+mj-ea"/>
                <a:cs typeface="Arial" panose="020B0604020202020204" pitchFamily="34" charset="0"/>
              </a:rPr>
            </a:br>
            <a:r>
              <a:rPr kumimoji="0" lang="en-US" sz="2000" b="1" i="0" u="none" strike="noStrike" kern="1200" cap="none" spc="0" normalizeH="0" baseline="0" noProof="0">
                <a:ln>
                  <a:noFill/>
                </a:ln>
                <a:solidFill>
                  <a:srgbClr val="000000">
                    <a:lumMod val="65000"/>
                    <a:lumOff val="35000"/>
                  </a:srgbClr>
                </a:solidFill>
                <a:effectLst/>
                <a:uLnTx/>
                <a:uFillTx/>
                <a:latin typeface="Museo Sans 900" panose="02000000000000000000" pitchFamily="50" charset="0"/>
                <a:ea typeface="+mj-ea"/>
                <a:cs typeface="Arial" panose="020B0604020202020204" pitchFamily="34" charset="0"/>
              </a:rPr>
              <a:t>Process &amp; Control Objectives</a:t>
            </a:r>
            <a:endParaRPr kumimoji="0" lang="en-US" sz="2800" b="1" i="0" u="none" strike="noStrike" kern="1200" cap="none" spc="0" normalizeH="0" baseline="0" noProof="0">
              <a:ln>
                <a:noFill/>
              </a:ln>
              <a:solidFill>
                <a:srgbClr val="000000">
                  <a:lumMod val="65000"/>
                  <a:lumOff val="35000"/>
                </a:srgbClr>
              </a:solidFill>
              <a:effectLst/>
              <a:uLnTx/>
              <a:uFillTx/>
              <a:latin typeface="Museo Sans 900" panose="02000000000000000000" pitchFamily="50" charset="0"/>
              <a:ea typeface="+mj-ea"/>
              <a:cs typeface="Arial" panose="020B0604020202020204" pitchFamily="34" charset="0"/>
            </a:endParaRPr>
          </a:p>
        </p:txBody>
      </p:sp>
      <p:grpSp>
        <p:nvGrpSpPr>
          <p:cNvPr id="2" name="Group 1">
            <a:extLst>
              <a:ext uri="{FF2B5EF4-FFF2-40B4-BE49-F238E27FC236}">
                <a16:creationId xmlns:a16="http://schemas.microsoft.com/office/drawing/2014/main" id="{4E861BEA-A030-61FF-27D6-9949B4048369}"/>
              </a:ext>
            </a:extLst>
          </p:cNvPr>
          <p:cNvGrpSpPr/>
          <p:nvPr/>
        </p:nvGrpSpPr>
        <p:grpSpPr>
          <a:xfrm>
            <a:off x="425694" y="1096912"/>
            <a:ext cx="6569042" cy="5442000"/>
            <a:chOff x="909788" y="1081790"/>
            <a:chExt cx="6569042" cy="5442000"/>
          </a:xfrm>
        </p:grpSpPr>
        <p:pic>
          <p:nvPicPr>
            <p:cNvPr id="8" name="Picture 7">
              <a:extLst>
                <a:ext uri="{FF2B5EF4-FFF2-40B4-BE49-F238E27FC236}">
                  <a16:creationId xmlns:a16="http://schemas.microsoft.com/office/drawing/2014/main" id="{62860445-AFF4-78D3-20A6-4A4D6A105E91}"/>
                </a:ext>
              </a:extLst>
            </p:cNvPr>
            <p:cNvPicPr>
              <a:picLocks noChangeAspect="1"/>
            </p:cNvPicPr>
            <p:nvPr/>
          </p:nvPicPr>
          <p:blipFill>
            <a:blip r:embed="rId3"/>
            <a:stretch>
              <a:fillRect/>
            </a:stretch>
          </p:blipFill>
          <p:spPr>
            <a:xfrm>
              <a:off x="909788" y="1081790"/>
              <a:ext cx="6569042" cy="5442000"/>
            </a:xfrm>
            <a:prstGeom prst="rect">
              <a:avLst/>
            </a:prstGeom>
          </p:spPr>
        </p:pic>
        <p:sp>
          <p:nvSpPr>
            <p:cNvPr id="9" name="Oval 8">
              <a:extLst>
                <a:ext uri="{FF2B5EF4-FFF2-40B4-BE49-F238E27FC236}">
                  <a16:creationId xmlns:a16="http://schemas.microsoft.com/office/drawing/2014/main" id="{685C7A90-39B0-398F-B8BB-4E91EB5B7C33}"/>
                </a:ext>
              </a:extLst>
            </p:cNvPr>
            <p:cNvSpPr/>
            <p:nvPr/>
          </p:nvSpPr>
          <p:spPr>
            <a:xfrm>
              <a:off x="4398745" y="4321743"/>
              <a:ext cx="288758" cy="2598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0" name="Oval 9">
              <a:extLst>
                <a:ext uri="{FF2B5EF4-FFF2-40B4-BE49-F238E27FC236}">
                  <a16:creationId xmlns:a16="http://schemas.microsoft.com/office/drawing/2014/main" id="{E7CC74F6-7D33-549E-CD26-C44BDF55C294}"/>
                </a:ext>
              </a:extLst>
            </p:cNvPr>
            <p:cNvSpPr/>
            <p:nvPr/>
          </p:nvSpPr>
          <p:spPr>
            <a:xfrm>
              <a:off x="4807034" y="4321743"/>
              <a:ext cx="288758" cy="25988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a:t>
              </a:r>
            </a:p>
          </p:txBody>
        </p:sp>
      </p:grpSp>
    </p:spTree>
    <p:extLst>
      <p:ext uri="{BB962C8B-B14F-4D97-AF65-F5344CB8AC3E}">
        <p14:creationId xmlns:p14="http://schemas.microsoft.com/office/powerpoint/2010/main" val="1996968308"/>
      </p:ext>
    </p:extLst>
  </p:cSld>
  <p:clrMapOvr>
    <a:masterClrMapping/>
  </p:clrMapOvr>
  <mc:AlternateContent xmlns:mc="http://schemas.openxmlformats.org/markup-compatibility/2006" xmlns:p14="http://schemas.microsoft.com/office/powerpoint/2010/main">
    <mc:Choice Requires="p14">
      <p:transition spd="slow" p14:dur="2000" advTm="102409"/>
    </mc:Choice>
    <mc:Fallback xmlns="">
      <p:transition spd="slow" advTm="102409"/>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93">
            <a:extLst>
              <a:ext uri="{FF2B5EF4-FFF2-40B4-BE49-F238E27FC236}">
                <a16:creationId xmlns:a16="http://schemas.microsoft.com/office/drawing/2014/main" id="{AA526EE7-1306-7BBD-F95B-58F7CFF5518C}"/>
              </a:ext>
            </a:extLst>
          </p:cNvPr>
          <p:cNvSpPr/>
          <p:nvPr/>
        </p:nvSpPr>
        <p:spPr>
          <a:xfrm>
            <a:off x="7791451" y="0"/>
            <a:ext cx="4400550" cy="6858000"/>
          </a:xfrm>
          <a:prstGeom prst="rect">
            <a:avLst/>
          </a:prstGeom>
          <a:solidFill>
            <a:schemeClr val="accent1">
              <a:lumMod val="20000"/>
              <a:lumOff val="80000"/>
            </a:schemeClr>
          </a:solidFill>
          <a:ln w="12700" cap="flat" cmpd="sng" algn="ctr">
            <a:solidFill>
              <a:srgbClr val="E2F0D9"/>
            </a:solidFill>
            <a:prstDash val="solid"/>
            <a:miter lim="800000"/>
          </a:ln>
          <a:effectLst/>
        </p:spPr>
        <p:txBody>
          <a:bodyPr rtlCol="0" anchor="ctr"/>
          <a:lstStyle/>
          <a:p>
            <a:pPr marL="519113" marR="0" lvl="0" indent="-285750" defTabSz="914400" rtl="0" eaLnBrk="1" fontAlgn="auto" latinLnBrk="0" hangingPunct="1">
              <a:spcBef>
                <a:spcPts val="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effectLst/>
                <a:uLnTx/>
                <a:uFillTx/>
                <a:latin typeface="Calibri" panose="020F0502020204030204"/>
                <a:ea typeface="+mn-ea"/>
                <a:cs typeface="+mn-cs"/>
              </a:rPr>
              <a:t>Cascade control configuration, Level Controller to Flow Controller.</a:t>
            </a:r>
          </a:p>
          <a:p>
            <a:pPr marL="519113" marR="0" lvl="0" indent="-285750" defTabSz="914400" rtl="0" eaLnBrk="1" fontAlgn="auto" latinLnBrk="0" hangingPunct="1">
              <a:spcBef>
                <a:spcPts val="0"/>
              </a:spcBef>
              <a:spcAft>
                <a:spcPts val="0"/>
              </a:spcAft>
              <a:buClrTx/>
              <a:buSzTx/>
              <a:buFont typeface="Arial" panose="020B0604020202020204" pitchFamily="34" charset="0"/>
              <a:buChar char="•"/>
              <a:tabLst/>
              <a:defRPr/>
            </a:pPr>
            <a:r>
              <a:rPr lang="en-US" sz="1400" kern="0" dirty="0">
                <a:latin typeface="Calibri" panose="020F0502020204030204"/>
              </a:rPr>
              <a:t>This control scheme allows column level to be controlled steadily (not aggressive) which will also stabilize the flow to the next column.</a:t>
            </a:r>
          </a:p>
          <a:p>
            <a:pPr marL="519113" marR="0" lvl="0" indent="-285750" defTabSz="914400" rtl="0" eaLnBrk="1" fontAlgn="auto" latinLnBrk="0" hangingPunct="1">
              <a:spcBef>
                <a:spcPts val="0"/>
              </a:spcBef>
              <a:spcAft>
                <a:spcPts val="0"/>
              </a:spcAft>
              <a:buClrTx/>
              <a:buSzTx/>
              <a:buFont typeface="Arial" panose="020B0604020202020204" pitchFamily="34" charset="0"/>
              <a:buChar char="•"/>
              <a:tabLst/>
              <a:defRPr/>
            </a:pPr>
            <a:endParaRPr lang="en-US" sz="1600" kern="0" dirty="0">
              <a:latin typeface="Calibri" panose="020F0502020204030204"/>
            </a:endParaRPr>
          </a:p>
          <a:p>
            <a:pPr marL="233363" marR="0" lvl="0" defTabSz="914400" rtl="0" eaLnBrk="1" fontAlgn="auto" latinLnBrk="0" hangingPunct="1">
              <a:spcBef>
                <a:spcPts val="0"/>
              </a:spcBef>
              <a:spcAft>
                <a:spcPts val="0"/>
              </a:spcAft>
              <a:buClrTx/>
              <a:buSzTx/>
              <a:tabLst/>
              <a:defRPr/>
            </a:pPr>
            <a:r>
              <a:rPr lang="en-US" sz="1600" b="1" u="sng" kern="0" dirty="0">
                <a:latin typeface="Calibri" panose="020F0502020204030204"/>
              </a:rPr>
              <a:t>Master: Level Controller 030LC1101 (New)</a:t>
            </a:r>
          </a:p>
          <a:p>
            <a:pPr marL="519113" marR="0" lvl="0" indent="-285750" defTabSz="914400" rtl="0" eaLnBrk="1" fontAlgn="auto" latinLnBrk="0" hangingPunct="1">
              <a:spcBef>
                <a:spcPts val="0"/>
              </a:spcBef>
              <a:spcAft>
                <a:spcPts val="0"/>
              </a:spcAft>
              <a:buClrTx/>
              <a:buSzTx/>
              <a:buFont typeface="Arial" panose="020B0604020202020204" pitchFamily="34" charset="0"/>
              <a:buChar char="•"/>
              <a:tabLst/>
              <a:defRPr/>
            </a:pPr>
            <a:r>
              <a:rPr lang="en-US" sz="1400" kern="0" dirty="0">
                <a:latin typeface="Calibri" panose="020F0502020204030204"/>
              </a:rPr>
              <a:t>030LC1101 is a direct acting controller to control the level D-03001 by manipulating the SV of 030FC1107.</a:t>
            </a:r>
          </a:p>
          <a:p>
            <a:pPr marL="519113" marR="0" lvl="0" indent="-285750" defTabSz="914400" rtl="0" eaLnBrk="1" fontAlgn="auto" latinLnBrk="0" hangingPunct="1">
              <a:spcBef>
                <a:spcPts val="0"/>
              </a:spcBef>
              <a:spcAft>
                <a:spcPts val="0"/>
              </a:spcAft>
              <a:buClrTx/>
              <a:buSzTx/>
              <a:buFont typeface="Arial" panose="020B0604020202020204" pitchFamily="34" charset="0"/>
              <a:buChar char="•"/>
              <a:tabLst/>
              <a:defRPr/>
            </a:pPr>
            <a:r>
              <a:rPr lang="en-US" sz="1400" kern="0" dirty="0">
                <a:latin typeface="Calibri" panose="020F0502020204030204"/>
              </a:rPr>
              <a:t>When level exceed SV, controller output will increase RSV to flow controller 030FC1107 and vice versa.</a:t>
            </a:r>
          </a:p>
          <a:p>
            <a:pPr marL="519113" marR="0" lvl="0" indent="-285750" defTabSz="914400" rtl="0" eaLnBrk="1" fontAlgn="auto" latinLnBrk="0" hangingPunct="1">
              <a:spcBef>
                <a:spcPts val="0"/>
              </a:spcBef>
              <a:spcAft>
                <a:spcPts val="0"/>
              </a:spcAft>
              <a:buClrTx/>
              <a:buSzTx/>
              <a:buFont typeface="Arial" panose="020B0604020202020204" pitchFamily="34" charset="0"/>
              <a:buChar char="•"/>
              <a:tabLst/>
              <a:defRPr/>
            </a:pPr>
            <a:r>
              <a:rPr lang="en-US" sz="1400" kern="0" dirty="0">
                <a:latin typeface="Calibri" panose="020F0502020204030204"/>
              </a:rPr>
              <a:t>This controller is to be tuned to be less aggressive, such that the flow to next column will experience more gradual change, giving more dynamic stability to the column operations downstream.</a:t>
            </a:r>
          </a:p>
          <a:p>
            <a:pPr marL="519113" marR="0" lvl="0" indent="-285750" defTabSz="914400" rtl="0" eaLnBrk="1" fontAlgn="auto" latinLnBrk="0" hangingPunct="1">
              <a:spcBef>
                <a:spcPts val="0"/>
              </a:spcBef>
              <a:spcAft>
                <a:spcPts val="0"/>
              </a:spcAft>
              <a:buClrTx/>
              <a:buSzTx/>
              <a:buFont typeface="Arial" panose="020B0604020202020204" pitchFamily="34" charset="0"/>
              <a:buChar char="•"/>
              <a:tabLst/>
              <a:defRPr/>
            </a:pPr>
            <a:endParaRPr lang="en-US" sz="1600" kern="0" dirty="0">
              <a:latin typeface="Calibri" panose="020F0502020204030204"/>
            </a:endParaRPr>
          </a:p>
          <a:p>
            <a:pPr marL="233363" marR="0" lvl="0" defTabSz="914400" rtl="0" eaLnBrk="1" fontAlgn="auto" latinLnBrk="0" hangingPunct="1">
              <a:spcBef>
                <a:spcPts val="0"/>
              </a:spcBef>
              <a:spcAft>
                <a:spcPts val="0"/>
              </a:spcAft>
              <a:buClrTx/>
              <a:buSzTx/>
              <a:tabLst/>
              <a:defRPr/>
            </a:pPr>
            <a:r>
              <a:rPr lang="en-US" sz="1600" b="1" u="sng" kern="0" dirty="0">
                <a:latin typeface="Calibri" panose="020F0502020204030204"/>
              </a:rPr>
              <a:t>Slave: Flow Controller 030FC1107 (Existing)</a:t>
            </a:r>
          </a:p>
          <a:p>
            <a:pPr marL="519113" marR="0" lvl="0" indent="-285750" defTabSz="914400" rtl="0" eaLnBrk="1" fontAlgn="auto" latinLnBrk="0" hangingPunct="1">
              <a:spcBef>
                <a:spcPts val="0"/>
              </a:spcBef>
              <a:spcAft>
                <a:spcPts val="0"/>
              </a:spcAft>
              <a:buClrTx/>
              <a:buSzTx/>
              <a:buFont typeface="Arial" panose="020B0604020202020204" pitchFamily="34" charset="0"/>
              <a:buChar char="•"/>
              <a:tabLst/>
              <a:defRPr/>
            </a:pPr>
            <a:r>
              <a:rPr lang="en-US" sz="1400" kern="0" dirty="0">
                <a:latin typeface="Calibri" panose="020F0502020204030204"/>
              </a:rPr>
              <a:t>030FC1107 is a reverse acting controller to control flow rates from bottom outlet of D-03001 due to changes in column level or pressure.</a:t>
            </a:r>
          </a:p>
          <a:p>
            <a:pPr marL="519113" marR="0" lvl="0" indent="-285750" defTabSz="914400" rtl="0" eaLnBrk="1" fontAlgn="auto" latinLnBrk="0" hangingPunct="1">
              <a:spcBef>
                <a:spcPts val="0"/>
              </a:spcBef>
              <a:spcAft>
                <a:spcPts val="0"/>
              </a:spcAft>
              <a:buClrTx/>
              <a:buSzTx/>
              <a:buFont typeface="Arial" panose="020B0604020202020204" pitchFamily="34" charset="0"/>
              <a:buChar char="•"/>
              <a:tabLst/>
              <a:defRPr/>
            </a:pPr>
            <a:r>
              <a:rPr lang="en-US" sz="1400" kern="0" dirty="0">
                <a:latin typeface="Calibri" panose="020F0502020204030204"/>
              </a:rPr>
              <a:t>When Flow exceed SV, controller will close the bottom outlet valve to reduce flow and vice versa.</a:t>
            </a:r>
          </a:p>
          <a:p>
            <a:pPr marL="519113" marR="0" lvl="0" indent="-285750" defTabSz="914400" rtl="0" eaLnBrk="1" fontAlgn="auto" latinLnBrk="0" hangingPunct="1">
              <a:spcBef>
                <a:spcPts val="0"/>
              </a:spcBef>
              <a:spcAft>
                <a:spcPts val="0"/>
              </a:spcAft>
              <a:buClrTx/>
              <a:buSzTx/>
              <a:buFont typeface="Arial" panose="020B0604020202020204" pitchFamily="34" charset="0"/>
              <a:buChar char="•"/>
              <a:tabLst/>
              <a:defRPr/>
            </a:pPr>
            <a:r>
              <a:rPr lang="en-US" sz="1400" kern="0" dirty="0">
                <a:latin typeface="Calibri" panose="020F0502020204030204"/>
              </a:rPr>
              <a:t>In CAS mode, this controller will receive SV from the master to control the level accordingly.</a:t>
            </a:r>
          </a:p>
        </p:txBody>
      </p:sp>
      <p:sp>
        <p:nvSpPr>
          <p:cNvPr id="93" name="Title 1">
            <a:extLst>
              <a:ext uri="{FF2B5EF4-FFF2-40B4-BE49-F238E27FC236}">
                <a16:creationId xmlns:a16="http://schemas.microsoft.com/office/drawing/2014/main" id="{026EDD07-5123-C16C-51F5-CD1E735D5685}"/>
              </a:ext>
            </a:extLst>
          </p:cNvPr>
          <p:cNvSpPr txBox="1">
            <a:spLocks/>
          </p:cNvSpPr>
          <p:nvPr/>
        </p:nvSpPr>
        <p:spPr>
          <a:xfrm>
            <a:off x="0" y="248384"/>
            <a:ext cx="7791451" cy="744146"/>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2400" b="1" i="0" kern="1200">
                <a:solidFill>
                  <a:srgbClr val="00B1A9"/>
                </a:solidFill>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err="1">
                <a:ln>
                  <a:noFill/>
                </a:ln>
                <a:solidFill>
                  <a:srgbClr val="00B1A9"/>
                </a:solidFill>
                <a:effectLst/>
                <a:uLnTx/>
                <a:uFillTx/>
                <a:latin typeface="Museo Sans 900" panose="02000000000000000000" pitchFamily="50" charset="0"/>
                <a:ea typeface="+mj-ea"/>
                <a:cs typeface="Arial" panose="020B0604020202020204" pitchFamily="34" charset="0"/>
              </a:rPr>
              <a:t>Prerun</a:t>
            </a:r>
            <a:r>
              <a:rPr kumimoji="0" lang="en-US" sz="2400" b="1" i="0" u="none" strike="noStrike" kern="1200" cap="none" spc="0" normalizeH="0" baseline="0" noProof="0">
                <a:ln>
                  <a:noFill/>
                </a:ln>
                <a:solidFill>
                  <a:srgbClr val="00B1A9"/>
                </a:solidFill>
                <a:effectLst/>
                <a:uLnTx/>
                <a:uFillTx/>
                <a:latin typeface="Museo Sans 900" panose="02000000000000000000" pitchFamily="50" charset="0"/>
                <a:ea typeface="+mj-ea"/>
                <a:cs typeface="Arial" panose="020B0604020202020204" pitchFamily="34" charset="0"/>
              </a:rPr>
              <a:t> Column (D-03001) Level Control</a:t>
            </a:r>
            <a:br>
              <a:rPr kumimoji="0" lang="en-US" sz="2400" b="1" i="0" u="none" strike="noStrike" kern="1200" cap="none" spc="0" normalizeH="0" baseline="0" noProof="0">
                <a:ln>
                  <a:noFill/>
                </a:ln>
                <a:solidFill>
                  <a:srgbClr val="00B1A9"/>
                </a:solidFill>
                <a:effectLst/>
                <a:uLnTx/>
                <a:uFillTx/>
                <a:latin typeface="Museo Sans 900" panose="02000000000000000000" pitchFamily="50" charset="0"/>
                <a:ea typeface="+mj-ea"/>
                <a:cs typeface="Arial" panose="020B0604020202020204" pitchFamily="34" charset="0"/>
              </a:rPr>
            </a:br>
            <a:r>
              <a:rPr kumimoji="0" lang="en-US" sz="2000" b="1" i="0" u="none" strike="noStrike" kern="1200" cap="none" spc="0" normalizeH="0" baseline="0" noProof="0">
                <a:ln>
                  <a:noFill/>
                </a:ln>
                <a:solidFill>
                  <a:srgbClr val="000000">
                    <a:lumMod val="65000"/>
                    <a:lumOff val="35000"/>
                  </a:srgbClr>
                </a:solidFill>
                <a:effectLst/>
                <a:uLnTx/>
                <a:uFillTx/>
                <a:latin typeface="Museo Sans 900" panose="02000000000000000000" pitchFamily="50" charset="0"/>
                <a:ea typeface="+mj-ea"/>
                <a:cs typeface="Arial" panose="020B0604020202020204" pitchFamily="34" charset="0"/>
              </a:rPr>
              <a:t>Proposed Control Scheme &amp; Narrative</a:t>
            </a:r>
            <a:endParaRPr kumimoji="0" lang="en-US" sz="2800" b="1" i="0" u="none" strike="noStrike" kern="1200" cap="none" spc="0" normalizeH="0" baseline="0" noProof="0">
              <a:ln>
                <a:noFill/>
              </a:ln>
              <a:solidFill>
                <a:srgbClr val="000000">
                  <a:lumMod val="65000"/>
                  <a:lumOff val="35000"/>
                </a:srgbClr>
              </a:solidFill>
              <a:effectLst/>
              <a:uLnTx/>
              <a:uFillTx/>
              <a:latin typeface="Museo Sans 900" panose="02000000000000000000" pitchFamily="50" charset="0"/>
              <a:ea typeface="+mj-ea"/>
              <a:cs typeface="Arial" panose="020B0604020202020204" pitchFamily="34" charset="0"/>
            </a:endParaRPr>
          </a:p>
        </p:txBody>
      </p:sp>
      <p:sp>
        <p:nvSpPr>
          <p:cNvPr id="3" name="Footer Placeholder 2">
            <a:extLst>
              <a:ext uri="{FF2B5EF4-FFF2-40B4-BE49-F238E27FC236}">
                <a16:creationId xmlns:a16="http://schemas.microsoft.com/office/drawing/2014/main" id="{64570AD0-8D85-4D17-0B1C-63BD9AD209AE}"/>
              </a:ext>
            </a:extLst>
          </p:cNvPr>
          <p:cNvSpPr>
            <a:spLocks noGrp="1"/>
          </p:cNvSpPr>
          <p:nvPr>
            <p:ph type="ftr" sz="quarter" idx="11"/>
            <p:custDataLst>
              <p:tags r:id="rId1"/>
            </p:custDataLst>
          </p:nvPr>
        </p:nvSpPr>
        <p:spPr>
          <a:xfrm>
            <a:off x="0" y="6356350"/>
            <a:ext cx="12192000" cy="365125"/>
          </a:xfrm>
        </p:spPr>
        <p:txBody>
          <a:bodyPr/>
          <a:lstStyle/>
          <a:p>
            <a:r>
              <a:rPr lang="en-US"/>
              <a:t>Internal</a:t>
            </a:r>
          </a:p>
        </p:txBody>
      </p:sp>
      <p:pic>
        <p:nvPicPr>
          <p:cNvPr id="4" name="Picture 3">
            <a:extLst>
              <a:ext uri="{FF2B5EF4-FFF2-40B4-BE49-F238E27FC236}">
                <a16:creationId xmlns:a16="http://schemas.microsoft.com/office/drawing/2014/main" id="{66BDF817-A457-E90C-F7F5-721FD5AD3745}"/>
              </a:ext>
            </a:extLst>
          </p:cNvPr>
          <p:cNvPicPr>
            <a:picLocks noChangeAspect="1"/>
          </p:cNvPicPr>
          <p:nvPr/>
        </p:nvPicPr>
        <p:blipFill>
          <a:blip r:embed="rId4"/>
          <a:stretch>
            <a:fillRect/>
          </a:stretch>
        </p:blipFill>
        <p:spPr>
          <a:xfrm>
            <a:off x="516048" y="1009954"/>
            <a:ext cx="6759355" cy="5599662"/>
          </a:xfrm>
          <a:prstGeom prst="rect">
            <a:avLst/>
          </a:prstGeom>
        </p:spPr>
      </p:pic>
    </p:spTree>
    <p:extLst>
      <p:ext uri="{BB962C8B-B14F-4D97-AF65-F5344CB8AC3E}">
        <p14:creationId xmlns:p14="http://schemas.microsoft.com/office/powerpoint/2010/main" val="3732933565"/>
      </p:ext>
    </p:extLst>
  </p:cSld>
  <p:clrMapOvr>
    <a:masterClrMapping/>
  </p:clrMapOvr>
  <mc:AlternateContent xmlns:mc="http://schemas.openxmlformats.org/markup-compatibility/2006" xmlns:p14="http://schemas.microsoft.com/office/powerpoint/2010/main">
    <mc:Choice Requires="p14">
      <p:transition spd="slow" p14:dur="2000" advTm="102409"/>
    </mc:Choice>
    <mc:Fallback xmlns="">
      <p:transition spd="slow" advTm="102409"/>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F362F-EB4D-4F4D-AF26-91BA3626A2EE}"/>
              </a:ext>
            </a:extLst>
          </p:cNvPr>
          <p:cNvSpPr>
            <a:spLocks noGrp="1"/>
          </p:cNvSpPr>
          <p:nvPr>
            <p:ph type="title"/>
          </p:nvPr>
        </p:nvSpPr>
        <p:spPr>
          <a:xfrm>
            <a:off x="350244" y="368298"/>
            <a:ext cx="11160123" cy="637880"/>
          </a:xfrm>
        </p:spPr>
        <p:txBody>
          <a:bodyPr>
            <a:normAutofit fontScale="90000"/>
          </a:bodyPr>
          <a:lstStyle/>
          <a:p>
            <a:r>
              <a:rPr lang="en-GB" dirty="0"/>
              <a:t>Sample of Process Trending Improvement (if rectification is part of the scope)</a:t>
            </a:r>
          </a:p>
        </p:txBody>
      </p:sp>
      <p:sp>
        <p:nvSpPr>
          <p:cNvPr id="4" name="Slide Number Placeholder 3">
            <a:extLst>
              <a:ext uri="{FF2B5EF4-FFF2-40B4-BE49-F238E27FC236}">
                <a16:creationId xmlns:a16="http://schemas.microsoft.com/office/drawing/2014/main" id="{74684EF4-4BEA-4063-6224-99B4CFEBC1B0}"/>
              </a:ext>
            </a:extLst>
          </p:cNvPr>
          <p:cNvSpPr>
            <a:spLocks noGrp="1"/>
          </p:cNvSpPr>
          <p:nvPr>
            <p:ph type="sldNum" sz="quarter" idx="12"/>
          </p:nvPr>
        </p:nvSpPr>
        <p:spPr/>
        <p:txBody>
          <a:bodyPr/>
          <a:lstStyle/>
          <a:p>
            <a:fld id="{F5CED561-C827-4218-8CB7-1DF03C68608A}" type="slidenum">
              <a:rPr lang="en-US" smtClean="0"/>
              <a:t>49</a:t>
            </a:fld>
            <a:endParaRPr lang="en-US"/>
          </a:p>
        </p:txBody>
      </p:sp>
      <p:sp>
        <p:nvSpPr>
          <p:cNvPr id="8" name="TextBox 7">
            <a:extLst>
              <a:ext uri="{FF2B5EF4-FFF2-40B4-BE49-F238E27FC236}">
                <a16:creationId xmlns:a16="http://schemas.microsoft.com/office/drawing/2014/main" id="{26FD20C9-6195-A27E-5B52-528FCF168B45}"/>
              </a:ext>
            </a:extLst>
          </p:cNvPr>
          <p:cNvSpPr txBox="1"/>
          <p:nvPr/>
        </p:nvSpPr>
        <p:spPr>
          <a:xfrm>
            <a:off x="4342203" y="1173732"/>
            <a:ext cx="3090333" cy="307777"/>
          </a:xfrm>
          <a:prstGeom prst="rect">
            <a:avLst/>
          </a:prstGeom>
          <a:solidFill>
            <a:srgbClr val="FFCCCC"/>
          </a:solidFill>
        </p:spPr>
        <p:txBody>
          <a:bodyPr wrap="none" rtlCol="0">
            <a:spAutoFit/>
          </a:bodyPr>
          <a:lstStyle>
            <a:defPPr>
              <a:defRPr lang="en-US"/>
            </a:defPPr>
            <a:lvl1pPr>
              <a:defRPr sz="1400">
                <a:solidFill>
                  <a:srgbClr val="FF0000"/>
                </a:solidFill>
              </a:defRPr>
            </a:lvl1pPr>
          </a:lstStyle>
          <a:p>
            <a:r>
              <a:rPr lang="en-GB" dirty="0"/>
              <a:t>Sample of Automation &amp; Fine Tuning</a:t>
            </a:r>
          </a:p>
        </p:txBody>
      </p:sp>
      <p:pic>
        <p:nvPicPr>
          <p:cNvPr id="12" name="Picture 11">
            <a:extLst>
              <a:ext uri="{FF2B5EF4-FFF2-40B4-BE49-F238E27FC236}">
                <a16:creationId xmlns:a16="http://schemas.microsoft.com/office/drawing/2014/main" id="{C3490404-ACF9-7AC9-AC5A-9F14D8183649}"/>
              </a:ext>
            </a:extLst>
          </p:cNvPr>
          <p:cNvPicPr>
            <a:picLocks noChangeAspect="1"/>
          </p:cNvPicPr>
          <p:nvPr/>
        </p:nvPicPr>
        <p:blipFill>
          <a:blip r:embed="rId2"/>
          <a:stretch>
            <a:fillRect/>
          </a:stretch>
        </p:blipFill>
        <p:spPr>
          <a:xfrm>
            <a:off x="7129860" y="1649063"/>
            <a:ext cx="4940220" cy="2858052"/>
          </a:xfrm>
          <a:prstGeom prst="rect">
            <a:avLst/>
          </a:prstGeom>
        </p:spPr>
      </p:pic>
      <p:pic>
        <p:nvPicPr>
          <p:cNvPr id="14" name="Picture 13">
            <a:extLst>
              <a:ext uri="{FF2B5EF4-FFF2-40B4-BE49-F238E27FC236}">
                <a16:creationId xmlns:a16="http://schemas.microsoft.com/office/drawing/2014/main" id="{47B0F7A4-8DE0-16AC-B29E-DF0DBB778692}"/>
              </a:ext>
            </a:extLst>
          </p:cNvPr>
          <p:cNvPicPr>
            <a:picLocks noChangeAspect="1"/>
          </p:cNvPicPr>
          <p:nvPr/>
        </p:nvPicPr>
        <p:blipFill>
          <a:blip r:embed="rId3"/>
          <a:stretch>
            <a:fillRect/>
          </a:stretch>
        </p:blipFill>
        <p:spPr>
          <a:xfrm>
            <a:off x="350244" y="1649063"/>
            <a:ext cx="6779616" cy="2754031"/>
          </a:xfrm>
          <a:prstGeom prst="rect">
            <a:avLst/>
          </a:prstGeom>
        </p:spPr>
      </p:pic>
    </p:spTree>
    <p:extLst>
      <p:ext uri="{BB962C8B-B14F-4D97-AF65-F5344CB8AC3E}">
        <p14:creationId xmlns:p14="http://schemas.microsoft.com/office/powerpoint/2010/main" val="20661611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480EA-6A5F-913B-C6D7-AC7817821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649C3-FEC3-B32C-D321-F56774E6BC14}"/>
              </a:ext>
            </a:extLst>
          </p:cNvPr>
          <p:cNvSpPr>
            <a:spLocks noGrp="1"/>
          </p:cNvSpPr>
          <p:nvPr>
            <p:ph type="ctrTitle"/>
          </p:nvPr>
        </p:nvSpPr>
        <p:spPr/>
        <p:txBody>
          <a:bodyPr/>
          <a:lstStyle/>
          <a:p>
            <a:r>
              <a:rPr lang="en-GB"/>
              <a:t>Configuring </a:t>
            </a:r>
            <a:r>
              <a:rPr lang="en-GB" err="1"/>
              <a:t>MDpro</a:t>
            </a:r>
            <a:r>
              <a:rPr lang="en-GB"/>
              <a:t> for Analysis</a:t>
            </a:r>
          </a:p>
        </p:txBody>
      </p:sp>
    </p:spTree>
    <p:extLst>
      <p:ext uri="{BB962C8B-B14F-4D97-AF65-F5344CB8AC3E}">
        <p14:creationId xmlns:p14="http://schemas.microsoft.com/office/powerpoint/2010/main" val="13295436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BED65-3435-6D6B-D98D-CD66D4C8B1B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66CB86-A0F8-751D-C337-E6226D28413A}"/>
              </a:ext>
            </a:extLst>
          </p:cNvPr>
          <p:cNvSpPr>
            <a:spLocks noGrp="1"/>
          </p:cNvSpPr>
          <p:nvPr>
            <p:ph sz="quarter" idx="4"/>
          </p:nvPr>
        </p:nvSpPr>
        <p:spPr>
          <a:xfrm>
            <a:off x="522288" y="1305325"/>
            <a:ext cx="11160124" cy="4881652"/>
          </a:xfrm>
        </p:spPr>
        <p:txBody>
          <a:bodyPr/>
          <a:lstStyle/>
          <a:p>
            <a:r>
              <a:rPr lang="en-GB" dirty="0"/>
              <a:t>Before loading the data into </a:t>
            </a:r>
            <a:r>
              <a:rPr lang="en-GB" dirty="0" err="1"/>
              <a:t>MDPro</a:t>
            </a:r>
            <a:r>
              <a:rPr lang="en-GB" dirty="0"/>
              <a:t> software:</a:t>
            </a:r>
          </a:p>
          <a:p>
            <a:pPr marL="342900" indent="-342900">
              <a:buFont typeface="+mj-lt"/>
              <a:buAutoNum type="arabicPeriod"/>
            </a:pPr>
            <a:r>
              <a:rPr lang="en-GB" dirty="0"/>
              <a:t>Ensure the time of PI data in the format: (dd/mm/</a:t>
            </a:r>
            <a:r>
              <a:rPr lang="en-GB" dirty="0" err="1"/>
              <a:t>yyyy</a:t>
            </a:r>
            <a:r>
              <a:rPr lang="en-GB" dirty="0"/>
              <a:t> </a:t>
            </a:r>
            <a:r>
              <a:rPr lang="en-GB" dirty="0" err="1"/>
              <a:t>hh:mm</a:t>
            </a:r>
            <a:r>
              <a:rPr lang="en-GB" dirty="0"/>
              <a:t>)</a:t>
            </a:r>
          </a:p>
          <a:p>
            <a:pPr marL="342900" indent="-342900">
              <a:buFont typeface="+mj-lt"/>
              <a:buAutoNum type="arabicPeriod"/>
            </a:pPr>
            <a:r>
              <a:rPr lang="en-GB" dirty="0"/>
              <a:t>Ensure you PI tag Data is on row 4 of the excel file, PI tag Descriptors is at row 2 and PI tag Engineering Unit is at row 3</a:t>
            </a:r>
          </a:p>
          <a:p>
            <a:pPr marL="342900" indent="-342900">
              <a:buFont typeface="+mj-lt"/>
              <a:buAutoNum type="arabicPeriod"/>
            </a:pPr>
            <a:endParaRPr lang="en-GB" dirty="0"/>
          </a:p>
          <a:p>
            <a:pPr marL="342900" indent="-342900">
              <a:buFont typeface="+mj-lt"/>
              <a:buAutoNum type="arabicPeriod"/>
            </a:pPr>
            <a:endParaRPr lang="en-GB" dirty="0"/>
          </a:p>
          <a:p>
            <a:pPr marL="342900" indent="-342900">
              <a:buFont typeface="+mj-lt"/>
              <a:buAutoNum type="arabicPeriod"/>
            </a:pPr>
            <a:endParaRPr lang="en-GB" dirty="0"/>
          </a:p>
          <a:p>
            <a:pPr marL="342900" indent="-342900">
              <a:buFont typeface="+mj-lt"/>
              <a:buAutoNum type="arabicPeriod"/>
            </a:pPr>
            <a:r>
              <a:rPr lang="en-GB" dirty="0"/>
              <a:t>Once the data collection is completed, the file is saved as .csv format</a:t>
            </a:r>
          </a:p>
          <a:p>
            <a:pPr marL="342900" indent="-342900">
              <a:buFont typeface="+mj-lt"/>
              <a:buAutoNum type="arabicPeriod"/>
            </a:pPr>
            <a:endParaRPr lang="en-GB" dirty="0"/>
          </a:p>
          <a:p>
            <a:pPr marL="342900" indent="-342900">
              <a:buFont typeface="+mj-lt"/>
              <a:buAutoNum type="arabicPeriod"/>
            </a:pPr>
            <a:endParaRPr lang="en-GB" dirty="0"/>
          </a:p>
          <a:p>
            <a:pPr marL="342900" indent="-342900">
              <a:buFont typeface="+mj-lt"/>
              <a:buAutoNum type="arabicPeriod"/>
            </a:pPr>
            <a:endParaRPr lang="en-GB" dirty="0"/>
          </a:p>
          <a:p>
            <a:pPr marL="342900" indent="-342900">
              <a:buFont typeface="+mj-lt"/>
              <a:buAutoNum type="arabicPeriod"/>
            </a:pPr>
            <a:endParaRPr lang="en-GB" dirty="0"/>
          </a:p>
          <a:p>
            <a:endParaRPr lang="en-GB" dirty="0"/>
          </a:p>
        </p:txBody>
      </p:sp>
      <p:sp>
        <p:nvSpPr>
          <p:cNvPr id="3" name="Slide Number Placeholder 2">
            <a:extLst>
              <a:ext uri="{FF2B5EF4-FFF2-40B4-BE49-F238E27FC236}">
                <a16:creationId xmlns:a16="http://schemas.microsoft.com/office/drawing/2014/main" id="{93B3D119-C29F-9018-4184-538CDD932876}"/>
              </a:ext>
            </a:extLst>
          </p:cNvPr>
          <p:cNvSpPr>
            <a:spLocks noGrp="1"/>
          </p:cNvSpPr>
          <p:nvPr>
            <p:ph type="sldNum" sz="quarter" idx="12"/>
          </p:nvPr>
        </p:nvSpPr>
        <p:spPr/>
        <p:txBody>
          <a:bodyPr/>
          <a:lstStyle/>
          <a:p>
            <a:fld id="{F595E21E-DEBA-8F42-9C16-77733D726770}" type="slidenum">
              <a:rPr lang="en-US" smtClean="0"/>
              <a:t>51</a:t>
            </a:fld>
            <a:endParaRPr lang="en-US"/>
          </a:p>
        </p:txBody>
      </p:sp>
      <p:sp>
        <p:nvSpPr>
          <p:cNvPr id="4" name="Title 3">
            <a:extLst>
              <a:ext uri="{FF2B5EF4-FFF2-40B4-BE49-F238E27FC236}">
                <a16:creationId xmlns:a16="http://schemas.microsoft.com/office/drawing/2014/main" id="{3ECC2E87-6415-ED04-D6E0-C1CD90330D63}"/>
              </a:ext>
            </a:extLst>
          </p:cNvPr>
          <p:cNvSpPr>
            <a:spLocks noGrp="1"/>
          </p:cNvSpPr>
          <p:nvPr>
            <p:ph type="title"/>
          </p:nvPr>
        </p:nvSpPr>
        <p:spPr/>
        <p:txBody>
          <a:bodyPr/>
          <a:lstStyle/>
          <a:p>
            <a:r>
              <a:rPr lang="en-GB" dirty="0"/>
              <a:t>Excel File Formatting </a:t>
            </a:r>
          </a:p>
        </p:txBody>
      </p:sp>
      <p:grpSp>
        <p:nvGrpSpPr>
          <p:cNvPr id="5" name="Group 4">
            <a:extLst>
              <a:ext uri="{FF2B5EF4-FFF2-40B4-BE49-F238E27FC236}">
                <a16:creationId xmlns:a16="http://schemas.microsoft.com/office/drawing/2014/main" id="{6C0377CB-D2CF-DDCE-2885-062475428C03}"/>
              </a:ext>
            </a:extLst>
          </p:cNvPr>
          <p:cNvGrpSpPr/>
          <p:nvPr/>
        </p:nvGrpSpPr>
        <p:grpSpPr>
          <a:xfrm>
            <a:off x="1358801" y="4146399"/>
            <a:ext cx="7207701" cy="1390844"/>
            <a:chOff x="1556886" y="2428778"/>
            <a:chExt cx="7207701" cy="1390844"/>
          </a:xfrm>
        </p:grpSpPr>
        <p:pic>
          <p:nvPicPr>
            <p:cNvPr id="8" name="Picture 7">
              <a:extLst>
                <a:ext uri="{FF2B5EF4-FFF2-40B4-BE49-F238E27FC236}">
                  <a16:creationId xmlns:a16="http://schemas.microsoft.com/office/drawing/2014/main" id="{3FAFF98B-BE7F-3F0C-8BC5-5FD59F186454}"/>
                </a:ext>
              </a:extLst>
            </p:cNvPr>
            <p:cNvPicPr>
              <a:picLocks noChangeAspect="1"/>
            </p:cNvPicPr>
            <p:nvPr/>
          </p:nvPicPr>
          <p:blipFill>
            <a:blip r:embed="rId2"/>
            <a:stretch>
              <a:fillRect/>
            </a:stretch>
          </p:blipFill>
          <p:spPr>
            <a:xfrm>
              <a:off x="1556886" y="2428778"/>
              <a:ext cx="6468378" cy="1390844"/>
            </a:xfrm>
            <a:prstGeom prst="rect">
              <a:avLst/>
            </a:prstGeom>
          </p:spPr>
        </p:pic>
        <p:sp>
          <p:nvSpPr>
            <p:cNvPr id="9" name="Rectangle 8">
              <a:extLst>
                <a:ext uri="{FF2B5EF4-FFF2-40B4-BE49-F238E27FC236}">
                  <a16:creationId xmlns:a16="http://schemas.microsoft.com/office/drawing/2014/main" id="{F40595BC-0B80-81DA-1DE2-59B74DDC7060}"/>
                </a:ext>
              </a:extLst>
            </p:cNvPr>
            <p:cNvSpPr/>
            <p:nvPr/>
          </p:nvSpPr>
          <p:spPr>
            <a:xfrm>
              <a:off x="1566411" y="3552824"/>
              <a:ext cx="6468378" cy="26679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Straight Arrow Connector 10">
              <a:extLst>
                <a:ext uri="{FF2B5EF4-FFF2-40B4-BE49-F238E27FC236}">
                  <a16:creationId xmlns:a16="http://schemas.microsoft.com/office/drawing/2014/main" id="{33E9777A-0237-040C-044D-9527B88A883F}"/>
                </a:ext>
              </a:extLst>
            </p:cNvPr>
            <p:cNvCxnSpPr>
              <a:cxnSpLocks/>
            </p:cNvCxnSpPr>
            <p:nvPr/>
          </p:nvCxnSpPr>
          <p:spPr>
            <a:xfrm flipH="1">
              <a:off x="8122101" y="3557611"/>
              <a:ext cx="642486" cy="128611"/>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grpSp>
      <p:pic>
        <p:nvPicPr>
          <p:cNvPr id="14" name="Picture 13">
            <a:extLst>
              <a:ext uri="{FF2B5EF4-FFF2-40B4-BE49-F238E27FC236}">
                <a16:creationId xmlns:a16="http://schemas.microsoft.com/office/drawing/2014/main" id="{826C6EC6-8CD8-72CC-0F83-91EC88695D8D}"/>
              </a:ext>
            </a:extLst>
          </p:cNvPr>
          <p:cNvPicPr>
            <a:picLocks noChangeAspect="1"/>
          </p:cNvPicPr>
          <p:nvPr/>
        </p:nvPicPr>
        <p:blipFill>
          <a:blip r:embed="rId3"/>
          <a:stretch>
            <a:fillRect/>
          </a:stretch>
        </p:blipFill>
        <p:spPr>
          <a:xfrm>
            <a:off x="1368326" y="2621970"/>
            <a:ext cx="6087325" cy="1028844"/>
          </a:xfrm>
          <a:prstGeom prst="rect">
            <a:avLst/>
          </a:prstGeom>
        </p:spPr>
      </p:pic>
    </p:spTree>
    <p:extLst>
      <p:ext uri="{BB962C8B-B14F-4D97-AF65-F5344CB8AC3E}">
        <p14:creationId xmlns:p14="http://schemas.microsoft.com/office/powerpoint/2010/main" val="20102013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C7A58-81F0-23FA-0863-3C3F29F68B0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06D0023-ACE7-91C3-591F-CE98EDE4D46F}"/>
              </a:ext>
            </a:extLst>
          </p:cNvPr>
          <p:cNvSpPr>
            <a:spLocks noGrp="1"/>
          </p:cNvSpPr>
          <p:nvPr>
            <p:ph type="sldNum" sz="quarter" idx="12"/>
          </p:nvPr>
        </p:nvSpPr>
        <p:spPr/>
        <p:txBody>
          <a:bodyPr/>
          <a:lstStyle/>
          <a:p>
            <a:fld id="{F595E21E-DEBA-8F42-9C16-77733D726770}" type="slidenum">
              <a:rPr lang="en-US" smtClean="0"/>
              <a:t>52</a:t>
            </a:fld>
            <a:endParaRPr lang="en-US"/>
          </a:p>
        </p:txBody>
      </p:sp>
      <p:sp>
        <p:nvSpPr>
          <p:cNvPr id="4" name="Title 3">
            <a:extLst>
              <a:ext uri="{FF2B5EF4-FFF2-40B4-BE49-F238E27FC236}">
                <a16:creationId xmlns:a16="http://schemas.microsoft.com/office/drawing/2014/main" id="{E5441A22-046B-DDDF-A56C-C5FFB44D3885}"/>
              </a:ext>
            </a:extLst>
          </p:cNvPr>
          <p:cNvSpPr>
            <a:spLocks noGrp="1"/>
          </p:cNvSpPr>
          <p:nvPr>
            <p:ph type="title"/>
          </p:nvPr>
        </p:nvSpPr>
        <p:spPr/>
        <p:txBody>
          <a:bodyPr/>
          <a:lstStyle/>
          <a:p>
            <a:r>
              <a:rPr lang="en-GB" dirty="0"/>
              <a:t>Digital Data Tag Configuration</a:t>
            </a:r>
          </a:p>
        </p:txBody>
      </p:sp>
      <p:grpSp>
        <p:nvGrpSpPr>
          <p:cNvPr id="14" name="Group 13">
            <a:extLst>
              <a:ext uri="{FF2B5EF4-FFF2-40B4-BE49-F238E27FC236}">
                <a16:creationId xmlns:a16="http://schemas.microsoft.com/office/drawing/2014/main" id="{E3DBC711-648E-5AC8-E892-303CBA84A25E}"/>
              </a:ext>
            </a:extLst>
          </p:cNvPr>
          <p:cNvGrpSpPr/>
          <p:nvPr/>
        </p:nvGrpSpPr>
        <p:grpSpPr>
          <a:xfrm>
            <a:off x="169206" y="859214"/>
            <a:ext cx="11670432" cy="2800150"/>
            <a:chOff x="175819" y="1103002"/>
            <a:chExt cx="11670432" cy="2800150"/>
          </a:xfrm>
        </p:grpSpPr>
        <p:grpSp>
          <p:nvGrpSpPr>
            <p:cNvPr id="15" name="Group 14">
              <a:extLst>
                <a:ext uri="{FF2B5EF4-FFF2-40B4-BE49-F238E27FC236}">
                  <a16:creationId xmlns:a16="http://schemas.microsoft.com/office/drawing/2014/main" id="{FEEA0295-FA84-CE66-5FF7-BF59634D1DC0}"/>
                </a:ext>
              </a:extLst>
            </p:cNvPr>
            <p:cNvGrpSpPr/>
            <p:nvPr/>
          </p:nvGrpSpPr>
          <p:grpSpPr>
            <a:xfrm>
              <a:off x="175819" y="1103002"/>
              <a:ext cx="11670432" cy="817194"/>
              <a:chOff x="128086" y="1114684"/>
              <a:chExt cx="11670432" cy="817194"/>
            </a:xfrm>
          </p:grpSpPr>
          <p:grpSp>
            <p:nvGrpSpPr>
              <p:cNvPr id="17" name="Group 16">
                <a:extLst>
                  <a:ext uri="{FF2B5EF4-FFF2-40B4-BE49-F238E27FC236}">
                    <a16:creationId xmlns:a16="http://schemas.microsoft.com/office/drawing/2014/main" id="{89B2552E-4310-63DE-3FEA-0ECA0573956D}"/>
                  </a:ext>
                </a:extLst>
              </p:cNvPr>
              <p:cNvGrpSpPr/>
              <p:nvPr/>
            </p:nvGrpSpPr>
            <p:grpSpPr>
              <a:xfrm>
                <a:off x="147780" y="1114684"/>
                <a:ext cx="11650738" cy="817194"/>
                <a:chOff x="172250" y="886972"/>
                <a:chExt cx="11650738" cy="817194"/>
              </a:xfrm>
            </p:grpSpPr>
            <p:sp>
              <p:nvSpPr>
                <p:cNvPr id="19" name="TextBox 10">
                  <a:extLst>
                    <a:ext uri="{FF2B5EF4-FFF2-40B4-BE49-F238E27FC236}">
                      <a16:creationId xmlns:a16="http://schemas.microsoft.com/office/drawing/2014/main" id="{E6067333-384F-3490-BF66-D6BB91E52BB6}"/>
                    </a:ext>
                  </a:extLst>
                </p:cNvPr>
                <p:cNvSpPr txBox="1"/>
                <p:nvPr/>
              </p:nvSpPr>
              <p:spPr>
                <a:xfrm rot="10800000" flipV="1">
                  <a:off x="383274" y="1180946"/>
                  <a:ext cx="11439714" cy="523220"/>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ea typeface="+mn-lt"/>
                      <a:cs typeface="+mn-lt"/>
                    </a:rPr>
                    <a:t>Before loading the data into the software, the digital tags for the data needs to be configured. First, navigate to the ‘Digital Types’ tab in ‘Workspace’ and then click ‘add’. </a:t>
                  </a:r>
                </a:p>
              </p:txBody>
            </p:sp>
            <p:sp>
              <p:nvSpPr>
                <p:cNvPr id="20" name="Flowchart: Connector 19">
                  <a:extLst>
                    <a:ext uri="{FF2B5EF4-FFF2-40B4-BE49-F238E27FC236}">
                      <a16:creationId xmlns:a16="http://schemas.microsoft.com/office/drawing/2014/main" id="{116E1595-E9F6-6A82-1371-961FA63314F9}"/>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 name="TextBox 17">
                <a:extLst>
                  <a:ext uri="{FF2B5EF4-FFF2-40B4-BE49-F238E27FC236}">
                    <a16:creationId xmlns:a16="http://schemas.microsoft.com/office/drawing/2014/main" id="{0F01CA2E-C504-3315-3382-E4CFAE8C31C4}"/>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1</a:t>
                </a:r>
              </a:p>
            </p:txBody>
          </p:sp>
        </p:grpSp>
        <p:cxnSp>
          <p:nvCxnSpPr>
            <p:cNvPr id="16" name="Straight Arrow Connector 15">
              <a:extLst>
                <a:ext uri="{FF2B5EF4-FFF2-40B4-BE49-F238E27FC236}">
                  <a16:creationId xmlns:a16="http://schemas.microsoft.com/office/drawing/2014/main" id="{899A83C1-E348-B130-A3A5-9E16203CB600}"/>
                </a:ext>
              </a:extLst>
            </p:cNvPr>
            <p:cNvCxnSpPr>
              <a:cxnSpLocks/>
            </p:cNvCxnSpPr>
            <p:nvPr/>
          </p:nvCxnSpPr>
          <p:spPr>
            <a:xfrm flipH="1">
              <a:off x="5403052" y="3689489"/>
              <a:ext cx="419100" cy="21366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pic>
        <p:nvPicPr>
          <p:cNvPr id="22" name="Picture 21">
            <a:extLst>
              <a:ext uri="{FF2B5EF4-FFF2-40B4-BE49-F238E27FC236}">
                <a16:creationId xmlns:a16="http://schemas.microsoft.com/office/drawing/2014/main" id="{0765E341-D86C-EF44-562E-449DB01451FF}"/>
              </a:ext>
            </a:extLst>
          </p:cNvPr>
          <p:cNvPicPr>
            <a:picLocks noChangeAspect="1"/>
          </p:cNvPicPr>
          <p:nvPr/>
        </p:nvPicPr>
        <p:blipFill>
          <a:blip r:embed="rId2"/>
          <a:srcRect l="-451" t="-1156" r="-264" b="1156"/>
          <a:stretch>
            <a:fillRect/>
          </a:stretch>
        </p:blipFill>
        <p:spPr>
          <a:xfrm>
            <a:off x="352361" y="1906497"/>
            <a:ext cx="11487277" cy="3953819"/>
          </a:xfrm>
          <a:prstGeom prst="rect">
            <a:avLst/>
          </a:prstGeom>
        </p:spPr>
      </p:pic>
      <p:sp>
        <p:nvSpPr>
          <p:cNvPr id="23" name="Rectangle 22">
            <a:extLst>
              <a:ext uri="{FF2B5EF4-FFF2-40B4-BE49-F238E27FC236}">
                <a16:creationId xmlns:a16="http://schemas.microsoft.com/office/drawing/2014/main" id="{B21579C8-5A29-5713-90D0-9E5684641AEA}"/>
              </a:ext>
            </a:extLst>
          </p:cNvPr>
          <p:cNvSpPr/>
          <p:nvPr/>
        </p:nvSpPr>
        <p:spPr>
          <a:xfrm>
            <a:off x="371215" y="2118852"/>
            <a:ext cx="1380744" cy="140437"/>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5" name="Rectangle 24">
            <a:extLst>
              <a:ext uri="{FF2B5EF4-FFF2-40B4-BE49-F238E27FC236}">
                <a16:creationId xmlns:a16="http://schemas.microsoft.com/office/drawing/2014/main" id="{C792F340-3E9D-11EB-585F-E9B3EA0B91C4}"/>
              </a:ext>
            </a:extLst>
          </p:cNvPr>
          <p:cNvSpPr/>
          <p:nvPr/>
        </p:nvSpPr>
        <p:spPr>
          <a:xfrm>
            <a:off x="3146149" y="2110513"/>
            <a:ext cx="504473" cy="140438"/>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27" name="Straight Arrow Connector 26">
            <a:extLst>
              <a:ext uri="{FF2B5EF4-FFF2-40B4-BE49-F238E27FC236}">
                <a16:creationId xmlns:a16="http://schemas.microsoft.com/office/drawing/2014/main" id="{BFC18ED4-2456-A81B-1F85-1B53857E1AC2}"/>
              </a:ext>
            </a:extLst>
          </p:cNvPr>
          <p:cNvCxnSpPr>
            <a:stCxn id="23" idx="3"/>
            <a:endCxn id="25" idx="1"/>
          </p:cNvCxnSpPr>
          <p:nvPr/>
        </p:nvCxnSpPr>
        <p:spPr>
          <a:xfrm flipV="1">
            <a:off x="1751959" y="2180732"/>
            <a:ext cx="1394190" cy="8339"/>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30" name="Rectangle 29">
            <a:extLst>
              <a:ext uri="{FF2B5EF4-FFF2-40B4-BE49-F238E27FC236}">
                <a16:creationId xmlns:a16="http://schemas.microsoft.com/office/drawing/2014/main" id="{7A386759-8C40-E171-E56E-82460DFB28BA}"/>
              </a:ext>
            </a:extLst>
          </p:cNvPr>
          <p:cNvSpPr/>
          <p:nvPr/>
        </p:nvSpPr>
        <p:spPr>
          <a:xfrm>
            <a:off x="10613749" y="2450969"/>
            <a:ext cx="504473" cy="159772"/>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31" name="Straight Arrow Connector 30">
            <a:extLst>
              <a:ext uri="{FF2B5EF4-FFF2-40B4-BE49-F238E27FC236}">
                <a16:creationId xmlns:a16="http://schemas.microsoft.com/office/drawing/2014/main" id="{490E4087-639F-BEF9-EDFC-B753A491CDC1}"/>
              </a:ext>
            </a:extLst>
          </p:cNvPr>
          <p:cNvCxnSpPr>
            <a:cxnSpLocks/>
            <a:stCxn id="25" idx="3"/>
            <a:endCxn id="30" idx="1"/>
          </p:cNvCxnSpPr>
          <p:nvPr/>
        </p:nvCxnSpPr>
        <p:spPr>
          <a:xfrm>
            <a:off x="3650622" y="2180732"/>
            <a:ext cx="6963127" cy="350123"/>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7403188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4DE69-A646-6113-B65C-E15F576BAA0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1C6EE3A-D83F-1F30-8D90-5941B7013829}"/>
              </a:ext>
            </a:extLst>
          </p:cNvPr>
          <p:cNvSpPr>
            <a:spLocks noGrp="1"/>
          </p:cNvSpPr>
          <p:nvPr>
            <p:ph type="sldNum" sz="quarter" idx="12"/>
          </p:nvPr>
        </p:nvSpPr>
        <p:spPr/>
        <p:txBody>
          <a:bodyPr/>
          <a:lstStyle/>
          <a:p>
            <a:fld id="{F595E21E-DEBA-8F42-9C16-77733D726770}" type="slidenum">
              <a:rPr lang="en-US" smtClean="0"/>
              <a:t>53</a:t>
            </a:fld>
            <a:endParaRPr lang="en-US"/>
          </a:p>
        </p:txBody>
      </p:sp>
      <p:sp>
        <p:nvSpPr>
          <p:cNvPr id="4" name="Title 3">
            <a:extLst>
              <a:ext uri="{FF2B5EF4-FFF2-40B4-BE49-F238E27FC236}">
                <a16:creationId xmlns:a16="http://schemas.microsoft.com/office/drawing/2014/main" id="{9F2ED360-FB2C-4599-3379-89A94C9DB5CB}"/>
              </a:ext>
            </a:extLst>
          </p:cNvPr>
          <p:cNvSpPr>
            <a:spLocks noGrp="1"/>
          </p:cNvSpPr>
          <p:nvPr>
            <p:ph type="title"/>
          </p:nvPr>
        </p:nvSpPr>
        <p:spPr/>
        <p:txBody>
          <a:bodyPr/>
          <a:lstStyle/>
          <a:p>
            <a:r>
              <a:rPr lang="en-GB" dirty="0"/>
              <a:t>Digital Data Tag Configuration</a:t>
            </a:r>
          </a:p>
        </p:txBody>
      </p:sp>
      <p:grpSp>
        <p:nvGrpSpPr>
          <p:cNvPr id="21" name="Group 20">
            <a:extLst>
              <a:ext uri="{FF2B5EF4-FFF2-40B4-BE49-F238E27FC236}">
                <a16:creationId xmlns:a16="http://schemas.microsoft.com/office/drawing/2014/main" id="{31D69FA1-6AD6-656D-1D84-6C7FE2B758C0}"/>
              </a:ext>
            </a:extLst>
          </p:cNvPr>
          <p:cNvGrpSpPr/>
          <p:nvPr/>
        </p:nvGrpSpPr>
        <p:grpSpPr>
          <a:xfrm>
            <a:off x="1109827" y="1885585"/>
            <a:ext cx="3880042" cy="3075000"/>
            <a:chOff x="515937" y="986094"/>
            <a:chExt cx="3880042" cy="3075000"/>
          </a:xfrm>
        </p:grpSpPr>
        <p:pic>
          <p:nvPicPr>
            <p:cNvPr id="8" name="Picture 7">
              <a:extLst>
                <a:ext uri="{FF2B5EF4-FFF2-40B4-BE49-F238E27FC236}">
                  <a16:creationId xmlns:a16="http://schemas.microsoft.com/office/drawing/2014/main" id="{313137D7-66AC-EE7F-1F69-99D2590D12E8}"/>
                </a:ext>
              </a:extLst>
            </p:cNvPr>
            <p:cNvPicPr>
              <a:picLocks noChangeAspect="1"/>
            </p:cNvPicPr>
            <p:nvPr/>
          </p:nvPicPr>
          <p:blipFill>
            <a:blip r:embed="rId2"/>
            <a:stretch>
              <a:fillRect/>
            </a:stretch>
          </p:blipFill>
          <p:spPr>
            <a:xfrm>
              <a:off x="832762" y="2413039"/>
              <a:ext cx="3477110" cy="1648055"/>
            </a:xfrm>
            <a:prstGeom prst="rect">
              <a:avLst/>
            </a:prstGeom>
            <a:ln w="19050">
              <a:solidFill>
                <a:schemeClr val="tx1"/>
              </a:solidFill>
            </a:ln>
          </p:spPr>
        </p:pic>
        <p:grpSp>
          <p:nvGrpSpPr>
            <p:cNvPr id="15" name="Group 14">
              <a:extLst>
                <a:ext uri="{FF2B5EF4-FFF2-40B4-BE49-F238E27FC236}">
                  <a16:creationId xmlns:a16="http://schemas.microsoft.com/office/drawing/2014/main" id="{3E7654DC-B7B8-AA4A-3232-79C984F2203A}"/>
                </a:ext>
              </a:extLst>
            </p:cNvPr>
            <p:cNvGrpSpPr/>
            <p:nvPr/>
          </p:nvGrpSpPr>
          <p:grpSpPr>
            <a:xfrm>
              <a:off x="515937" y="986094"/>
              <a:ext cx="3880042" cy="1093514"/>
              <a:chOff x="128086" y="1114684"/>
              <a:chExt cx="3880042" cy="1093514"/>
            </a:xfrm>
          </p:grpSpPr>
          <p:grpSp>
            <p:nvGrpSpPr>
              <p:cNvPr id="17" name="Group 16">
                <a:extLst>
                  <a:ext uri="{FF2B5EF4-FFF2-40B4-BE49-F238E27FC236}">
                    <a16:creationId xmlns:a16="http://schemas.microsoft.com/office/drawing/2014/main" id="{8E3C2B7E-5145-5139-18C9-C8D11080FD71}"/>
                  </a:ext>
                </a:extLst>
              </p:cNvPr>
              <p:cNvGrpSpPr/>
              <p:nvPr/>
            </p:nvGrpSpPr>
            <p:grpSpPr>
              <a:xfrm>
                <a:off x="147780" y="1114684"/>
                <a:ext cx="3860348" cy="1093514"/>
                <a:chOff x="172250" y="886972"/>
                <a:chExt cx="3860348" cy="1093514"/>
              </a:xfrm>
            </p:grpSpPr>
            <p:sp>
              <p:nvSpPr>
                <p:cNvPr id="19" name="TextBox 10">
                  <a:extLst>
                    <a:ext uri="{FF2B5EF4-FFF2-40B4-BE49-F238E27FC236}">
                      <a16:creationId xmlns:a16="http://schemas.microsoft.com/office/drawing/2014/main" id="{55123A49-F62E-D85D-8B35-C929E7F26122}"/>
                    </a:ext>
                  </a:extLst>
                </p:cNvPr>
                <p:cNvSpPr txBox="1"/>
                <p:nvPr/>
              </p:nvSpPr>
              <p:spPr>
                <a:xfrm rot="10800000" flipV="1">
                  <a:off x="383274" y="1241822"/>
                  <a:ext cx="3649324" cy="738664"/>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ea typeface="+mn-lt"/>
                      <a:cs typeface="+mn-lt"/>
                    </a:rPr>
                    <a:t>Then name the following tag configuration as “Control Status”: and select the type ‘Control Status’</a:t>
                  </a:r>
                </a:p>
              </p:txBody>
            </p:sp>
            <p:sp>
              <p:nvSpPr>
                <p:cNvPr id="20" name="Flowchart: Connector 19">
                  <a:extLst>
                    <a:ext uri="{FF2B5EF4-FFF2-40B4-BE49-F238E27FC236}">
                      <a16:creationId xmlns:a16="http://schemas.microsoft.com/office/drawing/2014/main" id="{84FB1FEC-D44B-6F40-8EF0-E9FFDF0DE76D}"/>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 name="TextBox 17">
                <a:extLst>
                  <a:ext uri="{FF2B5EF4-FFF2-40B4-BE49-F238E27FC236}">
                    <a16:creationId xmlns:a16="http://schemas.microsoft.com/office/drawing/2014/main" id="{3A9B4DBA-0CFC-05F0-15F9-968F2E5E677B}"/>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2</a:t>
                </a:r>
              </a:p>
            </p:txBody>
          </p:sp>
        </p:grpSp>
      </p:grpSp>
      <p:grpSp>
        <p:nvGrpSpPr>
          <p:cNvPr id="13" name="Group 12">
            <a:extLst>
              <a:ext uri="{FF2B5EF4-FFF2-40B4-BE49-F238E27FC236}">
                <a16:creationId xmlns:a16="http://schemas.microsoft.com/office/drawing/2014/main" id="{A2847CDB-8DBE-72F5-54BF-F5ABEF528884}"/>
              </a:ext>
            </a:extLst>
          </p:cNvPr>
          <p:cNvGrpSpPr/>
          <p:nvPr/>
        </p:nvGrpSpPr>
        <p:grpSpPr>
          <a:xfrm>
            <a:off x="5985054" y="986094"/>
            <a:ext cx="4746508" cy="4716854"/>
            <a:chOff x="5381739" y="986094"/>
            <a:chExt cx="4746508" cy="4716854"/>
          </a:xfrm>
        </p:grpSpPr>
        <p:pic>
          <p:nvPicPr>
            <p:cNvPr id="10" name="Picture 9">
              <a:extLst>
                <a:ext uri="{FF2B5EF4-FFF2-40B4-BE49-F238E27FC236}">
                  <a16:creationId xmlns:a16="http://schemas.microsoft.com/office/drawing/2014/main" id="{A37C76CA-3EB6-35E2-702D-F8DF4C94DFF3}"/>
                </a:ext>
              </a:extLst>
            </p:cNvPr>
            <p:cNvPicPr>
              <a:picLocks noChangeAspect="1"/>
            </p:cNvPicPr>
            <p:nvPr/>
          </p:nvPicPr>
          <p:blipFill>
            <a:blip r:embed="rId3"/>
            <a:srcRect r="54719"/>
            <a:stretch>
              <a:fillRect/>
            </a:stretch>
          </p:blipFill>
          <p:spPr>
            <a:xfrm>
              <a:off x="5636012" y="2240435"/>
              <a:ext cx="4492235" cy="3462513"/>
            </a:xfrm>
            <a:prstGeom prst="rect">
              <a:avLst/>
            </a:prstGeom>
          </p:spPr>
        </p:pic>
        <p:grpSp>
          <p:nvGrpSpPr>
            <p:cNvPr id="6" name="Group 5">
              <a:extLst>
                <a:ext uri="{FF2B5EF4-FFF2-40B4-BE49-F238E27FC236}">
                  <a16:creationId xmlns:a16="http://schemas.microsoft.com/office/drawing/2014/main" id="{F67BE1FE-A1D1-EC69-615C-1923D274FE36}"/>
                </a:ext>
              </a:extLst>
            </p:cNvPr>
            <p:cNvGrpSpPr/>
            <p:nvPr/>
          </p:nvGrpSpPr>
          <p:grpSpPr>
            <a:xfrm>
              <a:off x="5381739" y="986094"/>
              <a:ext cx="4746508" cy="899490"/>
              <a:chOff x="128086" y="1114684"/>
              <a:chExt cx="4746508" cy="899490"/>
            </a:xfrm>
          </p:grpSpPr>
          <p:grpSp>
            <p:nvGrpSpPr>
              <p:cNvPr id="7" name="Group 6">
                <a:extLst>
                  <a:ext uri="{FF2B5EF4-FFF2-40B4-BE49-F238E27FC236}">
                    <a16:creationId xmlns:a16="http://schemas.microsoft.com/office/drawing/2014/main" id="{4E2C773A-3242-A33D-90B8-BD6DAAC06C94}"/>
                  </a:ext>
                </a:extLst>
              </p:cNvPr>
              <p:cNvGrpSpPr/>
              <p:nvPr/>
            </p:nvGrpSpPr>
            <p:grpSpPr>
              <a:xfrm>
                <a:off x="147780" y="1114684"/>
                <a:ext cx="4726814" cy="899490"/>
                <a:chOff x="172250" y="886972"/>
                <a:chExt cx="4726814" cy="899490"/>
              </a:xfrm>
            </p:grpSpPr>
            <p:sp>
              <p:nvSpPr>
                <p:cNvPr id="11" name="TextBox 10">
                  <a:extLst>
                    <a:ext uri="{FF2B5EF4-FFF2-40B4-BE49-F238E27FC236}">
                      <a16:creationId xmlns:a16="http://schemas.microsoft.com/office/drawing/2014/main" id="{39B67C63-56D1-9DEF-1C25-B98FA1E94AAB}"/>
                    </a:ext>
                  </a:extLst>
                </p:cNvPr>
                <p:cNvSpPr txBox="1"/>
                <p:nvPr/>
              </p:nvSpPr>
              <p:spPr>
                <a:xfrm rot="10800000" flipV="1">
                  <a:off x="383274" y="1263242"/>
                  <a:ext cx="4515790" cy="523220"/>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ea typeface="+mn-lt"/>
                      <a:cs typeface="+mn-lt"/>
                    </a:rPr>
                    <a:t>Once step 2 is done, follow and input the configurations below for the new digital state </a:t>
                  </a:r>
                </a:p>
              </p:txBody>
            </p:sp>
            <p:sp>
              <p:nvSpPr>
                <p:cNvPr id="12" name="Flowchart: Connector 11">
                  <a:extLst>
                    <a:ext uri="{FF2B5EF4-FFF2-40B4-BE49-F238E27FC236}">
                      <a16:creationId xmlns:a16="http://schemas.microsoft.com/office/drawing/2014/main" id="{EA820159-F662-FB18-DC19-0BD13C1915F3}"/>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F5E7542E-BF8A-3849-3D75-69585208B2FB}"/>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3</a:t>
                </a:r>
              </a:p>
            </p:txBody>
          </p:sp>
        </p:grpSp>
      </p:grpSp>
    </p:spTree>
    <p:extLst>
      <p:ext uri="{BB962C8B-B14F-4D97-AF65-F5344CB8AC3E}">
        <p14:creationId xmlns:p14="http://schemas.microsoft.com/office/powerpoint/2010/main" val="28722065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27308-B0E7-CC38-4ABD-AADD017192F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F3226FF-6D90-3294-EEB6-F06976117081}"/>
              </a:ext>
            </a:extLst>
          </p:cNvPr>
          <p:cNvSpPr>
            <a:spLocks noGrp="1"/>
          </p:cNvSpPr>
          <p:nvPr>
            <p:ph type="sldNum" sz="quarter" idx="12"/>
          </p:nvPr>
        </p:nvSpPr>
        <p:spPr/>
        <p:txBody>
          <a:bodyPr/>
          <a:lstStyle/>
          <a:p>
            <a:fld id="{F595E21E-DEBA-8F42-9C16-77733D726770}" type="slidenum">
              <a:rPr lang="en-US" smtClean="0"/>
              <a:t>54</a:t>
            </a:fld>
            <a:endParaRPr lang="en-US"/>
          </a:p>
        </p:txBody>
      </p:sp>
      <p:sp>
        <p:nvSpPr>
          <p:cNvPr id="4" name="Title 3">
            <a:extLst>
              <a:ext uri="{FF2B5EF4-FFF2-40B4-BE49-F238E27FC236}">
                <a16:creationId xmlns:a16="http://schemas.microsoft.com/office/drawing/2014/main" id="{33209016-32DA-5D1C-8EF9-AD6D643E9DB4}"/>
              </a:ext>
            </a:extLst>
          </p:cNvPr>
          <p:cNvSpPr>
            <a:spLocks noGrp="1"/>
          </p:cNvSpPr>
          <p:nvPr>
            <p:ph type="title"/>
          </p:nvPr>
        </p:nvSpPr>
        <p:spPr/>
        <p:txBody>
          <a:bodyPr/>
          <a:lstStyle/>
          <a:p>
            <a:r>
              <a:rPr lang="en-GB" dirty="0"/>
              <a:t>Data Importing </a:t>
            </a:r>
          </a:p>
        </p:txBody>
      </p:sp>
      <p:grpSp>
        <p:nvGrpSpPr>
          <p:cNvPr id="34" name="Group 33">
            <a:extLst>
              <a:ext uri="{FF2B5EF4-FFF2-40B4-BE49-F238E27FC236}">
                <a16:creationId xmlns:a16="http://schemas.microsoft.com/office/drawing/2014/main" id="{432DA13C-CBC1-2322-9DBF-1014AA256337}"/>
              </a:ext>
            </a:extLst>
          </p:cNvPr>
          <p:cNvGrpSpPr/>
          <p:nvPr/>
        </p:nvGrpSpPr>
        <p:grpSpPr>
          <a:xfrm>
            <a:off x="903542" y="1226291"/>
            <a:ext cx="5060565" cy="4285555"/>
            <a:chOff x="789077" y="1325749"/>
            <a:chExt cx="5060565" cy="4285555"/>
          </a:xfrm>
        </p:grpSpPr>
        <p:pic>
          <p:nvPicPr>
            <p:cNvPr id="24" name="Picture 23">
              <a:extLst>
                <a:ext uri="{FF2B5EF4-FFF2-40B4-BE49-F238E27FC236}">
                  <a16:creationId xmlns:a16="http://schemas.microsoft.com/office/drawing/2014/main" id="{D08ADDE6-1D6B-E3D5-447C-D017C601A5C2}"/>
                </a:ext>
              </a:extLst>
            </p:cNvPr>
            <p:cNvPicPr>
              <a:picLocks noChangeAspect="1"/>
            </p:cNvPicPr>
            <p:nvPr/>
          </p:nvPicPr>
          <p:blipFill>
            <a:blip r:embed="rId2"/>
            <a:stretch>
              <a:fillRect/>
            </a:stretch>
          </p:blipFill>
          <p:spPr>
            <a:xfrm>
              <a:off x="1019793" y="2534300"/>
              <a:ext cx="4829849" cy="3077004"/>
            </a:xfrm>
            <a:prstGeom prst="rect">
              <a:avLst/>
            </a:prstGeom>
          </p:spPr>
        </p:pic>
        <p:grpSp>
          <p:nvGrpSpPr>
            <p:cNvPr id="29" name="Group 28">
              <a:extLst>
                <a:ext uri="{FF2B5EF4-FFF2-40B4-BE49-F238E27FC236}">
                  <a16:creationId xmlns:a16="http://schemas.microsoft.com/office/drawing/2014/main" id="{FCAEDD5E-A0BE-3D99-C68E-724C8E41B8B3}"/>
                </a:ext>
              </a:extLst>
            </p:cNvPr>
            <p:cNvGrpSpPr/>
            <p:nvPr/>
          </p:nvGrpSpPr>
          <p:grpSpPr>
            <a:xfrm>
              <a:off x="789077" y="1325749"/>
              <a:ext cx="5060565" cy="862540"/>
              <a:chOff x="128086" y="1114684"/>
              <a:chExt cx="5060565" cy="862540"/>
            </a:xfrm>
          </p:grpSpPr>
          <p:grpSp>
            <p:nvGrpSpPr>
              <p:cNvPr id="30" name="Group 29">
                <a:extLst>
                  <a:ext uri="{FF2B5EF4-FFF2-40B4-BE49-F238E27FC236}">
                    <a16:creationId xmlns:a16="http://schemas.microsoft.com/office/drawing/2014/main" id="{75DE4D3D-B89F-BDB7-E148-9C714B932D12}"/>
                  </a:ext>
                </a:extLst>
              </p:cNvPr>
              <p:cNvGrpSpPr/>
              <p:nvPr/>
            </p:nvGrpSpPr>
            <p:grpSpPr>
              <a:xfrm>
                <a:off x="147780" y="1114684"/>
                <a:ext cx="5040871" cy="862540"/>
                <a:chOff x="172250" y="886972"/>
                <a:chExt cx="5040871" cy="862540"/>
              </a:xfrm>
            </p:grpSpPr>
            <p:sp>
              <p:nvSpPr>
                <p:cNvPr id="32" name="TextBox 10">
                  <a:extLst>
                    <a:ext uri="{FF2B5EF4-FFF2-40B4-BE49-F238E27FC236}">
                      <a16:creationId xmlns:a16="http://schemas.microsoft.com/office/drawing/2014/main" id="{60C5793A-4F9A-51C2-9C73-FB9E28263EB9}"/>
                    </a:ext>
                  </a:extLst>
                </p:cNvPr>
                <p:cNvSpPr txBox="1"/>
                <p:nvPr/>
              </p:nvSpPr>
              <p:spPr>
                <a:xfrm rot="10800000" flipV="1">
                  <a:off x="383273" y="1226292"/>
                  <a:ext cx="4829848" cy="523220"/>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ea typeface="+mn-lt"/>
                      <a:cs typeface="+mn-lt"/>
                    </a:rPr>
                    <a:t>To import the data tags into </a:t>
                  </a:r>
                  <a:r>
                    <a:rPr lang="en-US" sz="1400" dirty="0" err="1">
                      <a:ea typeface="+mn-lt"/>
                      <a:cs typeface="+mn-lt"/>
                    </a:rPr>
                    <a:t>MDPro</a:t>
                  </a:r>
                  <a:r>
                    <a:rPr lang="en-US" sz="1400" dirty="0">
                      <a:ea typeface="+mn-lt"/>
                      <a:cs typeface="+mn-lt"/>
                    </a:rPr>
                    <a:t> software, navigate to ‘File’ and select ‘import’ then ‘tag data’ </a:t>
                  </a:r>
                </a:p>
              </p:txBody>
            </p:sp>
            <p:sp>
              <p:nvSpPr>
                <p:cNvPr id="33" name="Flowchart: Connector 32">
                  <a:extLst>
                    <a:ext uri="{FF2B5EF4-FFF2-40B4-BE49-F238E27FC236}">
                      <a16:creationId xmlns:a16="http://schemas.microsoft.com/office/drawing/2014/main" id="{13B3D2C7-8CD0-0E82-A64F-CC0025D248AC}"/>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1" name="TextBox 30">
                <a:extLst>
                  <a:ext uri="{FF2B5EF4-FFF2-40B4-BE49-F238E27FC236}">
                    <a16:creationId xmlns:a16="http://schemas.microsoft.com/office/drawing/2014/main" id="{5333C2AB-2EB0-F2F1-2DC4-0C16C006F8CD}"/>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1</a:t>
                </a:r>
              </a:p>
            </p:txBody>
          </p:sp>
        </p:grpSp>
      </p:grpSp>
      <p:sp>
        <p:nvSpPr>
          <p:cNvPr id="36" name="Rectangle 35">
            <a:extLst>
              <a:ext uri="{FF2B5EF4-FFF2-40B4-BE49-F238E27FC236}">
                <a16:creationId xmlns:a16="http://schemas.microsoft.com/office/drawing/2014/main" id="{7A1FBBA0-B562-B602-EF92-EEDF4F9926AA}"/>
              </a:ext>
            </a:extLst>
          </p:cNvPr>
          <p:cNvSpPr/>
          <p:nvPr/>
        </p:nvSpPr>
        <p:spPr>
          <a:xfrm>
            <a:off x="1345283" y="2602542"/>
            <a:ext cx="273205" cy="204666"/>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8" name="Rectangle 37">
            <a:extLst>
              <a:ext uri="{FF2B5EF4-FFF2-40B4-BE49-F238E27FC236}">
                <a16:creationId xmlns:a16="http://schemas.microsoft.com/office/drawing/2014/main" id="{79AFA857-8C5B-7DC6-33D3-1B7FEAAB9D0D}"/>
              </a:ext>
            </a:extLst>
          </p:cNvPr>
          <p:cNvSpPr/>
          <p:nvPr/>
        </p:nvSpPr>
        <p:spPr>
          <a:xfrm>
            <a:off x="1618488" y="4057193"/>
            <a:ext cx="2468880" cy="204665"/>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0" name="Rectangle 39">
            <a:extLst>
              <a:ext uri="{FF2B5EF4-FFF2-40B4-BE49-F238E27FC236}">
                <a16:creationId xmlns:a16="http://schemas.microsoft.com/office/drawing/2014/main" id="{3F0CBD09-4714-77AD-9A2C-D7567A3A4442}"/>
              </a:ext>
            </a:extLst>
          </p:cNvPr>
          <p:cNvSpPr/>
          <p:nvPr/>
        </p:nvSpPr>
        <p:spPr>
          <a:xfrm>
            <a:off x="4340352" y="4057193"/>
            <a:ext cx="734568" cy="204665"/>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56" name="Group 55">
            <a:extLst>
              <a:ext uri="{FF2B5EF4-FFF2-40B4-BE49-F238E27FC236}">
                <a16:creationId xmlns:a16="http://schemas.microsoft.com/office/drawing/2014/main" id="{10E65050-B3AD-9C0B-EAAC-E539DBE53F87}"/>
              </a:ext>
            </a:extLst>
          </p:cNvPr>
          <p:cNvGrpSpPr/>
          <p:nvPr/>
        </p:nvGrpSpPr>
        <p:grpSpPr>
          <a:xfrm>
            <a:off x="6217091" y="1217902"/>
            <a:ext cx="4638517" cy="4641651"/>
            <a:chOff x="6602799" y="1132306"/>
            <a:chExt cx="4638517" cy="4641651"/>
          </a:xfrm>
        </p:grpSpPr>
        <p:pic>
          <p:nvPicPr>
            <p:cNvPr id="42" name="Picture 41">
              <a:extLst>
                <a:ext uri="{FF2B5EF4-FFF2-40B4-BE49-F238E27FC236}">
                  <a16:creationId xmlns:a16="http://schemas.microsoft.com/office/drawing/2014/main" id="{7969EC20-66ED-3EF7-0A90-E3E185AF64E3}"/>
                </a:ext>
              </a:extLst>
            </p:cNvPr>
            <p:cNvPicPr>
              <a:picLocks noChangeAspect="1"/>
            </p:cNvPicPr>
            <p:nvPr/>
          </p:nvPicPr>
          <p:blipFill>
            <a:blip r:embed="rId3"/>
            <a:stretch>
              <a:fillRect/>
            </a:stretch>
          </p:blipFill>
          <p:spPr>
            <a:xfrm>
              <a:off x="6860916" y="2120973"/>
              <a:ext cx="4360705" cy="3652984"/>
            </a:xfrm>
            <a:prstGeom prst="rect">
              <a:avLst/>
            </a:prstGeom>
          </p:spPr>
        </p:pic>
        <p:grpSp>
          <p:nvGrpSpPr>
            <p:cNvPr id="45" name="Group 44">
              <a:extLst>
                <a:ext uri="{FF2B5EF4-FFF2-40B4-BE49-F238E27FC236}">
                  <a16:creationId xmlns:a16="http://schemas.microsoft.com/office/drawing/2014/main" id="{05D816BD-F51F-19F5-3728-D52C04A88345}"/>
                </a:ext>
              </a:extLst>
            </p:cNvPr>
            <p:cNvGrpSpPr/>
            <p:nvPr/>
          </p:nvGrpSpPr>
          <p:grpSpPr>
            <a:xfrm>
              <a:off x="6602799" y="1132306"/>
              <a:ext cx="4638517" cy="862540"/>
              <a:chOff x="128086" y="1114684"/>
              <a:chExt cx="4638517" cy="862540"/>
            </a:xfrm>
          </p:grpSpPr>
          <p:grpSp>
            <p:nvGrpSpPr>
              <p:cNvPr id="46" name="Group 45">
                <a:extLst>
                  <a:ext uri="{FF2B5EF4-FFF2-40B4-BE49-F238E27FC236}">
                    <a16:creationId xmlns:a16="http://schemas.microsoft.com/office/drawing/2014/main" id="{0F99AE3E-53DE-5A5B-00CF-F49C8154B89A}"/>
                  </a:ext>
                </a:extLst>
              </p:cNvPr>
              <p:cNvGrpSpPr/>
              <p:nvPr/>
            </p:nvGrpSpPr>
            <p:grpSpPr>
              <a:xfrm>
                <a:off x="147780" y="1114684"/>
                <a:ext cx="4618823" cy="862540"/>
                <a:chOff x="172250" y="886972"/>
                <a:chExt cx="4618823" cy="862540"/>
              </a:xfrm>
            </p:grpSpPr>
            <p:sp>
              <p:nvSpPr>
                <p:cNvPr id="48" name="TextBox 10">
                  <a:extLst>
                    <a:ext uri="{FF2B5EF4-FFF2-40B4-BE49-F238E27FC236}">
                      <a16:creationId xmlns:a16="http://schemas.microsoft.com/office/drawing/2014/main" id="{701E4DCD-50B9-2453-60C3-D534FB7026C1}"/>
                    </a:ext>
                  </a:extLst>
                </p:cNvPr>
                <p:cNvSpPr txBox="1"/>
                <p:nvPr/>
              </p:nvSpPr>
              <p:spPr>
                <a:xfrm rot="10800000" flipV="1">
                  <a:off x="383273" y="1226292"/>
                  <a:ext cx="4407800" cy="523220"/>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ea typeface="+mn-lt"/>
                      <a:cs typeface="+mn-lt"/>
                    </a:rPr>
                    <a:t>After selecting ‘Tag data’, a window like below will pop up. Select the ‘…’ button</a:t>
                  </a:r>
                </a:p>
              </p:txBody>
            </p:sp>
            <p:sp>
              <p:nvSpPr>
                <p:cNvPr id="49" name="Flowchart: Connector 48">
                  <a:extLst>
                    <a:ext uri="{FF2B5EF4-FFF2-40B4-BE49-F238E27FC236}">
                      <a16:creationId xmlns:a16="http://schemas.microsoft.com/office/drawing/2014/main" id="{F2F5BD3A-12A0-9D19-8037-09BB11281AAC}"/>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7" name="TextBox 46">
                <a:extLst>
                  <a:ext uri="{FF2B5EF4-FFF2-40B4-BE49-F238E27FC236}">
                    <a16:creationId xmlns:a16="http://schemas.microsoft.com/office/drawing/2014/main" id="{A479713C-C463-5534-57E3-C9B52793EE16}"/>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2</a:t>
                </a:r>
              </a:p>
            </p:txBody>
          </p:sp>
        </p:grpSp>
      </p:grpSp>
      <p:cxnSp>
        <p:nvCxnSpPr>
          <p:cNvPr id="50" name="Straight Arrow Connector 49">
            <a:extLst>
              <a:ext uri="{FF2B5EF4-FFF2-40B4-BE49-F238E27FC236}">
                <a16:creationId xmlns:a16="http://schemas.microsoft.com/office/drawing/2014/main" id="{9D19DFE1-4548-EC26-4FA9-9A6E7D370813}"/>
              </a:ext>
            </a:extLst>
          </p:cNvPr>
          <p:cNvCxnSpPr>
            <a:cxnSpLocks/>
            <a:stCxn id="36" idx="3"/>
          </p:cNvCxnSpPr>
          <p:nvPr/>
        </p:nvCxnSpPr>
        <p:spPr>
          <a:xfrm>
            <a:off x="1618488" y="2704875"/>
            <a:ext cx="1234440" cy="1352318"/>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cxnSp>
        <p:nvCxnSpPr>
          <p:cNvPr id="53" name="Straight Arrow Connector 52">
            <a:extLst>
              <a:ext uri="{FF2B5EF4-FFF2-40B4-BE49-F238E27FC236}">
                <a16:creationId xmlns:a16="http://schemas.microsoft.com/office/drawing/2014/main" id="{CC275597-E540-27BA-20B0-18C97518E3E5}"/>
              </a:ext>
            </a:extLst>
          </p:cNvPr>
          <p:cNvCxnSpPr>
            <a:cxnSpLocks/>
            <a:stCxn id="38" idx="3"/>
          </p:cNvCxnSpPr>
          <p:nvPr/>
        </p:nvCxnSpPr>
        <p:spPr>
          <a:xfrm>
            <a:off x="4087368" y="4159526"/>
            <a:ext cx="252984" cy="0"/>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58" name="Rectangle 57">
            <a:extLst>
              <a:ext uri="{FF2B5EF4-FFF2-40B4-BE49-F238E27FC236}">
                <a16:creationId xmlns:a16="http://schemas.microsoft.com/office/drawing/2014/main" id="{66859506-8D65-F473-0650-7364C020AD1F}"/>
              </a:ext>
            </a:extLst>
          </p:cNvPr>
          <p:cNvSpPr/>
          <p:nvPr/>
        </p:nvSpPr>
        <p:spPr>
          <a:xfrm>
            <a:off x="10573512" y="2944371"/>
            <a:ext cx="179832" cy="173734"/>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1895395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93F55-E4EF-2996-C6A6-AD2A8FEBEDC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CF4414B-7E22-279C-DC13-C147E4088950}"/>
              </a:ext>
            </a:extLst>
          </p:cNvPr>
          <p:cNvSpPr>
            <a:spLocks noGrp="1"/>
          </p:cNvSpPr>
          <p:nvPr>
            <p:ph type="sldNum" sz="quarter" idx="12"/>
          </p:nvPr>
        </p:nvSpPr>
        <p:spPr/>
        <p:txBody>
          <a:bodyPr/>
          <a:lstStyle/>
          <a:p>
            <a:fld id="{F595E21E-DEBA-8F42-9C16-77733D726770}" type="slidenum">
              <a:rPr lang="en-US" smtClean="0"/>
              <a:t>55</a:t>
            </a:fld>
            <a:endParaRPr lang="en-US"/>
          </a:p>
        </p:txBody>
      </p:sp>
      <p:sp>
        <p:nvSpPr>
          <p:cNvPr id="4" name="Title 3">
            <a:extLst>
              <a:ext uri="{FF2B5EF4-FFF2-40B4-BE49-F238E27FC236}">
                <a16:creationId xmlns:a16="http://schemas.microsoft.com/office/drawing/2014/main" id="{ADB09A36-E459-9D7B-0A0E-855A731E8A19}"/>
              </a:ext>
            </a:extLst>
          </p:cNvPr>
          <p:cNvSpPr>
            <a:spLocks noGrp="1"/>
          </p:cNvSpPr>
          <p:nvPr>
            <p:ph type="title"/>
          </p:nvPr>
        </p:nvSpPr>
        <p:spPr/>
        <p:txBody>
          <a:bodyPr/>
          <a:lstStyle/>
          <a:p>
            <a:r>
              <a:rPr lang="en-GB" dirty="0"/>
              <a:t>Data Importing </a:t>
            </a:r>
          </a:p>
        </p:txBody>
      </p:sp>
      <p:grpSp>
        <p:nvGrpSpPr>
          <p:cNvPr id="23" name="Group 22">
            <a:extLst>
              <a:ext uri="{FF2B5EF4-FFF2-40B4-BE49-F238E27FC236}">
                <a16:creationId xmlns:a16="http://schemas.microsoft.com/office/drawing/2014/main" id="{C58FA02A-F8AF-0794-9936-642730559B58}"/>
              </a:ext>
            </a:extLst>
          </p:cNvPr>
          <p:cNvGrpSpPr/>
          <p:nvPr/>
        </p:nvGrpSpPr>
        <p:grpSpPr>
          <a:xfrm>
            <a:off x="1004126" y="1589967"/>
            <a:ext cx="4644462" cy="3381530"/>
            <a:chOff x="528638" y="1108174"/>
            <a:chExt cx="4644462" cy="3381530"/>
          </a:xfrm>
        </p:grpSpPr>
        <p:grpSp>
          <p:nvGrpSpPr>
            <p:cNvPr id="9" name="Group 8">
              <a:extLst>
                <a:ext uri="{FF2B5EF4-FFF2-40B4-BE49-F238E27FC236}">
                  <a16:creationId xmlns:a16="http://schemas.microsoft.com/office/drawing/2014/main" id="{DC6603F8-C63E-FB37-C432-0B042E79A8DD}"/>
                </a:ext>
              </a:extLst>
            </p:cNvPr>
            <p:cNvGrpSpPr/>
            <p:nvPr/>
          </p:nvGrpSpPr>
          <p:grpSpPr>
            <a:xfrm>
              <a:off x="528638" y="1108174"/>
              <a:ext cx="4638517" cy="754818"/>
              <a:chOff x="128086" y="1114684"/>
              <a:chExt cx="4638517" cy="754818"/>
            </a:xfrm>
          </p:grpSpPr>
          <p:grpSp>
            <p:nvGrpSpPr>
              <p:cNvPr id="11" name="Group 10">
                <a:extLst>
                  <a:ext uri="{FF2B5EF4-FFF2-40B4-BE49-F238E27FC236}">
                    <a16:creationId xmlns:a16="http://schemas.microsoft.com/office/drawing/2014/main" id="{AE1081E8-9071-1270-7F3B-EC9F4FDF69DE}"/>
                  </a:ext>
                </a:extLst>
              </p:cNvPr>
              <p:cNvGrpSpPr/>
              <p:nvPr/>
            </p:nvGrpSpPr>
            <p:grpSpPr>
              <a:xfrm>
                <a:off x="147780" y="1114684"/>
                <a:ext cx="4618823" cy="754818"/>
                <a:chOff x="172250" y="886972"/>
                <a:chExt cx="4618823" cy="754818"/>
              </a:xfrm>
            </p:grpSpPr>
            <p:sp>
              <p:nvSpPr>
                <p:cNvPr id="13" name="TextBox 10">
                  <a:extLst>
                    <a:ext uri="{FF2B5EF4-FFF2-40B4-BE49-F238E27FC236}">
                      <a16:creationId xmlns:a16="http://schemas.microsoft.com/office/drawing/2014/main" id="{A09D4E3F-FD24-87CB-9347-D87B4C95AD76}"/>
                    </a:ext>
                  </a:extLst>
                </p:cNvPr>
                <p:cNvSpPr txBox="1"/>
                <p:nvPr/>
              </p:nvSpPr>
              <p:spPr>
                <a:xfrm rot="10800000" flipV="1">
                  <a:off x="383273" y="1334013"/>
                  <a:ext cx="4407800" cy="307777"/>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ea typeface="+mn-lt"/>
                      <a:cs typeface="+mn-lt"/>
                    </a:rPr>
                    <a:t>Then select your data file to load into the software</a:t>
                  </a:r>
                </a:p>
              </p:txBody>
            </p:sp>
            <p:sp>
              <p:nvSpPr>
                <p:cNvPr id="15" name="Flowchart: Connector 14">
                  <a:extLst>
                    <a:ext uri="{FF2B5EF4-FFF2-40B4-BE49-F238E27FC236}">
                      <a16:creationId xmlns:a16="http://schemas.microsoft.com/office/drawing/2014/main" id="{1630B680-D271-E2D0-FA8C-CEB66DA37A54}"/>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2" name="TextBox 11">
                <a:extLst>
                  <a:ext uri="{FF2B5EF4-FFF2-40B4-BE49-F238E27FC236}">
                    <a16:creationId xmlns:a16="http://schemas.microsoft.com/office/drawing/2014/main" id="{970818F2-9420-AB6C-83B0-2C2E9D61FA02}"/>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3</a:t>
                </a:r>
              </a:p>
            </p:txBody>
          </p:sp>
        </p:grpSp>
        <p:pic>
          <p:nvPicPr>
            <p:cNvPr id="21" name="Picture 20">
              <a:extLst>
                <a:ext uri="{FF2B5EF4-FFF2-40B4-BE49-F238E27FC236}">
                  <a16:creationId xmlns:a16="http://schemas.microsoft.com/office/drawing/2014/main" id="{0099189E-A727-02E4-A365-E5C7CD286EB0}"/>
                </a:ext>
              </a:extLst>
            </p:cNvPr>
            <p:cNvPicPr>
              <a:picLocks noChangeAspect="1"/>
            </p:cNvPicPr>
            <p:nvPr/>
          </p:nvPicPr>
          <p:blipFill>
            <a:blip r:embed="rId2"/>
            <a:stretch>
              <a:fillRect/>
            </a:stretch>
          </p:blipFill>
          <p:spPr>
            <a:xfrm>
              <a:off x="759356" y="2047960"/>
              <a:ext cx="4413744" cy="2441744"/>
            </a:xfrm>
            <a:prstGeom prst="rect">
              <a:avLst/>
            </a:prstGeom>
          </p:spPr>
        </p:pic>
      </p:grpSp>
      <p:sp>
        <p:nvSpPr>
          <p:cNvPr id="25" name="Rectangle 24">
            <a:extLst>
              <a:ext uri="{FF2B5EF4-FFF2-40B4-BE49-F238E27FC236}">
                <a16:creationId xmlns:a16="http://schemas.microsoft.com/office/drawing/2014/main" id="{5CD40367-8EBB-D285-132B-F3E162436E4C}"/>
              </a:ext>
            </a:extLst>
          </p:cNvPr>
          <p:cNvSpPr/>
          <p:nvPr/>
        </p:nvSpPr>
        <p:spPr>
          <a:xfrm>
            <a:off x="2002536" y="3325577"/>
            <a:ext cx="2852928" cy="18288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7" name="Rectangle 26">
            <a:extLst>
              <a:ext uri="{FF2B5EF4-FFF2-40B4-BE49-F238E27FC236}">
                <a16:creationId xmlns:a16="http://schemas.microsoft.com/office/drawing/2014/main" id="{964DBBD8-3E3D-6D7F-8397-CF6C376B8035}"/>
              </a:ext>
            </a:extLst>
          </p:cNvPr>
          <p:cNvSpPr/>
          <p:nvPr/>
        </p:nvSpPr>
        <p:spPr>
          <a:xfrm>
            <a:off x="4666488" y="4721867"/>
            <a:ext cx="435864" cy="18288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28" name="Straight Arrow Connector 27">
            <a:extLst>
              <a:ext uri="{FF2B5EF4-FFF2-40B4-BE49-F238E27FC236}">
                <a16:creationId xmlns:a16="http://schemas.microsoft.com/office/drawing/2014/main" id="{B21A146D-84D0-5CE0-1A44-18CB89855DE4}"/>
              </a:ext>
            </a:extLst>
          </p:cNvPr>
          <p:cNvCxnSpPr>
            <a:cxnSpLocks/>
            <a:stCxn id="25" idx="2"/>
            <a:endCxn id="27" idx="0"/>
          </p:cNvCxnSpPr>
          <p:nvPr/>
        </p:nvCxnSpPr>
        <p:spPr>
          <a:xfrm>
            <a:off x="3429000" y="3508457"/>
            <a:ext cx="1455420" cy="1213410"/>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grpSp>
        <p:nvGrpSpPr>
          <p:cNvPr id="40" name="Group 39">
            <a:extLst>
              <a:ext uri="{FF2B5EF4-FFF2-40B4-BE49-F238E27FC236}">
                <a16:creationId xmlns:a16="http://schemas.microsoft.com/office/drawing/2014/main" id="{7AB5BDC2-4DE0-B0BC-A089-B5399B378319}"/>
              </a:ext>
            </a:extLst>
          </p:cNvPr>
          <p:cNvGrpSpPr/>
          <p:nvPr/>
        </p:nvGrpSpPr>
        <p:grpSpPr>
          <a:xfrm>
            <a:off x="6096000" y="1167920"/>
            <a:ext cx="4693944" cy="4914616"/>
            <a:chOff x="6096000" y="1167920"/>
            <a:chExt cx="4693944" cy="4914616"/>
          </a:xfrm>
        </p:grpSpPr>
        <p:pic>
          <p:nvPicPr>
            <p:cNvPr id="32" name="Picture 31">
              <a:extLst>
                <a:ext uri="{FF2B5EF4-FFF2-40B4-BE49-F238E27FC236}">
                  <a16:creationId xmlns:a16="http://schemas.microsoft.com/office/drawing/2014/main" id="{632E63F2-EBF1-AAFB-B441-2B637A4D6010}"/>
                </a:ext>
              </a:extLst>
            </p:cNvPr>
            <p:cNvPicPr>
              <a:picLocks noChangeAspect="1"/>
            </p:cNvPicPr>
            <p:nvPr/>
          </p:nvPicPr>
          <p:blipFill>
            <a:blip r:embed="rId3"/>
            <a:stretch>
              <a:fillRect/>
            </a:stretch>
          </p:blipFill>
          <p:spPr>
            <a:xfrm>
              <a:off x="6283990" y="2157688"/>
              <a:ext cx="4505954" cy="3924848"/>
            </a:xfrm>
            <a:prstGeom prst="rect">
              <a:avLst/>
            </a:prstGeom>
          </p:spPr>
        </p:pic>
        <p:grpSp>
          <p:nvGrpSpPr>
            <p:cNvPr id="34" name="Group 33">
              <a:extLst>
                <a:ext uri="{FF2B5EF4-FFF2-40B4-BE49-F238E27FC236}">
                  <a16:creationId xmlns:a16="http://schemas.microsoft.com/office/drawing/2014/main" id="{5C1ED08C-14ED-E6E2-7237-A9B2FAF53230}"/>
                </a:ext>
              </a:extLst>
            </p:cNvPr>
            <p:cNvGrpSpPr/>
            <p:nvPr/>
          </p:nvGrpSpPr>
          <p:grpSpPr>
            <a:xfrm>
              <a:off x="6096000" y="1167920"/>
              <a:ext cx="4693943" cy="862540"/>
              <a:chOff x="128086" y="1114684"/>
              <a:chExt cx="4693943" cy="862540"/>
            </a:xfrm>
          </p:grpSpPr>
          <p:grpSp>
            <p:nvGrpSpPr>
              <p:cNvPr id="36" name="Group 35">
                <a:extLst>
                  <a:ext uri="{FF2B5EF4-FFF2-40B4-BE49-F238E27FC236}">
                    <a16:creationId xmlns:a16="http://schemas.microsoft.com/office/drawing/2014/main" id="{41064716-AC78-632A-B86C-24879CA3EE1A}"/>
                  </a:ext>
                </a:extLst>
              </p:cNvPr>
              <p:cNvGrpSpPr/>
              <p:nvPr/>
            </p:nvGrpSpPr>
            <p:grpSpPr>
              <a:xfrm>
                <a:off x="147780" y="1114684"/>
                <a:ext cx="4674249" cy="862540"/>
                <a:chOff x="172250" y="886972"/>
                <a:chExt cx="4674249" cy="862540"/>
              </a:xfrm>
            </p:grpSpPr>
            <p:sp>
              <p:nvSpPr>
                <p:cNvPr id="38" name="TextBox 10">
                  <a:extLst>
                    <a:ext uri="{FF2B5EF4-FFF2-40B4-BE49-F238E27FC236}">
                      <a16:creationId xmlns:a16="http://schemas.microsoft.com/office/drawing/2014/main" id="{104780C3-50EB-F885-C19A-6D0C3487B78F}"/>
                    </a:ext>
                  </a:extLst>
                </p:cNvPr>
                <p:cNvSpPr txBox="1"/>
                <p:nvPr/>
              </p:nvSpPr>
              <p:spPr>
                <a:xfrm rot="10800000" flipV="1">
                  <a:off x="383272" y="1226292"/>
                  <a:ext cx="4463227" cy="523220"/>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ea typeface="+mn-lt"/>
                      <a:cs typeface="+mn-lt"/>
                    </a:rPr>
                    <a:t>Once you selected the file, configure the settings for the data format according to the figure below</a:t>
                  </a:r>
                </a:p>
              </p:txBody>
            </p:sp>
            <p:sp>
              <p:nvSpPr>
                <p:cNvPr id="39" name="Flowchart: Connector 38">
                  <a:extLst>
                    <a:ext uri="{FF2B5EF4-FFF2-40B4-BE49-F238E27FC236}">
                      <a16:creationId xmlns:a16="http://schemas.microsoft.com/office/drawing/2014/main" id="{38E390F4-0492-A782-F471-A7E4991C7466}"/>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37" name="TextBox 36">
                <a:extLst>
                  <a:ext uri="{FF2B5EF4-FFF2-40B4-BE49-F238E27FC236}">
                    <a16:creationId xmlns:a16="http://schemas.microsoft.com/office/drawing/2014/main" id="{3352908A-2A90-1640-BC3C-AADAF07CEAA1}"/>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4</a:t>
                </a:r>
              </a:p>
            </p:txBody>
          </p:sp>
        </p:grpSp>
      </p:grpSp>
    </p:spTree>
    <p:extLst>
      <p:ext uri="{BB962C8B-B14F-4D97-AF65-F5344CB8AC3E}">
        <p14:creationId xmlns:p14="http://schemas.microsoft.com/office/powerpoint/2010/main" val="10269212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E43FB-FEEB-B4AF-CD6E-720150D82CC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9C553D0-7AA8-B5A0-A92C-D6C04A55280E}"/>
              </a:ext>
            </a:extLst>
          </p:cNvPr>
          <p:cNvSpPr>
            <a:spLocks noGrp="1"/>
          </p:cNvSpPr>
          <p:nvPr>
            <p:ph type="sldNum" sz="quarter" idx="12"/>
          </p:nvPr>
        </p:nvSpPr>
        <p:spPr/>
        <p:txBody>
          <a:bodyPr/>
          <a:lstStyle/>
          <a:p>
            <a:fld id="{F595E21E-DEBA-8F42-9C16-77733D726770}" type="slidenum">
              <a:rPr lang="en-US" smtClean="0"/>
              <a:t>56</a:t>
            </a:fld>
            <a:endParaRPr lang="en-US"/>
          </a:p>
        </p:txBody>
      </p:sp>
      <p:sp>
        <p:nvSpPr>
          <p:cNvPr id="4" name="Title 3">
            <a:extLst>
              <a:ext uri="{FF2B5EF4-FFF2-40B4-BE49-F238E27FC236}">
                <a16:creationId xmlns:a16="http://schemas.microsoft.com/office/drawing/2014/main" id="{9BAA10B0-17E8-1C9F-8C04-6975E39994C8}"/>
              </a:ext>
            </a:extLst>
          </p:cNvPr>
          <p:cNvSpPr>
            <a:spLocks noGrp="1"/>
          </p:cNvSpPr>
          <p:nvPr>
            <p:ph type="title"/>
          </p:nvPr>
        </p:nvSpPr>
        <p:spPr/>
        <p:txBody>
          <a:bodyPr/>
          <a:lstStyle/>
          <a:p>
            <a:r>
              <a:rPr lang="en-GB" dirty="0"/>
              <a:t>Data Importing </a:t>
            </a:r>
          </a:p>
        </p:txBody>
      </p:sp>
      <p:pic>
        <p:nvPicPr>
          <p:cNvPr id="18" name="Picture 17">
            <a:extLst>
              <a:ext uri="{FF2B5EF4-FFF2-40B4-BE49-F238E27FC236}">
                <a16:creationId xmlns:a16="http://schemas.microsoft.com/office/drawing/2014/main" id="{11AC40EF-0593-7890-DE58-1A6D1B91CF54}"/>
              </a:ext>
            </a:extLst>
          </p:cNvPr>
          <p:cNvPicPr>
            <a:picLocks noChangeAspect="1"/>
          </p:cNvPicPr>
          <p:nvPr/>
        </p:nvPicPr>
        <p:blipFill>
          <a:blip r:embed="rId2"/>
          <a:stretch>
            <a:fillRect/>
          </a:stretch>
        </p:blipFill>
        <p:spPr>
          <a:xfrm>
            <a:off x="3876980" y="1922154"/>
            <a:ext cx="4438040" cy="3726486"/>
          </a:xfrm>
          <a:prstGeom prst="rect">
            <a:avLst/>
          </a:prstGeom>
        </p:spPr>
      </p:pic>
      <p:grpSp>
        <p:nvGrpSpPr>
          <p:cNvPr id="11" name="Group 10">
            <a:extLst>
              <a:ext uri="{FF2B5EF4-FFF2-40B4-BE49-F238E27FC236}">
                <a16:creationId xmlns:a16="http://schemas.microsoft.com/office/drawing/2014/main" id="{889D310B-B883-6F33-C1A5-CABCFC671251}"/>
              </a:ext>
            </a:extLst>
          </p:cNvPr>
          <p:cNvGrpSpPr/>
          <p:nvPr/>
        </p:nvGrpSpPr>
        <p:grpSpPr>
          <a:xfrm>
            <a:off x="1241281" y="886097"/>
            <a:ext cx="9709437" cy="862540"/>
            <a:chOff x="128086" y="1114684"/>
            <a:chExt cx="9709437" cy="862540"/>
          </a:xfrm>
        </p:grpSpPr>
        <p:grpSp>
          <p:nvGrpSpPr>
            <p:cNvPr id="13" name="Group 12">
              <a:extLst>
                <a:ext uri="{FF2B5EF4-FFF2-40B4-BE49-F238E27FC236}">
                  <a16:creationId xmlns:a16="http://schemas.microsoft.com/office/drawing/2014/main" id="{823E7279-B98B-F5C0-6315-A7B7B168CD12}"/>
                </a:ext>
              </a:extLst>
            </p:cNvPr>
            <p:cNvGrpSpPr/>
            <p:nvPr/>
          </p:nvGrpSpPr>
          <p:grpSpPr>
            <a:xfrm>
              <a:off x="147780" y="1114684"/>
              <a:ext cx="9689743" cy="862540"/>
              <a:chOff x="172250" y="886972"/>
              <a:chExt cx="9689743" cy="862540"/>
            </a:xfrm>
          </p:grpSpPr>
          <p:sp>
            <p:nvSpPr>
              <p:cNvPr id="16" name="TextBox 10">
                <a:extLst>
                  <a:ext uri="{FF2B5EF4-FFF2-40B4-BE49-F238E27FC236}">
                    <a16:creationId xmlns:a16="http://schemas.microsoft.com/office/drawing/2014/main" id="{57234CE7-F775-B472-286A-93AEABC29A52}"/>
                  </a:ext>
                </a:extLst>
              </p:cNvPr>
              <p:cNvSpPr txBox="1"/>
              <p:nvPr/>
            </p:nvSpPr>
            <p:spPr>
              <a:xfrm rot="10800000" flipV="1">
                <a:off x="383273" y="1226292"/>
                <a:ext cx="9478720" cy="523220"/>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ea typeface="+mn-lt"/>
                    <a:cs typeface="+mn-lt"/>
                  </a:rPr>
                  <a:t>Once the format is done, click OK and then a window such as this will pop up</a:t>
                </a:r>
              </a:p>
              <a:p>
                <a:r>
                  <a:rPr lang="en-US" sz="1400" b="1" dirty="0">
                    <a:solidFill>
                      <a:srgbClr val="FF0000"/>
                    </a:solidFill>
                    <a:ea typeface="+mn-lt"/>
                    <a:cs typeface="+mn-lt"/>
                  </a:rPr>
                  <a:t>IMPORTANT</a:t>
                </a:r>
                <a:r>
                  <a:rPr lang="en-US" sz="1400" b="1" dirty="0">
                    <a:ea typeface="+mn-lt"/>
                    <a:cs typeface="+mn-lt"/>
                  </a:rPr>
                  <a:t>:</a:t>
                </a:r>
                <a:r>
                  <a:rPr lang="en-US" sz="1400" b="1" dirty="0">
                    <a:solidFill>
                      <a:srgbClr val="FF0000"/>
                    </a:solidFill>
                    <a:ea typeface="+mn-lt"/>
                    <a:cs typeface="+mn-lt"/>
                  </a:rPr>
                  <a:t> </a:t>
                </a:r>
                <a:r>
                  <a:rPr lang="en-US" sz="1400" dirty="0">
                    <a:ea typeface="+mn-lt"/>
                    <a:cs typeface="+mn-lt"/>
                  </a:rPr>
                  <a:t>Ensure that data tags containing .MODE data type is set at control status </a:t>
                </a:r>
                <a:endParaRPr lang="en-US" sz="1400" b="1" dirty="0">
                  <a:ea typeface="+mn-lt"/>
                  <a:cs typeface="+mn-lt"/>
                </a:endParaRPr>
              </a:p>
            </p:txBody>
          </p:sp>
          <p:sp>
            <p:nvSpPr>
              <p:cNvPr id="17" name="Flowchart: Connector 16">
                <a:extLst>
                  <a:ext uri="{FF2B5EF4-FFF2-40B4-BE49-F238E27FC236}">
                    <a16:creationId xmlns:a16="http://schemas.microsoft.com/office/drawing/2014/main" id="{F1443331-0AE7-567A-4119-987A87F56121}"/>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5" name="TextBox 14">
              <a:extLst>
                <a:ext uri="{FF2B5EF4-FFF2-40B4-BE49-F238E27FC236}">
                  <a16:creationId xmlns:a16="http://schemas.microsoft.com/office/drawing/2014/main" id="{53E0C015-0CB4-1D11-88D7-90DF940995FF}"/>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5</a:t>
              </a:r>
            </a:p>
          </p:txBody>
        </p:sp>
      </p:grpSp>
      <p:sp>
        <p:nvSpPr>
          <p:cNvPr id="21" name="Rectangle 20">
            <a:extLst>
              <a:ext uri="{FF2B5EF4-FFF2-40B4-BE49-F238E27FC236}">
                <a16:creationId xmlns:a16="http://schemas.microsoft.com/office/drawing/2014/main" id="{69D39E4B-C2E9-2EB0-8BD5-A80AA8BF0B14}"/>
              </a:ext>
            </a:extLst>
          </p:cNvPr>
          <p:cNvSpPr/>
          <p:nvPr/>
        </p:nvSpPr>
        <p:spPr>
          <a:xfrm>
            <a:off x="3986784" y="3078688"/>
            <a:ext cx="4123944" cy="185719"/>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13308829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C788C-59E1-F7A8-5E59-F7667CCF5EA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9F40E33-1C28-BF25-EFC5-71D4F58BBB7E}"/>
              </a:ext>
            </a:extLst>
          </p:cNvPr>
          <p:cNvSpPr>
            <a:spLocks noGrp="1"/>
          </p:cNvSpPr>
          <p:nvPr>
            <p:ph type="sldNum" sz="quarter" idx="12"/>
          </p:nvPr>
        </p:nvSpPr>
        <p:spPr/>
        <p:txBody>
          <a:bodyPr/>
          <a:lstStyle/>
          <a:p>
            <a:fld id="{F595E21E-DEBA-8F42-9C16-77733D726770}" type="slidenum">
              <a:rPr lang="en-US" smtClean="0"/>
              <a:t>57</a:t>
            </a:fld>
            <a:endParaRPr lang="en-US"/>
          </a:p>
        </p:txBody>
      </p:sp>
      <p:sp>
        <p:nvSpPr>
          <p:cNvPr id="4" name="Title 3">
            <a:extLst>
              <a:ext uri="{FF2B5EF4-FFF2-40B4-BE49-F238E27FC236}">
                <a16:creationId xmlns:a16="http://schemas.microsoft.com/office/drawing/2014/main" id="{F42729AA-C518-1909-8ECF-8D5704F355AE}"/>
              </a:ext>
            </a:extLst>
          </p:cNvPr>
          <p:cNvSpPr>
            <a:spLocks noGrp="1"/>
          </p:cNvSpPr>
          <p:nvPr>
            <p:ph type="title"/>
          </p:nvPr>
        </p:nvSpPr>
        <p:spPr/>
        <p:txBody>
          <a:bodyPr/>
          <a:lstStyle/>
          <a:p>
            <a:r>
              <a:rPr lang="en-GB" dirty="0"/>
              <a:t>Data Importing </a:t>
            </a:r>
          </a:p>
        </p:txBody>
      </p:sp>
      <p:grpSp>
        <p:nvGrpSpPr>
          <p:cNvPr id="15" name="Group 14">
            <a:extLst>
              <a:ext uri="{FF2B5EF4-FFF2-40B4-BE49-F238E27FC236}">
                <a16:creationId xmlns:a16="http://schemas.microsoft.com/office/drawing/2014/main" id="{3E0171D9-DBCF-36CF-04F8-188289542794}"/>
              </a:ext>
            </a:extLst>
          </p:cNvPr>
          <p:cNvGrpSpPr/>
          <p:nvPr/>
        </p:nvGrpSpPr>
        <p:grpSpPr>
          <a:xfrm>
            <a:off x="1040113" y="1150805"/>
            <a:ext cx="4685418" cy="4807909"/>
            <a:chOff x="765793" y="895241"/>
            <a:chExt cx="4685418" cy="4807909"/>
          </a:xfrm>
        </p:grpSpPr>
        <p:pic>
          <p:nvPicPr>
            <p:cNvPr id="8" name="Picture 7">
              <a:extLst>
                <a:ext uri="{FF2B5EF4-FFF2-40B4-BE49-F238E27FC236}">
                  <a16:creationId xmlns:a16="http://schemas.microsoft.com/office/drawing/2014/main" id="{15481F19-07D4-392A-D825-FCAF3D2D8C29}"/>
                </a:ext>
              </a:extLst>
            </p:cNvPr>
            <p:cNvPicPr>
              <a:picLocks noChangeAspect="1"/>
            </p:cNvPicPr>
            <p:nvPr/>
          </p:nvPicPr>
          <p:blipFill>
            <a:blip r:embed="rId2"/>
            <a:stretch>
              <a:fillRect/>
            </a:stretch>
          </p:blipFill>
          <p:spPr>
            <a:xfrm>
              <a:off x="991204" y="1932147"/>
              <a:ext cx="4460007" cy="3771003"/>
            </a:xfrm>
            <a:prstGeom prst="rect">
              <a:avLst/>
            </a:prstGeom>
          </p:spPr>
        </p:pic>
        <p:grpSp>
          <p:nvGrpSpPr>
            <p:cNvPr id="9" name="Group 8">
              <a:extLst>
                <a:ext uri="{FF2B5EF4-FFF2-40B4-BE49-F238E27FC236}">
                  <a16:creationId xmlns:a16="http://schemas.microsoft.com/office/drawing/2014/main" id="{0F1A643C-43A5-3B26-09E0-8A3D2F43D1DB}"/>
                </a:ext>
              </a:extLst>
            </p:cNvPr>
            <p:cNvGrpSpPr/>
            <p:nvPr/>
          </p:nvGrpSpPr>
          <p:grpSpPr>
            <a:xfrm>
              <a:off x="765793" y="895241"/>
              <a:ext cx="4685418" cy="862540"/>
              <a:chOff x="128086" y="1114684"/>
              <a:chExt cx="4685418" cy="862540"/>
            </a:xfrm>
          </p:grpSpPr>
          <p:grpSp>
            <p:nvGrpSpPr>
              <p:cNvPr id="10" name="Group 9">
                <a:extLst>
                  <a:ext uri="{FF2B5EF4-FFF2-40B4-BE49-F238E27FC236}">
                    <a16:creationId xmlns:a16="http://schemas.microsoft.com/office/drawing/2014/main" id="{2E0D2AB2-C9F3-1DD4-2950-DAD26F65F6CB}"/>
                  </a:ext>
                </a:extLst>
              </p:cNvPr>
              <p:cNvGrpSpPr/>
              <p:nvPr/>
            </p:nvGrpSpPr>
            <p:grpSpPr>
              <a:xfrm>
                <a:off x="147780" y="1114684"/>
                <a:ext cx="4665724" cy="862540"/>
                <a:chOff x="172250" y="886972"/>
                <a:chExt cx="4665724" cy="862540"/>
              </a:xfrm>
            </p:grpSpPr>
            <p:sp>
              <p:nvSpPr>
                <p:cNvPr id="12" name="TextBox 10">
                  <a:extLst>
                    <a:ext uri="{FF2B5EF4-FFF2-40B4-BE49-F238E27FC236}">
                      <a16:creationId xmlns:a16="http://schemas.microsoft.com/office/drawing/2014/main" id="{EF47E36B-65D6-C717-5C63-9355E6DF27BB}"/>
                    </a:ext>
                  </a:extLst>
                </p:cNvPr>
                <p:cNvSpPr txBox="1"/>
                <p:nvPr/>
              </p:nvSpPr>
              <p:spPr>
                <a:xfrm rot="10800000" flipV="1">
                  <a:off x="383273" y="1226292"/>
                  <a:ext cx="4454701" cy="523220"/>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ea typeface="+mn-lt"/>
                      <a:cs typeface="+mn-lt"/>
                    </a:rPr>
                    <a:t>Once all the .MODE is configured into ‘Control Status’ data type, click okay and a preview of data will pop up</a:t>
                  </a:r>
                  <a:endParaRPr lang="en-US" sz="1400" b="1" dirty="0">
                    <a:ea typeface="+mn-lt"/>
                    <a:cs typeface="+mn-lt"/>
                  </a:endParaRPr>
                </a:p>
              </p:txBody>
            </p:sp>
            <p:sp>
              <p:nvSpPr>
                <p:cNvPr id="13" name="Flowchart: Connector 12">
                  <a:extLst>
                    <a:ext uri="{FF2B5EF4-FFF2-40B4-BE49-F238E27FC236}">
                      <a16:creationId xmlns:a16="http://schemas.microsoft.com/office/drawing/2014/main" id="{66EA19D4-13DA-7AC5-C29D-894ADF61FAEA}"/>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TextBox 10">
                <a:extLst>
                  <a:ext uri="{FF2B5EF4-FFF2-40B4-BE49-F238E27FC236}">
                    <a16:creationId xmlns:a16="http://schemas.microsoft.com/office/drawing/2014/main" id="{B45B9110-19A9-7D09-E9C9-64D2F0A63852}"/>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6</a:t>
                </a:r>
              </a:p>
            </p:txBody>
          </p:sp>
        </p:grpSp>
      </p:grpSp>
      <p:grpSp>
        <p:nvGrpSpPr>
          <p:cNvPr id="25" name="Group 24">
            <a:extLst>
              <a:ext uri="{FF2B5EF4-FFF2-40B4-BE49-F238E27FC236}">
                <a16:creationId xmlns:a16="http://schemas.microsoft.com/office/drawing/2014/main" id="{D60E8891-5291-62FE-4DFA-494A512D9956}"/>
              </a:ext>
            </a:extLst>
          </p:cNvPr>
          <p:cNvGrpSpPr/>
          <p:nvPr/>
        </p:nvGrpSpPr>
        <p:grpSpPr>
          <a:xfrm>
            <a:off x="5936554" y="1150805"/>
            <a:ext cx="5385446" cy="4928738"/>
            <a:chOff x="6290616" y="1047750"/>
            <a:chExt cx="5385446" cy="4928738"/>
          </a:xfrm>
        </p:grpSpPr>
        <p:pic>
          <p:nvPicPr>
            <p:cNvPr id="20" name="Picture 19">
              <a:extLst>
                <a:ext uri="{FF2B5EF4-FFF2-40B4-BE49-F238E27FC236}">
                  <a16:creationId xmlns:a16="http://schemas.microsoft.com/office/drawing/2014/main" id="{CC5C7292-FDDC-676F-5CFF-044F0DCF2B7B}"/>
                </a:ext>
              </a:extLst>
            </p:cNvPr>
            <p:cNvPicPr>
              <a:picLocks noChangeAspect="1"/>
            </p:cNvPicPr>
            <p:nvPr/>
          </p:nvPicPr>
          <p:blipFill>
            <a:blip r:embed="rId3"/>
            <a:srcRect r="27180"/>
            <a:stretch>
              <a:fillRect/>
            </a:stretch>
          </p:blipFill>
          <p:spPr>
            <a:xfrm>
              <a:off x="6526573" y="2205485"/>
              <a:ext cx="5149489" cy="3771003"/>
            </a:xfrm>
            <a:prstGeom prst="rect">
              <a:avLst/>
            </a:prstGeom>
          </p:spPr>
        </p:pic>
        <p:grpSp>
          <p:nvGrpSpPr>
            <p:cNvPr id="19" name="Group 18">
              <a:extLst>
                <a:ext uri="{FF2B5EF4-FFF2-40B4-BE49-F238E27FC236}">
                  <a16:creationId xmlns:a16="http://schemas.microsoft.com/office/drawing/2014/main" id="{9988255B-7096-2CE7-3204-BBB8255C01B0}"/>
                </a:ext>
              </a:extLst>
            </p:cNvPr>
            <p:cNvGrpSpPr/>
            <p:nvPr/>
          </p:nvGrpSpPr>
          <p:grpSpPr>
            <a:xfrm>
              <a:off x="6290616" y="1047750"/>
              <a:ext cx="5380204" cy="862540"/>
              <a:chOff x="128086" y="1114684"/>
              <a:chExt cx="5380204" cy="862540"/>
            </a:xfrm>
          </p:grpSpPr>
          <p:grpSp>
            <p:nvGrpSpPr>
              <p:cNvPr id="21" name="Group 20">
                <a:extLst>
                  <a:ext uri="{FF2B5EF4-FFF2-40B4-BE49-F238E27FC236}">
                    <a16:creationId xmlns:a16="http://schemas.microsoft.com/office/drawing/2014/main" id="{46DA4C6A-9312-718D-ADA0-97BF0C38EB10}"/>
                  </a:ext>
                </a:extLst>
              </p:cNvPr>
              <p:cNvGrpSpPr/>
              <p:nvPr/>
            </p:nvGrpSpPr>
            <p:grpSpPr>
              <a:xfrm>
                <a:off x="147780" y="1114684"/>
                <a:ext cx="5360510" cy="862540"/>
                <a:chOff x="172250" y="886972"/>
                <a:chExt cx="5360510" cy="862540"/>
              </a:xfrm>
            </p:grpSpPr>
            <p:sp>
              <p:nvSpPr>
                <p:cNvPr id="23" name="TextBox 10">
                  <a:extLst>
                    <a:ext uri="{FF2B5EF4-FFF2-40B4-BE49-F238E27FC236}">
                      <a16:creationId xmlns:a16="http://schemas.microsoft.com/office/drawing/2014/main" id="{1DE2D421-1BBB-50EE-2B31-DE1F141667D9}"/>
                    </a:ext>
                  </a:extLst>
                </p:cNvPr>
                <p:cNvSpPr txBox="1"/>
                <p:nvPr/>
              </p:nvSpPr>
              <p:spPr>
                <a:xfrm rot="10800000" flipV="1">
                  <a:off x="383272" y="1226292"/>
                  <a:ext cx="5149488" cy="523220"/>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ea typeface="+mn-lt"/>
                      <a:cs typeface="+mn-lt"/>
                    </a:rPr>
                    <a:t>Select Next and this window the import Tag Data window will disappear indicating successful data loading</a:t>
                  </a:r>
                </a:p>
              </p:txBody>
            </p:sp>
            <p:sp>
              <p:nvSpPr>
                <p:cNvPr id="24" name="Flowchart: Connector 23">
                  <a:extLst>
                    <a:ext uri="{FF2B5EF4-FFF2-40B4-BE49-F238E27FC236}">
                      <a16:creationId xmlns:a16="http://schemas.microsoft.com/office/drawing/2014/main" id="{A44D3C29-6DC0-4F41-02A4-B350F2B026AB}"/>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2" name="TextBox 21">
                <a:extLst>
                  <a:ext uri="{FF2B5EF4-FFF2-40B4-BE49-F238E27FC236}">
                    <a16:creationId xmlns:a16="http://schemas.microsoft.com/office/drawing/2014/main" id="{E2FF14DE-99F8-392C-EA4E-D4546DBE8EA7}"/>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7</a:t>
                </a:r>
              </a:p>
            </p:txBody>
          </p:sp>
        </p:grpSp>
      </p:grpSp>
    </p:spTree>
    <p:extLst>
      <p:ext uri="{BB962C8B-B14F-4D97-AF65-F5344CB8AC3E}">
        <p14:creationId xmlns:p14="http://schemas.microsoft.com/office/powerpoint/2010/main" val="7958344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98230-CEF8-3234-A9CB-53A6F3FDB5F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02EEA5C-F0DB-6E44-DDA0-0203B68EDBD3}"/>
              </a:ext>
            </a:extLst>
          </p:cNvPr>
          <p:cNvSpPr>
            <a:spLocks noGrp="1"/>
          </p:cNvSpPr>
          <p:nvPr>
            <p:ph type="sldNum" sz="quarter" idx="12"/>
          </p:nvPr>
        </p:nvSpPr>
        <p:spPr/>
        <p:txBody>
          <a:bodyPr/>
          <a:lstStyle/>
          <a:p>
            <a:fld id="{F595E21E-DEBA-8F42-9C16-77733D726770}" type="slidenum">
              <a:rPr lang="en-US" smtClean="0"/>
              <a:t>58</a:t>
            </a:fld>
            <a:endParaRPr lang="en-US"/>
          </a:p>
        </p:txBody>
      </p:sp>
      <p:sp>
        <p:nvSpPr>
          <p:cNvPr id="4" name="Title 3">
            <a:extLst>
              <a:ext uri="{FF2B5EF4-FFF2-40B4-BE49-F238E27FC236}">
                <a16:creationId xmlns:a16="http://schemas.microsoft.com/office/drawing/2014/main" id="{FB9F47EE-82ED-B86A-F6F3-0B7755A3C1D5}"/>
              </a:ext>
            </a:extLst>
          </p:cNvPr>
          <p:cNvSpPr>
            <a:spLocks noGrp="1"/>
          </p:cNvSpPr>
          <p:nvPr>
            <p:ph type="title"/>
          </p:nvPr>
        </p:nvSpPr>
        <p:spPr/>
        <p:txBody>
          <a:bodyPr/>
          <a:lstStyle/>
          <a:p>
            <a:r>
              <a:rPr lang="en-GB" dirty="0"/>
              <a:t>Plot Trend Viewing </a:t>
            </a:r>
          </a:p>
        </p:txBody>
      </p:sp>
      <p:pic>
        <p:nvPicPr>
          <p:cNvPr id="8" name="Picture 7">
            <a:extLst>
              <a:ext uri="{FF2B5EF4-FFF2-40B4-BE49-F238E27FC236}">
                <a16:creationId xmlns:a16="http://schemas.microsoft.com/office/drawing/2014/main" id="{EFAAE707-485E-F93A-7468-83BD211F8BA5}"/>
              </a:ext>
            </a:extLst>
          </p:cNvPr>
          <p:cNvPicPr>
            <a:picLocks noChangeAspect="1"/>
          </p:cNvPicPr>
          <p:nvPr/>
        </p:nvPicPr>
        <p:blipFill>
          <a:blip r:embed="rId2"/>
          <a:stretch>
            <a:fillRect/>
          </a:stretch>
        </p:blipFill>
        <p:spPr>
          <a:xfrm>
            <a:off x="1307025" y="1482130"/>
            <a:ext cx="9079541" cy="4781450"/>
          </a:xfrm>
          <a:prstGeom prst="rect">
            <a:avLst/>
          </a:prstGeom>
        </p:spPr>
      </p:pic>
      <p:grpSp>
        <p:nvGrpSpPr>
          <p:cNvPr id="7" name="Group 6">
            <a:extLst>
              <a:ext uri="{FF2B5EF4-FFF2-40B4-BE49-F238E27FC236}">
                <a16:creationId xmlns:a16="http://schemas.microsoft.com/office/drawing/2014/main" id="{E7E97B5A-66F3-F224-C1AB-EEEC4E7D2361}"/>
              </a:ext>
            </a:extLst>
          </p:cNvPr>
          <p:cNvGrpSpPr/>
          <p:nvPr/>
        </p:nvGrpSpPr>
        <p:grpSpPr>
          <a:xfrm>
            <a:off x="818159" y="818151"/>
            <a:ext cx="9713132" cy="663979"/>
            <a:chOff x="128086" y="1114684"/>
            <a:chExt cx="9713132" cy="663979"/>
          </a:xfrm>
        </p:grpSpPr>
        <p:grpSp>
          <p:nvGrpSpPr>
            <p:cNvPr id="9" name="Group 8">
              <a:extLst>
                <a:ext uri="{FF2B5EF4-FFF2-40B4-BE49-F238E27FC236}">
                  <a16:creationId xmlns:a16="http://schemas.microsoft.com/office/drawing/2014/main" id="{802B2D05-67FE-A382-778E-95631C7D9149}"/>
                </a:ext>
              </a:extLst>
            </p:cNvPr>
            <p:cNvGrpSpPr/>
            <p:nvPr/>
          </p:nvGrpSpPr>
          <p:grpSpPr>
            <a:xfrm>
              <a:off x="147780" y="1114684"/>
              <a:ext cx="9693438" cy="663979"/>
              <a:chOff x="172250" y="886972"/>
              <a:chExt cx="9693438" cy="663979"/>
            </a:xfrm>
          </p:grpSpPr>
          <p:sp>
            <p:nvSpPr>
              <p:cNvPr id="11" name="TextBox 10">
                <a:extLst>
                  <a:ext uri="{FF2B5EF4-FFF2-40B4-BE49-F238E27FC236}">
                    <a16:creationId xmlns:a16="http://schemas.microsoft.com/office/drawing/2014/main" id="{1F82F7B1-1F85-C8D9-A99F-0F4CF0CCF65C}"/>
                  </a:ext>
                </a:extLst>
              </p:cNvPr>
              <p:cNvSpPr txBox="1"/>
              <p:nvPr/>
            </p:nvSpPr>
            <p:spPr>
              <a:xfrm rot="10800000" flipV="1">
                <a:off x="386968" y="1243174"/>
                <a:ext cx="9478720" cy="307777"/>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To view different plot trends, go to ‘Workspace’ and navigate to ‘Trends’ </a:t>
                </a:r>
              </a:p>
            </p:txBody>
          </p:sp>
          <p:sp>
            <p:nvSpPr>
              <p:cNvPr id="12" name="Flowchart: Connector 11">
                <a:extLst>
                  <a:ext uri="{FF2B5EF4-FFF2-40B4-BE49-F238E27FC236}">
                    <a16:creationId xmlns:a16="http://schemas.microsoft.com/office/drawing/2014/main" id="{FD83D3CF-2493-070D-07E1-1BFD0421D25B}"/>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0" name="TextBox 9">
              <a:extLst>
                <a:ext uri="{FF2B5EF4-FFF2-40B4-BE49-F238E27FC236}">
                  <a16:creationId xmlns:a16="http://schemas.microsoft.com/office/drawing/2014/main" id="{7ED09B7E-EDF7-3085-2DE5-57DB712859DF}"/>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1</a:t>
              </a:r>
            </a:p>
          </p:txBody>
        </p:sp>
      </p:grpSp>
      <p:sp>
        <p:nvSpPr>
          <p:cNvPr id="14" name="Rectangle 13">
            <a:extLst>
              <a:ext uri="{FF2B5EF4-FFF2-40B4-BE49-F238E27FC236}">
                <a16:creationId xmlns:a16="http://schemas.microsoft.com/office/drawing/2014/main" id="{4899C71F-0375-4212-DAD5-388014F26A46}"/>
              </a:ext>
            </a:extLst>
          </p:cNvPr>
          <p:cNvSpPr/>
          <p:nvPr/>
        </p:nvSpPr>
        <p:spPr>
          <a:xfrm>
            <a:off x="1259900" y="1810512"/>
            <a:ext cx="1099252" cy="109728"/>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Rectangle 15">
            <a:extLst>
              <a:ext uri="{FF2B5EF4-FFF2-40B4-BE49-F238E27FC236}">
                <a16:creationId xmlns:a16="http://schemas.microsoft.com/office/drawing/2014/main" id="{EE99CA6B-0140-C812-010D-36E75C6900C8}"/>
              </a:ext>
            </a:extLst>
          </p:cNvPr>
          <p:cNvSpPr/>
          <p:nvPr/>
        </p:nvSpPr>
        <p:spPr>
          <a:xfrm>
            <a:off x="2966780" y="1792224"/>
            <a:ext cx="242764" cy="109728"/>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17" name="Straight Arrow Connector 16">
            <a:extLst>
              <a:ext uri="{FF2B5EF4-FFF2-40B4-BE49-F238E27FC236}">
                <a16:creationId xmlns:a16="http://schemas.microsoft.com/office/drawing/2014/main" id="{4BBF676F-C0B0-CAD8-FF1B-370568B04433}"/>
              </a:ext>
            </a:extLst>
          </p:cNvPr>
          <p:cNvCxnSpPr>
            <a:cxnSpLocks/>
            <a:stCxn id="14" idx="3"/>
          </p:cNvCxnSpPr>
          <p:nvPr/>
        </p:nvCxnSpPr>
        <p:spPr>
          <a:xfrm flipV="1">
            <a:off x="2359152" y="1847088"/>
            <a:ext cx="607628" cy="18288"/>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7796944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53B7B-3412-1ADA-C612-4F8BD9AA42C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917008D-1295-B91C-7886-A4022B46FC66}"/>
              </a:ext>
            </a:extLst>
          </p:cNvPr>
          <p:cNvSpPr>
            <a:spLocks noGrp="1"/>
          </p:cNvSpPr>
          <p:nvPr>
            <p:ph type="sldNum" sz="quarter" idx="12"/>
          </p:nvPr>
        </p:nvSpPr>
        <p:spPr/>
        <p:txBody>
          <a:bodyPr/>
          <a:lstStyle/>
          <a:p>
            <a:fld id="{F595E21E-DEBA-8F42-9C16-77733D726770}" type="slidenum">
              <a:rPr lang="en-US" smtClean="0"/>
              <a:t>59</a:t>
            </a:fld>
            <a:endParaRPr lang="en-US"/>
          </a:p>
        </p:txBody>
      </p:sp>
      <p:sp>
        <p:nvSpPr>
          <p:cNvPr id="4" name="Title 3">
            <a:extLst>
              <a:ext uri="{FF2B5EF4-FFF2-40B4-BE49-F238E27FC236}">
                <a16:creationId xmlns:a16="http://schemas.microsoft.com/office/drawing/2014/main" id="{D70D18BC-FC77-EB98-2552-2C38E7411354}"/>
              </a:ext>
            </a:extLst>
          </p:cNvPr>
          <p:cNvSpPr>
            <a:spLocks noGrp="1"/>
          </p:cNvSpPr>
          <p:nvPr>
            <p:ph type="title"/>
          </p:nvPr>
        </p:nvSpPr>
        <p:spPr/>
        <p:txBody>
          <a:bodyPr/>
          <a:lstStyle/>
          <a:p>
            <a:r>
              <a:rPr lang="en-GB" dirty="0"/>
              <a:t>Changing Plot Trend Viewing </a:t>
            </a:r>
          </a:p>
        </p:txBody>
      </p:sp>
      <p:pic>
        <p:nvPicPr>
          <p:cNvPr id="8" name="Picture 7">
            <a:extLst>
              <a:ext uri="{FF2B5EF4-FFF2-40B4-BE49-F238E27FC236}">
                <a16:creationId xmlns:a16="http://schemas.microsoft.com/office/drawing/2014/main" id="{7EFF51F9-152D-F652-4A72-D3A2CA2CF61A}"/>
              </a:ext>
            </a:extLst>
          </p:cNvPr>
          <p:cNvPicPr>
            <a:picLocks noChangeAspect="1"/>
          </p:cNvPicPr>
          <p:nvPr/>
        </p:nvPicPr>
        <p:blipFill>
          <a:blip r:embed="rId2"/>
          <a:stretch>
            <a:fillRect/>
          </a:stretch>
        </p:blipFill>
        <p:spPr>
          <a:xfrm>
            <a:off x="1307025" y="1482130"/>
            <a:ext cx="9079541" cy="4781450"/>
          </a:xfrm>
          <a:prstGeom prst="rect">
            <a:avLst/>
          </a:prstGeom>
        </p:spPr>
      </p:pic>
      <p:grpSp>
        <p:nvGrpSpPr>
          <p:cNvPr id="7" name="Group 6">
            <a:extLst>
              <a:ext uri="{FF2B5EF4-FFF2-40B4-BE49-F238E27FC236}">
                <a16:creationId xmlns:a16="http://schemas.microsoft.com/office/drawing/2014/main" id="{8DA02035-5F26-C3D5-F777-92D819CEAED1}"/>
              </a:ext>
            </a:extLst>
          </p:cNvPr>
          <p:cNvGrpSpPr/>
          <p:nvPr/>
        </p:nvGrpSpPr>
        <p:grpSpPr>
          <a:xfrm>
            <a:off x="818159" y="818151"/>
            <a:ext cx="9713132" cy="663979"/>
            <a:chOff x="128086" y="1114684"/>
            <a:chExt cx="9713132" cy="663979"/>
          </a:xfrm>
        </p:grpSpPr>
        <p:grpSp>
          <p:nvGrpSpPr>
            <p:cNvPr id="9" name="Group 8">
              <a:extLst>
                <a:ext uri="{FF2B5EF4-FFF2-40B4-BE49-F238E27FC236}">
                  <a16:creationId xmlns:a16="http://schemas.microsoft.com/office/drawing/2014/main" id="{4BA53274-FF50-54CF-7144-786B2438646D}"/>
                </a:ext>
              </a:extLst>
            </p:cNvPr>
            <p:cNvGrpSpPr/>
            <p:nvPr/>
          </p:nvGrpSpPr>
          <p:grpSpPr>
            <a:xfrm>
              <a:off x="147780" y="1114684"/>
              <a:ext cx="9693438" cy="663979"/>
              <a:chOff x="172250" y="886972"/>
              <a:chExt cx="9693438" cy="663979"/>
            </a:xfrm>
          </p:grpSpPr>
          <p:sp>
            <p:nvSpPr>
              <p:cNvPr id="11" name="TextBox 10">
                <a:extLst>
                  <a:ext uri="{FF2B5EF4-FFF2-40B4-BE49-F238E27FC236}">
                    <a16:creationId xmlns:a16="http://schemas.microsoft.com/office/drawing/2014/main" id="{B2810EDB-B77C-0807-6434-68E669C1CFAB}"/>
                  </a:ext>
                </a:extLst>
              </p:cNvPr>
              <p:cNvSpPr txBox="1"/>
              <p:nvPr/>
            </p:nvSpPr>
            <p:spPr>
              <a:xfrm rot="10800000" flipV="1">
                <a:off x="386968" y="1243174"/>
                <a:ext cx="9478720" cy="307777"/>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To change the plot trends, drag the PI tag to the bottom box ‘Name’</a:t>
                </a:r>
              </a:p>
            </p:txBody>
          </p:sp>
          <p:sp>
            <p:nvSpPr>
              <p:cNvPr id="12" name="Flowchart: Connector 11">
                <a:extLst>
                  <a:ext uri="{FF2B5EF4-FFF2-40B4-BE49-F238E27FC236}">
                    <a16:creationId xmlns:a16="http://schemas.microsoft.com/office/drawing/2014/main" id="{14B14A1B-CD9B-BA69-E9A5-B5F82E4DD20C}"/>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0" name="TextBox 9">
              <a:extLst>
                <a:ext uri="{FF2B5EF4-FFF2-40B4-BE49-F238E27FC236}">
                  <a16:creationId xmlns:a16="http://schemas.microsoft.com/office/drawing/2014/main" id="{2094E67F-041D-0D16-5B10-B73827F30C5C}"/>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2</a:t>
              </a:r>
            </a:p>
          </p:txBody>
        </p:sp>
      </p:grpSp>
      <p:sp>
        <p:nvSpPr>
          <p:cNvPr id="14" name="Rectangle 13">
            <a:extLst>
              <a:ext uri="{FF2B5EF4-FFF2-40B4-BE49-F238E27FC236}">
                <a16:creationId xmlns:a16="http://schemas.microsoft.com/office/drawing/2014/main" id="{21827864-BFC9-A2EA-829D-816BF271E1D8}"/>
              </a:ext>
            </a:extLst>
          </p:cNvPr>
          <p:cNvSpPr/>
          <p:nvPr/>
        </p:nvSpPr>
        <p:spPr>
          <a:xfrm>
            <a:off x="1307025" y="4151376"/>
            <a:ext cx="1099252" cy="109728"/>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Rectangle 15">
            <a:extLst>
              <a:ext uri="{FF2B5EF4-FFF2-40B4-BE49-F238E27FC236}">
                <a16:creationId xmlns:a16="http://schemas.microsoft.com/office/drawing/2014/main" id="{6BDA7946-6A1C-9E88-10A7-61616EFF505A}"/>
              </a:ext>
            </a:extLst>
          </p:cNvPr>
          <p:cNvSpPr/>
          <p:nvPr/>
        </p:nvSpPr>
        <p:spPr>
          <a:xfrm>
            <a:off x="2900363" y="5619751"/>
            <a:ext cx="376236" cy="123824"/>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17" name="Straight Arrow Connector 16">
            <a:extLst>
              <a:ext uri="{FF2B5EF4-FFF2-40B4-BE49-F238E27FC236}">
                <a16:creationId xmlns:a16="http://schemas.microsoft.com/office/drawing/2014/main" id="{95150469-AB85-E194-C631-23CE63F2A418}"/>
              </a:ext>
            </a:extLst>
          </p:cNvPr>
          <p:cNvCxnSpPr>
            <a:cxnSpLocks/>
            <a:stCxn id="14" idx="3"/>
            <a:endCxn id="16" idx="1"/>
          </p:cNvCxnSpPr>
          <p:nvPr/>
        </p:nvCxnSpPr>
        <p:spPr>
          <a:xfrm>
            <a:off x="2406277" y="4206240"/>
            <a:ext cx="494086" cy="1475423"/>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442358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FE4DC-7B58-11C4-5ADE-11B3FD41F5F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A43B857-F612-D6F1-A3B2-237FA015E094}"/>
              </a:ext>
            </a:extLst>
          </p:cNvPr>
          <p:cNvSpPr>
            <a:spLocks noGrp="1"/>
          </p:cNvSpPr>
          <p:nvPr>
            <p:ph type="sldNum" sz="quarter" idx="12"/>
          </p:nvPr>
        </p:nvSpPr>
        <p:spPr/>
        <p:txBody>
          <a:bodyPr/>
          <a:lstStyle/>
          <a:p>
            <a:fld id="{F595E21E-DEBA-8F42-9C16-77733D726770}" type="slidenum">
              <a:rPr lang="en-US" smtClean="0"/>
              <a:t>60</a:t>
            </a:fld>
            <a:endParaRPr lang="en-US"/>
          </a:p>
        </p:txBody>
      </p:sp>
      <p:sp>
        <p:nvSpPr>
          <p:cNvPr id="4" name="Title 3">
            <a:extLst>
              <a:ext uri="{FF2B5EF4-FFF2-40B4-BE49-F238E27FC236}">
                <a16:creationId xmlns:a16="http://schemas.microsoft.com/office/drawing/2014/main" id="{DE9C992E-53C5-0831-0633-83BDD4691E92}"/>
              </a:ext>
            </a:extLst>
          </p:cNvPr>
          <p:cNvSpPr>
            <a:spLocks noGrp="1"/>
          </p:cNvSpPr>
          <p:nvPr>
            <p:ph type="title"/>
          </p:nvPr>
        </p:nvSpPr>
        <p:spPr/>
        <p:txBody>
          <a:bodyPr/>
          <a:lstStyle/>
          <a:p>
            <a:r>
              <a:rPr lang="en-GB" dirty="0"/>
              <a:t>Data Statistics Viewing</a:t>
            </a:r>
          </a:p>
        </p:txBody>
      </p:sp>
      <p:pic>
        <p:nvPicPr>
          <p:cNvPr id="12" name="Picture 11">
            <a:extLst>
              <a:ext uri="{FF2B5EF4-FFF2-40B4-BE49-F238E27FC236}">
                <a16:creationId xmlns:a16="http://schemas.microsoft.com/office/drawing/2014/main" id="{DBF885EE-45A7-424E-CF0D-46944434E794}"/>
              </a:ext>
            </a:extLst>
          </p:cNvPr>
          <p:cNvPicPr>
            <a:picLocks noChangeAspect="1"/>
          </p:cNvPicPr>
          <p:nvPr/>
        </p:nvPicPr>
        <p:blipFill>
          <a:blip r:embed="rId2"/>
          <a:stretch>
            <a:fillRect/>
          </a:stretch>
        </p:blipFill>
        <p:spPr>
          <a:xfrm>
            <a:off x="1523239" y="1793556"/>
            <a:ext cx="8648282" cy="4484797"/>
          </a:xfrm>
          <a:prstGeom prst="rect">
            <a:avLst/>
          </a:prstGeom>
        </p:spPr>
      </p:pic>
      <p:grpSp>
        <p:nvGrpSpPr>
          <p:cNvPr id="9" name="Group 8">
            <a:extLst>
              <a:ext uri="{FF2B5EF4-FFF2-40B4-BE49-F238E27FC236}">
                <a16:creationId xmlns:a16="http://schemas.microsoft.com/office/drawing/2014/main" id="{3907DF07-0FCF-D6F9-5845-00AFF5EA6298}"/>
              </a:ext>
            </a:extLst>
          </p:cNvPr>
          <p:cNvGrpSpPr/>
          <p:nvPr/>
        </p:nvGrpSpPr>
        <p:grpSpPr>
          <a:xfrm>
            <a:off x="864162" y="959748"/>
            <a:ext cx="9713132" cy="771701"/>
            <a:chOff x="128086" y="1114684"/>
            <a:chExt cx="9713132" cy="771701"/>
          </a:xfrm>
        </p:grpSpPr>
        <p:grpSp>
          <p:nvGrpSpPr>
            <p:cNvPr id="11" name="Group 10">
              <a:extLst>
                <a:ext uri="{FF2B5EF4-FFF2-40B4-BE49-F238E27FC236}">
                  <a16:creationId xmlns:a16="http://schemas.microsoft.com/office/drawing/2014/main" id="{520B277F-E2F6-4E48-68D3-344665CC4EFD}"/>
                </a:ext>
              </a:extLst>
            </p:cNvPr>
            <p:cNvGrpSpPr/>
            <p:nvPr/>
          </p:nvGrpSpPr>
          <p:grpSpPr>
            <a:xfrm>
              <a:off x="147780" y="1114684"/>
              <a:ext cx="9693438" cy="771701"/>
              <a:chOff x="172250" y="886972"/>
              <a:chExt cx="9693438" cy="771701"/>
            </a:xfrm>
          </p:grpSpPr>
          <p:sp>
            <p:nvSpPr>
              <p:cNvPr id="15" name="TextBox 14">
                <a:extLst>
                  <a:ext uri="{FF2B5EF4-FFF2-40B4-BE49-F238E27FC236}">
                    <a16:creationId xmlns:a16="http://schemas.microsoft.com/office/drawing/2014/main" id="{1432B33B-7AF8-1C5F-8CFD-6D8A1A3BA678}"/>
                  </a:ext>
                </a:extLst>
              </p:cNvPr>
              <p:cNvSpPr txBox="1"/>
              <p:nvPr/>
            </p:nvSpPr>
            <p:spPr>
              <a:xfrm rot="10800000" flipV="1">
                <a:off x="386968" y="1135453"/>
                <a:ext cx="9478720" cy="523220"/>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To view the overall data statistics, go to ‘Workspace’ and navigate to ‘Basic Stats’ and click ‘Update’ to get the up-to-date statistics</a:t>
                </a:r>
              </a:p>
            </p:txBody>
          </p:sp>
          <p:sp>
            <p:nvSpPr>
              <p:cNvPr id="16" name="Flowchart: Connector 15">
                <a:extLst>
                  <a:ext uri="{FF2B5EF4-FFF2-40B4-BE49-F238E27FC236}">
                    <a16:creationId xmlns:a16="http://schemas.microsoft.com/office/drawing/2014/main" id="{0D85C961-991F-CCAF-9DDC-62859741FE39}"/>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TextBox 12">
              <a:extLst>
                <a:ext uri="{FF2B5EF4-FFF2-40B4-BE49-F238E27FC236}">
                  <a16:creationId xmlns:a16="http://schemas.microsoft.com/office/drawing/2014/main" id="{2195754A-9B4A-3CA2-68A9-C08140BB339B}"/>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1</a:t>
              </a:r>
            </a:p>
          </p:txBody>
        </p:sp>
      </p:grpSp>
      <p:sp>
        <p:nvSpPr>
          <p:cNvPr id="18" name="Rectangle 17">
            <a:extLst>
              <a:ext uri="{FF2B5EF4-FFF2-40B4-BE49-F238E27FC236}">
                <a16:creationId xmlns:a16="http://schemas.microsoft.com/office/drawing/2014/main" id="{A614DB2B-51FF-5A0F-8989-446E9BD9254D}"/>
              </a:ext>
            </a:extLst>
          </p:cNvPr>
          <p:cNvSpPr/>
          <p:nvPr/>
        </p:nvSpPr>
        <p:spPr>
          <a:xfrm>
            <a:off x="1470853" y="2076061"/>
            <a:ext cx="1099252" cy="124214"/>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0" name="Rectangle 19">
            <a:extLst>
              <a:ext uri="{FF2B5EF4-FFF2-40B4-BE49-F238E27FC236}">
                <a16:creationId xmlns:a16="http://schemas.microsoft.com/office/drawing/2014/main" id="{B599C732-3C17-8021-7FE7-8D5107761884}"/>
              </a:ext>
            </a:extLst>
          </p:cNvPr>
          <p:cNvSpPr/>
          <p:nvPr/>
        </p:nvSpPr>
        <p:spPr>
          <a:xfrm>
            <a:off x="3833813" y="2063361"/>
            <a:ext cx="376236" cy="123824"/>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21" name="Straight Arrow Connector 20">
            <a:extLst>
              <a:ext uri="{FF2B5EF4-FFF2-40B4-BE49-F238E27FC236}">
                <a16:creationId xmlns:a16="http://schemas.microsoft.com/office/drawing/2014/main" id="{8EC15CD9-AA29-7EE6-CEB7-E1A325A97B82}"/>
              </a:ext>
            </a:extLst>
          </p:cNvPr>
          <p:cNvCxnSpPr>
            <a:cxnSpLocks/>
            <a:stCxn id="18" idx="3"/>
            <a:endCxn id="20" idx="1"/>
          </p:cNvCxnSpPr>
          <p:nvPr/>
        </p:nvCxnSpPr>
        <p:spPr>
          <a:xfrm flipV="1">
            <a:off x="2570105" y="2125273"/>
            <a:ext cx="1263708" cy="12895"/>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25" name="Rectangle 24">
            <a:extLst>
              <a:ext uri="{FF2B5EF4-FFF2-40B4-BE49-F238E27FC236}">
                <a16:creationId xmlns:a16="http://schemas.microsoft.com/office/drawing/2014/main" id="{4ACF0DAB-0B78-5690-06D7-727681B24E9B}"/>
              </a:ext>
            </a:extLst>
          </p:cNvPr>
          <p:cNvSpPr/>
          <p:nvPr/>
        </p:nvSpPr>
        <p:spPr>
          <a:xfrm>
            <a:off x="4074319" y="2230049"/>
            <a:ext cx="376236" cy="123824"/>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26" name="Straight Arrow Connector 25">
            <a:extLst>
              <a:ext uri="{FF2B5EF4-FFF2-40B4-BE49-F238E27FC236}">
                <a16:creationId xmlns:a16="http://schemas.microsoft.com/office/drawing/2014/main" id="{7C8EEE7D-5C3C-D00C-EDAF-8A72A868DFCC}"/>
              </a:ext>
            </a:extLst>
          </p:cNvPr>
          <p:cNvCxnSpPr>
            <a:cxnSpLocks/>
            <a:stCxn id="20" idx="3"/>
            <a:endCxn id="25" idx="0"/>
          </p:cNvCxnSpPr>
          <p:nvPr/>
        </p:nvCxnSpPr>
        <p:spPr>
          <a:xfrm>
            <a:off x="4210049" y="2125273"/>
            <a:ext cx="52388" cy="104776"/>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82487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8F112-65C0-80A0-67F8-34E20970E95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8569D9-C7D9-C017-5277-3D5FBD13B412}"/>
              </a:ext>
            </a:extLst>
          </p:cNvPr>
          <p:cNvSpPr>
            <a:spLocks noGrp="1"/>
          </p:cNvSpPr>
          <p:nvPr>
            <p:ph type="sldNum" sz="quarter" idx="12"/>
          </p:nvPr>
        </p:nvSpPr>
        <p:spPr/>
        <p:txBody>
          <a:bodyPr/>
          <a:lstStyle/>
          <a:p>
            <a:fld id="{F595E21E-DEBA-8F42-9C16-77733D726770}" type="slidenum">
              <a:rPr lang="en-US" smtClean="0"/>
              <a:t>61</a:t>
            </a:fld>
            <a:endParaRPr lang="en-US"/>
          </a:p>
        </p:txBody>
      </p:sp>
      <p:sp>
        <p:nvSpPr>
          <p:cNvPr id="4" name="Title 3">
            <a:extLst>
              <a:ext uri="{FF2B5EF4-FFF2-40B4-BE49-F238E27FC236}">
                <a16:creationId xmlns:a16="http://schemas.microsoft.com/office/drawing/2014/main" id="{669FBB36-9AB1-226E-66A2-22DE8AEB4C50}"/>
              </a:ext>
            </a:extLst>
          </p:cNvPr>
          <p:cNvSpPr>
            <a:spLocks noGrp="1"/>
          </p:cNvSpPr>
          <p:nvPr>
            <p:ph type="title"/>
          </p:nvPr>
        </p:nvSpPr>
        <p:spPr/>
        <p:txBody>
          <a:bodyPr/>
          <a:lstStyle/>
          <a:p>
            <a:r>
              <a:rPr lang="en-GB" dirty="0"/>
              <a:t>Data Statistics Viewing</a:t>
            </a:r>
          </a:p>
        </p:txBody>
      </p:sp>
      <p:pic>
        <p:nvPicPr>
          <p:cNvPr id="14" name="Picture 13">
            <a:extLst>
              <a:ext uri="{FF2B5EF4-FFF2-40B4-BE49-F238E27FC236}">
                <a16:creationId xmlns:a16="http://schemas.microsoft.com/office/drawing/2014/main" id="{69877E06-2CC0-3C5F-31A5-201EC6E84B2E}"/>
              </a:ext>
            </a:extLst>
          </p:cNvPr>
          <p:cNvPicPr>
            <a:picLocks noChangeAspect="1"/>
          </p:cNvPicPr>
          <p:nvPr/>
        </p:nvPicPr>
        <p:blipFill>
          <a:blip r:embed="rId3"/>
          <a:stretch>
            <a:fillRect/>
          </a:stretch>
        </p:blipFill>
        <p:spPr>
          <a:xfrm>
            <a:off x="1496230" y="1788945"/>
            <a:ext cx="8643921" cy="4489408"/>
          </a:xfrm>
          <a:prstGeom prst="rect">
            <a:avLst/>
          </a:prstGeom>
        </p:spPr>
      </p:pic>
      <p:grpSp>
        <p:nvGrpSpPr>
          <p:cNvPr id="9" name="Group 8">
            <a:extLst>
              <a:ext uri="{FF2B5EF4-FFF2-40B4-BE49-F238E27FC236}">
                <a16:creationId xmlns:a16="http://schemas.microsoft.com/office/drawing/2014/main" id="{27C91E9C-C573-785C-243F-1823885F05EF}"/>
              </a:ext>
            </a:extLst>
          </p:cNvPr>
          <p:cNvGrpSpPr/>
          <p:nvPr/>
        </p:nvGrpSpPr>
        <p:grpSpPr>
          <a:xfrm>
            <a:off x="827586" y="1031030"/>
            <a:ext cx="9713132" cy="663979"/>
            <a:chOff x="128086" y="1114684"/>
            <a:chExt cx="9713132" cy="663979"/>
          </a:xfrm>
        </p:grpSpPr>
        <p:grpSp>
          <p:nvGrpSpPr>
            <p:cNvPr id="11" name="Group 10">
              <a:extLst>
                <a:ext uri="{FF2B5EF4-FFF2-40B4-BE49-F238E27FC236}">
                  <a16:creationId xmlns:a16="http://schemas.microsoft.com/office/drawing/2014/main" id="{EDFE30DB-458A-A3E1-5A45-9ECD8BC488AA}"/>
                </a:ext>
              </a:extLst>
            </p:cNvPr>
            <p:cNvGrpSpPr/>
            <p:nvPr/>
          </p:nvGrpSpPr>
          <p:grpSpPr>
            <a:xfrm>
              <a:off x="147780" y="1114684"/>
              <a:ext cx="9693438" cy="663979"/>
              <a:chOff x="172250" y="886972"/>
              <a:chExt cx="9693438" cy="663979"/>
            </a:xfrm>
          </p:grpSpPr>
          <p:sp>
            <p:nvSpPr>
              <p:cNvPr id="15" name="TextBox 14">
                <a:extLst>
                  <a:ext uri="{FF2B5EF4-FFF2-40B4-BE49-F238E27FC236}">
                    <a16:creationId xmlns:a16="http://schemas.microsoft.com/office/drawing/2014/main" id="{27B952A4-A760-2E56-F3C2-5C5B30042925}"/>
                  </a:ext>
                </a:extLst>
              </p:cNvPr>
              <p:cNvSpPr txBox="1"/>
              <p:nvPr/>
            </p:nvSpPr>
            <p:spPr>
              <a:xfrm rot="10800000" flipV="1">
                <a:off x="386968" y="1243174"/>
                <a:ext cx="9478720" cy="307777"/>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Once the Data Statistics is updated it will look like this</a:t>
                </a:r>
              </a:p>
            </p:txBody>
          </p:sp>
          <p:sp>
            <p:nvSpPr>
              <p:cNvPr id="16" name="Flowchart: Connector 15">
                <a:extLst>
                  <a:ext uri="{FF2B5EF4-FFF2-40B4-BE49-F238E27FC236}">
                    <a16:creationId xmlns:a16="http://schemas.microsoft.com/office/drawing/2014/main" id="{0F3F3D0F-8B78-037F-AF95-0BD0F63DF870}"/>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TextBox 12">
              <a:extLst>
                <a:ext uri="{FF2B5EF4-FFF2-40B4-BE49-F238E27FC236}">
                  <a16:creationId xmlns:a16="http://schemas.microsoft.com/office/drawing/2014/main" id="{A1CAAA48-0EF6-5604-F636-A418B8BC60AD}"/>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2</a:t>
              </a:r>
            </a:p>
          </p:txBody>
        </p:sp>
      </p:grpSp>
    </p:spTree>
    <p:extLst>
      <p:ext uri="{BB962C8B-B14F-4D97-AF65-F5344CB8AC3E}">
        <p14:creationId xmlns:p14="http://schemas.microsoft.com/office/powerpoint/2010/main" val="38419009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B4F89-74CE-5758-1E11-9AFFBFBB245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863CC75-FB4F-83E9-15DF-9E469F6090EB}"/>
              </a:ext>
            </a:extLst>
          </p:cNvPr>
          <p:cNvSpPr>
            <a:spLocks noGrp="1"/>
          </p:cNvSpPr>
          <p:nvPr>
            <p:ph type="sldNum" sz="quarter" idx="12"/>
          </p:nvPr>
        </p:nvSpPr>
        <p:spPr/>
        <p:txBody>
          <a:bodyPr/>
          <a:lstStyle/>
          <a:p>
            <a:fld id="{F595E21E-DEBA-8F42-9C16-77733D726770}" type="slidenum">
              <a:rPr lang="en-US" smtClean="0"/>
              <a:t>62</a:t>
            </a:fld>
            <a:endParaRPr lang="en-US"/>
          </a:p>
        </p:txBody>
      </p:sp>
      <p:sp>
        <p:nvSpPr>
          <p:cNvPr id="4" name="Title 3">
            <a:extLst>
              <a:ext uri="{FF2B5EF4-FFF2-40B4-BE49-F238E27FC236}">
                <a16:creationId xmlns:a16="http://schemas.microsoft.com/office/drawing/2014/main" id="{1C5192D4-9335-2D2B-989E-861AD230B9B9}"/>
              </a:ext>
            </a:extLst>
          </p:cNvPr>
          <p:cNvSpPr>
            <a:spLocks noGrp="1"/>
          </p:cNvSpPr>
          <p:nvPr>
            <p:ph type="title"/>
          </p:nvPr>
        </p:nvSpPr>
        <p:spPr/>
        <p:txBody>
          <a:bodyPr/>
          <a:lstStyle/>
          <a:p>
            <a:r>
              <a:rPr lang="en-GB" dirty="0"/>
              <a:t>Data Segmentation</a:t>
            </a:r>
          </a:p>
        </p:txBody>
      </p:sp>
      <p:pic>
        <p:nvPicPr>
          <p:cNvPr id="6" name="Picture 5">
            <a:extLst>
              <a:ext uri="{FF2B5EF4-FFF2-40B4-BE49-F238E27FC236}">
                <a16:creationId xmlns:a16="http://schemas.microsoft.com/office/drawing/2014/main" id="{B01F4560-CD29-9C8A-192B-3E73B76A60FA}"/>
              </a:ext>
            </a:extLst>
          </p:cNvPr>
          <p:cNvPicPr>
            <a:picLocks noChangeAspect="1"/>
          </p:cNvPicPr>
          <p:nvPr/>
        </p:nvPicPr>
        <p:blipFill>
          <a:blip r:embed="rId2"/>
          <a:srcRect l="-52"/>
          <a:stretch>
            <a:fillRect/>
          </a:stretch>
        </p:blipFill>
        <p:spPr>
          <a:xfrm>
            <a:off x="528638" y="2414063"/>
            <a:ext cx="10991088" cy="1730082"/>
          </a:xfrm>
          <a:prstGeom prst="rect">
            <a:avLst/>
          </a:prstGeom>
        </p:spPr>
      </p:pic>
      <p:grpSp>
        <p:nvGrpSpPr>
          <p:cNvPr id="5" name="Group 4">
            <a:extLst>
              <a:ext uri="{FF2B5EF4-FFF2-40B4-BE49-F238E27FC236}">
                <a16:creationId xmlns:a16="http://schemas.microsoft.com/office/drawing/2014/main" id="{628B3067-7790-C3A6-817D-D6C32E83E9FE}"/>
              </a:ext>
            </a:extLst>
          </p:cNvPr>
          <p:cNvGrpSpPr/>
          <p:nvPr/>
        </p:nvGrpSpPr>
        <p:grpSpPr>
          <a:xfrm>
            <a:off x="1022414" y="1415302"/>
            <a:ext cx="9713132" cy="663979"/>
            <a:chOff x="128086" y="1114684"/>
            <a:chExt cx="9713132" cy="663979"/>
          </a:xfrm>
        </p:grpSpPr>
        <p:grpSp>
          <p:nvGrpSpPr>
            <p:cNvPr id="7" name="Group 6">
              <a:extLst>
                <a:ext uri="{FF2B5EF4-FFF2-40B4-BE49-F238E27FC236}">
                  <a16:creationId xmlns:a16="http://schemas.microsoft.com/office/drawing/2014/main" id="{3CC1B708-B4A1-D073-90C1-73CC843FBF2D}"/>
                </a:ext>
              </a:extLst>
            </p:cNvPr>
            <p:cNvGrpSpPr/>
            <p:nvPr/>
          </p:nvGrpSpPr>
          <p:grpSpPr>
            <a:xfrm>
              <a:off x="147780" y="1114684"/>
              <a:ext cx="9693438" cy="663979"/>
              <a:chOff x="172250" y="886972"/>
              <a:chExt cx="9693438" cy="663979"/>
            </a:xfrm>
          </p:grpSpPr>
          <p:sp>
            <p:nvSpPr>
              <p:cNvPr id="11" name="TextBox 10">
                <a:extLst>
                  <a:ext uri="{FF2B5EF4-FFF2-40B4-BE49-F238E27FC236}">
                    <a16:creationId xmlns:a16="http://schemas.microsoft.com/office/drawing/2014/main" id="{3ADF15DA-3CAE-1957-B6BF-FFBF95A86042}"/>
                  </a:ext>
                </a:extLst>
              </p:cNvPr>
              <p:cNvSpPr txBox="1"/>
              <p:nvPr/>
            </p:nvSpPr>
            <p:spPr>
              <a:xfrm rot="10800000" flipV="1">
                <a:off x="386968" y="1243174"/>
                <a:ext cx="9478720" cy="307777"/>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To segment the date, select the ‘Segment Mode’</a:t>
                </a:r>
              </a:p>
            </p:txBody>
          </p:sp>
          <p:sp>
            <p:nvSpPr>
              <p:cNvPr id="13" name="Flowchart: Connector 12">
                <a:extLst>
                  <a:ext uri="{FF2B5EF4-FFF2-40B4-BE49-F238E27FC236}">
                    <a16:creationId xmlns:a16="http://schemas.microsoft.com/office/drawing/2014/main" id="{A2346A55-6343-929B-3A33-8C538912D34F}"/>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43AF5C06-4003-3521-888D-5625DE5413C6}"/>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1</a:t>
              </a:r>
            </a:p>
          </p:txBody>
        </p:sp>
      </p:grpSp>
      <p:sp>
        <p:nvSpPr>
          <p:cNvPr id="18" name="Rectangle 17">
            <a:extLst>
              <a:ext uri="{FF2B5EF4-FFF2-40B4-BE49-F238E27FC236}">
                <a16:creationId xmlns:a16="http://schemas.microsoft.com/office/drawing/2014/main" id="{ED38C908-A1DA-A4CC-DC70-B3321605B288}"/>
              </a:ext>
            </a:extLst>
          </p:cNvPr>
          <p:cNvSpPr/>
          <p:nvPr/>
        </p:nvSpPr>
        <p:spPr>
          <a:xfrm>
            <a:off x="7585615" y="2414063"/>
            <a:ext cx="177641" cy="174823"/>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5757945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3322CD1-C16B-BB88-96A6-F4980FA2A730}"/>
              </a:ext>
            </a:extLst>
          </p:cNvPr>
          <p:cNvSpPr>
            <a:spLocks noGrp="1"/>
          </p:cNvSpPr>
          <p:nvPr>
            <p:ph type="sldNum" sz="quarter" idx="12"/>
          </p:nvPr>
        </p:nvSpPr>
        <p:spPr/>
        <p:txBody>
          <a:bodyPr/>
          <a:lstStyle/>
          <a:p>
            <a:fld id="{F595E21E-DEBA-8F42-9C16-77733D726770}" type="slidenum">
              <a:rPr lang="en-US" smtClean="0"/>
              <a:t>63</a:t>
            </a:fld>
            <a:endParaRPr lang="en-US"/>
          </a:p>
        </p:txBody>
      </p:sp>
      <p:sp>
        <p:nvSpPr>
          <p:cNvPr id="4" name="Title 3">
            <a:extLst>
              <a:ext uri="{FF2B5EF4-FFF2-40B4-BE49-F238E27FC236}">
                <a16:creationId xmlns:a16="http://schemas.microsoft.com/office/drawing/2014/main" id="{D81D3E3A-48AA-A6C6-68FE-0A2678EDA31D}"/>
              </a:ext>
            </a:extLst>
          </p:cNvPr>
          <p:cNvSpPr>
            <a:spLocks noGrp="1"/>
          </p:cNvSpPr>
          <p:nvPr>
            <p:ph type="title"/>
          </p:nvPr>
        </p:nvSpPr>
        <p:spPr/>
        <p:txBody>
          <a:bodyPr/>
          <a:lstStyle/>
          <a:p>
            <a:r>
              <a:rPr lang="en-GB" dirty="0"/>
              <a:t>Data Segmentation</a:t>
            </a:r>
          </a:p>
        </p:txBody>
      </p:sp>
      <p:pic>
        <p:nvPicPr>
          <p:cNvPr id="6" name="Content Placeholder 5">
            <a:extLst>
              <a:ext uri="{FF2B5EF4-FFF2-40B4-BE49-F238E27FC236}">
                <a16:creationId xmlns:a16="http://schemas.microsoft.com/office/drawing/2014/main" id="{84248D50-C548-4318-C585-1436401A2D21}"/>
              </a:ext>
            </a:extLst>
          </p:cNvPr>
          <p:cNvPicPr>
            <a:picLocks noGrp="1" noChangeAspect="1"/>
          </p:cNvPicPr>
          <p:nvPr>
            <p:ph sz="quarter" idx="4"/>
          </p:nvPr>
        </p:nvPicPr>
        <p:blipFill>
          <a:blip r:embed="rId2"/>
          <a:stretch>
            <a:fillRect/>
          </a:stretch>
        </p:blipFill>
        <p:spPr>
          <a:xfrm>
            <a:off x="1348913" y="1586203"/>
            <a:ext cx="9257969" cy="4692150"/>
          </a:xfrm>
          <a:prstGeom prst="rect">
            <a:avLst/>
          </a:prstGeom>
        </p:spPr>
      </p:pic>
      <p:grpSp>
        <p:nvGrpSpPr>
          <p:cNvPr id="7" name="Group 6">
            <a:extLst>
              <a:ext uri="{FF2B5EF4-FFF2-40B4-BE49-F238E27FC236}">
                <a16:creationId xmlns:a16="http://schemas.microsoft.com/office/drawing/2014/main" id="{144A52BB-480D-AD00-11D2-2342FF5034F8}"/>
              </a:ext>
            </a:extLst>
          </p:cNvPr>
          <p:cNvGrpSpPr/>
          <p:nvPr/>
        </p:nvGrpSpPr>
        <p:grpSpPr>
          <a:xfrm>
            <a:off x="1004126" y="871418"/>
            <a:ext cx="9713132" cy="663979"/>
            <a:chOff x="128086" y="1114684"/>
            <a:chExt cx="9713132" cy="663979"/>
          </a:xfrm>
        </p:grpSpPr>
        <p:grpSp>
          <p:nvGrpSpPr>
            <p:cNvPr id="8" name="Group 7">
              <a:extLst>
                <a:ext uri="{FF2B5EF4-FFF2-40B4-BE49-F238E27FC236}">
                  <a16:creationId xmlns:a16="http://schemas.microsoft.com/office/drawing/2014/main" id="{6A1D63DA-E15F-5159-6191-9F61A4E123B4}"/>
                </a:ext>
              </a:extLst>
            </p:cNvPr>
            <p:cNvGrpSpPr/>
            <p:nvPr/>
          </p:nvGrpSpPr>
          <p:grpSpPr>
            <a:xfrm>
              <a:off x="147780" y="1114684"/>
              <a:ext cx="9693438" cy="663979"/>
              <a:chOff x="172250" y="886972"/>
              <a:chExt cx="9693438" cy="663979"/>
            </a:xfrm>
          </p:grpSpPr>
          <p:sp>
            <p:nvSpPr>
              <p:cNvPr id="10" name="TextBox 9">
                <a:extLst>
                  <a:ext uri="{FF2B5EF4-FFF2-40B4-BE49-F238E27FC236}">
                    <a16:creationId xmlns:a16="http://schemas.microsoft.com/office/drawing/2014/main" id="{2556C7A3-4F7E-25B2-5878-AD46D6DF0150}"/>
                  </a:ext>
                </a:extLst>
              </p:cNvPr>
              <p:cNvSpPr txBox="1"/>
              <p:nvPr/>
            </p:nvSpPr>
            <p:spPr>
              <a:xfrm rot="10800000" flipV="1">
                <a:off x="386968" y="1243174"/>
                <a:ext cx="9478720" cy="307777"/>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Once ‘Segment Mode’ is selected, drag the area where you wish to segment and let go </a:t>
                </a:r>
              </a:p>
            </p:txBody>
          </p:sp>
          <p:sp>
            <p:nvSpPr>
              <p:cNvPr id="11" name="Flowchart: Connector 10">
                <a:extLst>
                  <a:ext uri="{FF2B5EF4-FFF2-40B4-BE49-F238E27FC236}">
                    <a16:creationId xmlns:a16="http://schemas.microsoft.com/office/drawing/2014/main" id="{46AA6768-7E16-23EF-4B59-ADF92F491E0A}"/>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9" name="TextBox 8">
              <a:extLst>
                <a:ext uri="{FF2B5EF4-FFF2-40B4-BE49-F238E27FC236}">
                  <a16:creationId xmlns:a16="http://schemas.microsoft.com/office/drawing/2014/main" id="{C2ED152C-51C1-226F-C1AD-0EF8AEF7B82A}"/>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2</a:t>
              </a:r>
            </a:p>
          </p:txBody>
        </p:sp>
      </p:grpSp>
      <p:sp>
        <p:nvSpPr>
          <p:cNvPr id="13" name="Rectangle 12">
            <a:extLst>
              <a:ext uri="{FF2B5EF4-FFF2-40B4-BE49-F238E27FC236}">
                <a16:creationId xmlns:a16="http://schemas.microsoft.com/office/drawing/2014/main" id="{206393D0-AB2E-ACE0-4CF8-1E6F6F9CB6D3}"/>
              </a:ext>
            </a:extLst>
          </p:cNvPr>
          <p:cNvSpPr/>
          <p:nvPr/>
        </p:nvSpPr>
        <p:spPr>
          <a:xfrm>
            <a:off x="4284631" y="2286047"/>
            <a:ext cx="1201769" cy="2907745"/>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38584689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BC7C9-F6ED-FA7F-C901-A853AAC8BA0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336C17-C232-6997-0B26-89747E95E059}"/>
              </a:ext>
            </a:extLst>
          </p:cNvPr>
          <p:cNvSpPr>
            <a:spLocks noGrp="1"/>
          </p:cNvSpPr>
          <p:nvPr>
            <p:ph type="sldNum" sz="quarter" idx="12"/>
          </p:nvPr>
        </p:nvSpPr>
        <p:spPr/>
        <p:txBody>
          <a:bodyPr/>
          <a:lstStyle/>
          <a:p>
            <a:fld id="{F595E21E-DEBA-8F42-9C16-77733D726770}" type="slidenum">
              <a:rPr lang="en-US" smtClean="0"/>
              <a:t>64</a:t>
            </a:fld>
            <a:endParaRPr lang="en-US"/>
          </a:p>
        </p:txBody>
      </p:sp>
      <p:sp>
        <p:nvSpPr>
          <p:cNvPr id="4" name="Title 3">
            <a:extLst>
              <a:ext uri="{FF2B5EF4-FFF2-40B4-BE49-F238E27FC236}">
                <a16:creationId xmlns:a16="http://schemas.microsoft.com/office/drawing/2014/main" id="{230FBDC6-3181-33B3-7517-254F5B7EDC39}"/>
              </a:ext>
            </a:extLst>
          </p:cNvPr>
          <p:cNvSpPr>
            <a:spLocks noGrp="1"/>
          </p:cNvSpPr>
          <p:nvPr>
            <p:ph type="title"/>
          </p:nvPr>
        </p:nvSpPr>
        <p:spPr/>
        <p:txBody>
          <a:bodyPr/>
          <a:lstStyle/>
          <a:p>
            <a:r>
              <a:rPr lang="en-GB" dirty="0"/>
              <a:t>Data Segmentation</a:t>
            </a:r>
          </a:p>
        </p:txBody>
      </p:sp>
      <p:pic>
        <p:nvPicPr>
          <p:cNvPr id="8" name="Content Placeholder 7">
            <a:extLst>
              <a:ext uri="{FF2B5EF4-FFF2-40B4-BE49-F238E27FC236}">
                <a16:creationId xmlns:a16="http://schemas.microsoft.com/office/drawing/2014/main" id="{87F78AB7-CDCA-2712-59CE-4D3E09415355}"/>
              </a:ext>
            </a:extLst>
          </p:cNvPr>
          <p:cNvPicPr>
            <a:picLocks noGrp="1" noChangeAspect="1"/>
          </p:cNvPicPr>
          <p:nvPr>
            <p:ph sz="quarter" idx="4"/>
          </p:nvPr>
        </p:nvPicPr>
        <p:blipFill>
          <a:blip r:embed="rId2"/>
          <a:stretch>
            <a:fillRect/>
          </a:stretch>
        </p:blipFill>
        <p:spPr>
          <a:xfrm>
            <a:off x="3705135" y="2226795"/>
            <a:ext cx="4124901" cy="1895740"/>
          </a:xfrm>
          <a:prstGeom prst="rect">
            <a:avLst/>
          </a:prstGeom>
        </p:spPr>
      </p:pic>
      <p:grpSp>
        <p:nvGrpSpPr>
          <p:cNvPr id="9" name="Group 8">
            <a:extLst>
              <a:ext uri="{FF2B5EF4-FFF2-40B4-BE49-F238E27FC236}">
                <a16:creationId xmlns:a16="http://schemas.microsoft.com/office/drawing/2014/main" id="{8B485B2A-B7C2-CAAE-6D12-6F0C79B9F85D}"/>
              </a:ext>
            </a:extLst>
          </p:cNvPr>
          <p:cNvGrpSpPr/>
          <p:nvPr/>
        </p:nvGrpSpPr>
        <p:grpSpPr>
          <a:xfrm>
            <a:off x="1013270" y="1228034"/>
            <a:ext cx="9713132" cy="663979"/>
            <a:chOff x="128086" y="1114684"/>
            <a:chExt cx="9713132" cy="663979"/>
          </a:xfrm>
        </p:grpSpPr>
        <p:grpSp>
          <p:nvGrpSpPr>
            <p:cNvPr id="10" name="Group 9">
              <a:extLst>
                <a:ext uri="{FF2B5EF4-FFF2-40B4-BE49-F238E27FC236}">
                  <a16:creationId xmlns:a16="http://schemas.microsoft.com/office/drawing/2014/main" id="{1629EAEA-3546-E6E3-5B29-68C8EA496D4E}"/>
                </a:ext>
              </a:extLst>
            </p:cNvPr>
            <p:cNvGrpSpPr/>
            <p:nvPr/>
          </p:nvGrpSpPr>
          <p:grpSpPr>
            <a:xfrm>
              <a:off x="147780" y="1114684"/>
              <a:ext cx="9693438" cy="663979"/>
              <a:chOff x="172250" y="886972"/>
              <a:chExt cx="9693438" cy="663979"/>
            </a:xfrm>
          </p:grpSpPr>
          <p:sp>
            <p:nvSpPr>
              <p:cNvPr id="12" name="TextBox 11">
                <a:extLst>
                  <a:ext uri="{FF2B5EF4-FFF2-40B4-BE49-F238E27FC236}">
                    <a16:creationId xmlns:a16="http://schemas.microsoft.com/office/drawing/2014/main" id="{6144AB1F-323A-7F25-94FC-46AEAAE371C3}"/>
                  </a:ext>
                </a:extLst>
              </p:cNvPr>
              <p:cNvSpPr txBox="1"/>
              <p:nvPr/>
            </p:nvSpPr>
            <p:spPr>
              <a:xfrm rot="10800000" flipV="1">
                <a:off x="386968" y="1243174"/>
                <a:ext cx="9478720" cy="307777"/>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Once the desired data segment is selected, name the segment and adjust the time segments accordingly</a:t>
                </a:r>
              </a:p>
            </p:txBody>
          </p:sp>
          <p:sp>
            <p:nvSpPr>
              <p:cNvPr id="13" name="Flowchart: Connector 12">
                <a:extLst>
                  <a:ext uri="{FF2B5EF4-FFF2-40B4-BE49-F238E27FC236}">
                    <a16:creationId xmlns:a16="http://schemas.microsoft.com/office/drawing/2014/main" id="{20FA9AF5-3B50-1669-6E6E-A1E0B47D0C15}"/>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TextBox 10">
              <a:extLst>
                <a:ext uri="{FF2B5EF4-FFF2-40B4-BE49-F238E27FC236}">
                  <a16:creationId xmlns:a16="http://schemas.microsoft.com/office/drawing/2014/main" id="{25AAC5FC-F6FF-19AB-7739-5505F95A167F}"/>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3</a:t>
              </a:r>
            </a:p>
          </p:txBody>
        </p:sp>
      </p:grpSp>
    </p:spTree>
    <p:extLst>
      <p:ext uri="{BB962C8B-B14F-4D97-AF65-F5344CB8AC3E}">
        <p14:creationId xmlns:p14="http://schemas.microsoft.com/office/powerpoint/2010/main" val="38222083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D1F47-8C4E-4774-C297-5C056BDF65C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58E7E24-9DEE-C835-D6DD-623746992AAE}"/>
              </a:ext>
            </a:extLst>
          </p:cNvPr>
          <p:cNvSpPr>
            <a:spLocks noGrp="1"/>
          </p:cNvSpPr>
          <p:nvPr>
            <p:ph type="sldNum" sz="quarter" idx="12"/>
          </p:nvPr>
        </p:nvSpPr>
        <p:spPr/>
        <p:txBody>
          <a:bodyPr/>
          <a:lstStyle/>
          <a:p>
            <a:fld id="{F595E21E-DEBA-8F42-9C16-77733D726770}" type="slidenum">
              <a:rPr lang="en-US" smtClean="0"/>
              <a:t>65</a:t>
            </a:fld>
            <a:endParaRPr lang="en-US"/>
          </a:p>
        </p:txBody>
      </p:sp>
      <p:sp>
        <p:nvSpPr>
          <p:cNvPr id="4" name="Title 3">
            <a:extLst>
              <a:ext uri="{FF2B5EF4-FFF2-40B4-BE49-F238E27FC236}">
                <a16:creationId xmlns:a16="http://schemas.microsoft.com/office/drawing/2014/main" id="{A3264EF3-D4C1-330E-DD63-33BC271BD7D6}"/>
              </a:ext>
            </a:extLst>
          </p:cNvPr>
          <p:cNvSpPr>
            <a:spLocks noGrp="1"/>
          </p:cNvSpPr>
          <p:nvPr>
            <p:ph type="title"/>
          </p:nvPr>
        </p:nvSpPr>
        <p:spPr/>
        <p:txBody>
          <a:bodyPr/>
          <a:lstStyle/>
          <a:p>
            <a:r>
              <a:rPr lang="en-GB" dirty="0"/>
              <a:t>X-Y Plotting </a:t>
            </a:r>
          </a:p>
        </p:txBody>
      </p:sp>
      <p:pic>
        <p:nvPicPr>
          <p:cNvPr id="6" name="Picture 5">
            <a:extLst>
              <a:ext uri="{FF2B5EF4-FFF2-40B4-BE49-F238E27FC236}">
                <a16:creationId xmlns:a16="http://schemas.microsoft.com/office/drawing/2014/main" id="{7AED2210-C453-879B-1D14-247CFC873EE8}"/>
              </a:ext>
            </a:extLst>
          </p:cNvPr>
          <p:cNvPicPr>
            <a:picLocks noChangeAspect="1"/>
          </p:cNvPicPr>
          <p:nvPr/>
        </p:nvPicPr>
        <p:blipFill>
          <a:blip r:embed="rId2"/>
          <a:stretch>
            <a:fillRect/>
          </a:stretch>
        </p:blipFill>
        <p:spPr>
          <a:xfrm>
            <a:off x="1936991" y="1616940"/>
            <a:ext cx="8330717" cy="4661413"/>
          </a:xfrm>
          <a:prstGeom prst="rect">
            <a:avLst/>
          </a:prstGeom>
        </p:spPr>
      </p:pic>
      <p:grpSp>
        <p:nvGrpSpPr>
          <p:cNvPr id="8" name="Group 7">
            <a:extLst>
              <a:ext uri="{FF2B5EF4-FFF2-40B4-BE49-F238E27FC236}">
                <a16:creationId xmlns:a16="http://schemas.microsoft.com/office/drawing/2014/main" id="{2BB9E42B-75E7-BDBA-345E-A0F5269634CD}"/>
              </a:ext>
            </a:extLst>
          </p:cNvPr>
          <p:cNvGrpSpPr/>
          <p:nvPr/>
        </p:nvGrpSpPr>
        <p:grpSpPr>
          <a:xfrm>
            <a:off x="967550" y="859146"/>
            <a:ext cx="9713132" cy="663979"/>
            <a:chOff x="128086" y="1114684"/>
            <a:chExt cx="9713132" cy="663979"/>
          </a:xfrm>
        </p:grpSpPr>
        <p:grpSp>
          <p:nvGrpSpPr>
            <p:cNvPr id="9" name="Group 8">
              <a:extLst>
                <a:ext uri="{FF2B5EF4-FFF2-40B4-BE49-F238E27FC236}">
                  <a16:creationId xmlns:a16="http://schemas.microsoft.com/office/drawing/2014/main" id="{522DD5E8-2AF8-3212-003C-D3750E0137E5}"/>
                </a:ext>
              </a:extLst>
            </p:cNvPr>
            <p:cNvGrpSpPr/>
            <p:nvPr/>
          </p:nvGrpSpPr>
          <p:grpSpPr>
            <a:xfrm>
              <a:off x="147780" y="1114684"/>
              <a:ext cx="9693438" cy="663979"/>
              <a:chOff x="172250" y="886972"/>
              <a:chExt cx="9693438" cy="663979"/>
            </a:xfrm>
          </p:grpSpPr>
          <p:sp>
            <p:nvSpPr>
              <p:cNvPr id="11" name="TextBox 10">
                <a:extLst>
                  <a:ext uri="{FF2B5EF4-FFF2-40B4-BE49-F238E27FC236}">
                    <a16:creationId xmlns:a16="http://schemas.microsoft.com/office/drawing/2014/main" id="{3935F15B-42A4-AF71-12F1-111A3BD7189E}"/>
                  </a:ext>
                </a:extLst>
              </p:cNvPr>
              <p:cNvSpPr txBox="1"/>
              <p:nvPr/>
            </p:nvSpPr>
            <p:spPr>
              <a:xfrm rot="10800000" flipV="1">
                <a:off x="386968" y="1243174"/>
                <a:ext cx="9478720" cy="307777"/>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To plot the X-Y Plot, select the PI tag for Y axis and X axis to plot the X-Y graph</a:t>
                </a:r>
              </a:p>
            </p:txBody>
          </p:sp>
          <p:sp>
            <p:nvSpPr>
              <p:cNvPr id="12" name="Flowchart: Connector 11">
                <a:extLst>
                  <a:ext uri="{FF2B5EF4-FFF2-40B4-BE49-F238E27FC236}">
                    <a16:creationId xmlns:a16="http://schemas.microsoft.com/office/drawing/2014/main" id="{48530949-8222-6CEB-068B-5F69728FD826}"/>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0" name="TextBox 9">
              <a:extLst>
                <a:ext uri="{FF2B5EF4-FFF2-40B4-BE49-F238E27FC236}">
                  <a16:creationId xmlns:a16="http://schemas.microsoft.com/office/drawing/2014/main" id="{C0BC6837-555F-3148-ECBB-564340747EFB}"/>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2</a:t>
              </a:r>
            </a:p>
          </p:txBody>
        </p:sp>
      </p:grpSp>
      <p:sp>
        <p:nvSpPr>
          <p:cNvPr id="14" name="Rectangle 13">
            <a:extLst>
              <a:ext uri="{FF2B5EF4-FFF2-40B4-BE49-F238E27FC236}">
                <a16:creationId xmlns:a16="http://schemas.microsoft.com/office/drawing/2014/main" id="{403C13DF-E291-EC8A-EF02-2788F9B5F06A}"/>
              </a:ext>
            </a:extLst>
          </p:cNvPr>
          <p:cNvSpPr/>
          <p:nvPr/>
        </p:nvSpPr>
        <p:spPr>
          <a:xfrm>
            <a:off x="1993391" y="1783080"/>
            <a:ext cx="1051561" cy="146304"/>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Rectangle 15">
            <a:extLst>
              <a:ext uri="{FF2B5EF4-FFF2-40B4-BE49-F238E27FC236}">
                <a16:creationId xmlns:a16="http://schemas.microsoft.com/office/drawing/2014/main" id="{D1643053-E00D-9E09-FC57-D85F90A9819E}"/>
              </a:ext>
            </a:extLst>
          </p:cNvPr>
          <p:cNvSpPr/>
          <p:nvPr/>
        </p:nvSpPr>
        <p:spPr>
          <a:xfrm>
            <a:off x="3110496" y="1783080"/>
            <a:ext cx="1051561" cy="146304"/>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13650553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2263C-D930-2A1E-6499-4B42D382591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7C11C3-337F-FD6D-66DB-9C298E5EE563}"/>
              </a:ext>
            </a:extLst>
          </p:cNvPr>
          <p:cNvSpPr>
            <a:spLocks noGrp="1"/>
          </p:cNvSpPr>
          <p:nvPr>
            <p:ph type="sldNum" sz="quarter" idx="12"/>
          </p:nvPr>
        </p:nvSpPr>
        <p:spPr/>
        <p:txBody>
          <a:bodyPr/>
          <a:lstStyle/>
          <a:p>
            <a:fld id="{F595E21E-DEBA-8F42-9C16-77733D726770}" type="slidenum">
              <a:rPr lang="en-US" smtClean="0"/>
              <a:t>66</a:t>
            </a:fld>
            <a:endParaRPr lang="en-US"/>
          </a:p>
        </p:txBody>
      </p:sp>
      <p:sp>
        <p:nvSpPr>
          <p:cNvPr id="4" name="Title 3">
            <a:extLst>
              <a:ext uri="{FF2B5EF4-FFF2-40B4-BE49-F238E27FC236}">
                <a16:creationId xmlns:a16="http://schemas.microsoft.com/office/drawing/2014/main" id="{1408180E-4673-EBF1-0038-7BF3382B279B}"/>
              </a:ext>
            </a:extLst>
          </p:cNvPr>
          <p:cNvSpPr>
            <a:spLocks noGrp="1"/>
          </p:cNvSpPr>
          <p:nvPr>
            <p:ph type="title"/>
          </p:nvPr>
        </p:nvSpPr>
        <p:spPr/>
        <p:txBody>
          <a:bodyPr/>
          <a:lstStyle/>
          <a:p>
            <a:r>
              <a:rPr lang="en-GB" dirty="0"/>
              <a:t>Creating PI Tag folder and PI Tag Loop</a:t>
            </a:r>
          </a:p>
        </p:txBody>
      </p:sp>
      <p:pic>
        <p:nvPicPr>
          <p:cNvPr id="6" name="Picture 5">
            <a:extLst>
              <a:ext uri="{FF2B5EF4-FFF2-40B4-BE49-F238E27FC236}">
                <a16:creationId xmlns:a16="http://schemas.microsoft.com/office/drawing/2014/main" id="{1A00A381-75D0-D677-B55F-D2208F5FAB9A}"/>
              </a:ext>
            </a:extLst>
          </p:cNvPr>
          <p:cNvPicPr>
            <a:picLocks noChangeAspect="1"/>
          </p:cNvPicPr>
          <p:nvPr/>
        </p:nvPicPr>
        <p:blipFill>
          <a:blip r:embed="rId3"/>
          <a:stretch>
            <a:fillRect/>
          </a:stretch>
        </p:blipFill>
        <p:spPr>
          <a:xfrm>
            <a:off x="637387" y="2351692"/>
            <a:ext cx="4974124" cy="3737781"/>
          </a:xfrm>
          <a:prstGeom prst="rect">
            <a:avLst/>
          </a:prstGeom>
        </p:spPr>
      </p:pic>
      <p:grpSp>
        <p:nvGrpSpPr>
          <p:cNvPr id="9" name="Group 8">
            <a:extLst>
              <a:ext uri="{FF2B5EF4-FFF2-40B4-BE49-F238E27FC236}">
                <a16:creationId xmlns:a16="http://schemas.microsoft.com/office/drawing/2014/main" id="{2ED1AE2B-7AC7-5279-DEA6-6B6C0E521DE3}"/>
              </a:ext>
            </a:extLst>
          </p:cNvPr>
          <p:cNvGrpSpPr/>
          <p:nvPr/>
        </p:nvGrpSpPr>
        <p:grpSpPr>
          <a:xfrm>
            <a:off x="402975" y="1120148"/>
            <a:ext cx="5208536" cy="1053945"/>
            <a:chOff x="128086" y="1114684"/>
            <a:chExt cx="5208536" cy="1053945"/>
          </a:xfrm>
        </p:grpSpPr>
        <p:grpSp>
          <p:nvGrpSpPr>
            <p:cNvPr id="11" name="Group 10">
              <a:extLst>
                <a:ext uri="{FF2B5EF4-FFF2-40B4-BE49-F238E27FC236}">
                  <a16:creationId xmlns:a16="http://schemas.microsoft.com/office/drawing/2014/main" id="{CECCB708-C892-2257-6E5E-279F1A12D162}"/>
                </a:ext>
              </a:extLst>
            </p:cNvPr>
            <p:cNvGrpSpPr/>
            <p:nvPr/>
          </p:nvGrpSpPr>
          <p:grpSpPr>
            <a:xfrm>
              <a:off x="147780" y="1114684"/>
              <a:ext cx="5188842" cy="1053945"/>
              <a:chOff x="172250" y="886972"/>
              <a:chExt cx="5188842" cy="1053945"/>
            </a:xfrm>
          </p:grpSpPr>
          <p:sp>
            <p:nvSpPr>
              <p:cNvPr id="15" name="TextBox 14">
                <a:extLst>
                  <a:ext uri="{FF2B5EF4-FFF2-40B4-BE49-F238E27FC236}">
                    <a16:creationId xmlns:a16="http://schemas.microsoft.com/office/drawing/2014/main" id="{1C460809-355D-CF8D-1618-F8D4AB67ADBA}"/>
                  </a:ext>
                </a:extLst>
              </p:cNvPr>
              <p:cNvSpPr txBox="1"/>
              <p:nvPr/>
            </p:nvSpPr>
            <p:spPr>
              <a:xfrm rot="10800000" flipV="1">
                <a:off x="386968" y="1202253"/>
                <a:ext cx="4974124" cy="738664"/>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Before configuring PI Tag Loop, create a new folder to group related loops by right clicking ‘Default folder’ and select ‘New Folder for “Default Folder”’</a:t>
                </a:r>
              </a:p>
            </p:txBody>
          </p:sp>
          <p:sp>
            <p:nvSpPr>
              <p:cNvPr id="17" name="Flowchart: Connector 16">
                <a:extLst>
                  <a:ext uri="{FF2B5EF4-FFF2-40B4-BE49-F238E27FC236}">
                    <a16:creationId xmlns:a16="http://schemas.microsoft.com/office/drawing/2014/main" id="{5CC5279C-8D9F-F5D9-3FA5-33D1A0D2D6F8}"/>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TextBox 12">
              <a:extLst>
                <a:ext uri="{FF2B5EF4-FFF2-40B4-BE49-F238E27FC236}">
                  <a16:creationId xmlns:a16="http://schemas.microsoft.com/office/drawing/2014/main" id="{EC521732-0A34-439B-1124-AD0E6E57F8CB}"/>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1</a:t>
              </a:r>
            </a:p>
          </p:txBody>
        </p:sp>
      </p:grpSp>
      <p:sp>
        <p:nvSpPr>
          <p:cNvPr id="19" name="Rectangle 18">
            <a:extLst>
              <a:ext uri="{FF2B5EF4-FFF2-40B4-BE49-F238E27FC236}">
                <a16:creationId xmlns:a16="http://schemas.microsoft.com/office/drawing/2014/main" id="{18A9315B-616A-1CFF-7712-11E9921A589E}"/>
              </a:ext>
            </a:extLst>
          </p:cNvPr>
          <p:cNvSpPr/>
          <p:nvPr/>
        </p:nvSpPr>
        <p:spPr>
          <a:xfrm>
            <a:off x="740663" y="3602736"/>
            <a:ext cx="896113" cy="146304"/>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Rectangle 20">
            <a:extLst>
              <a:ext uri="{FF2B5EF4-FFF2-40B4-BE49-F238E27FC236}">
                <a16:creationId xmlns:a16="http://schemas.microsoft.com/office/drawing/2014/main" id="{43E9A7FF-0A2D-B463-FC43-0A9F22D59B6F}"/>
              </a:ext>
            </a:extLst>
          </p:cNvPr>
          <p:cNvSpPr/>
          <p:nvPr/>
        </p:nvSpPr>
        <p:spPr>
          <a:xfrm>
            <a:off x="1426465" y="3739896"/>
            <a:ext cx="1514856" cy="146304"/>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22" name="Straight Arrow Connector 21">
            <a:extLst>
              <a:ext uri="{FF2B5EF4-FFF2-40B4-BE49-F238E27FC236}">
                <a16:creationId xmlns:a16="http://schemas.microsoft.com/office/drawing/2014/main" id="{BC50C0D8-2532-3C33-850A-2698FFD89D16}"/>
              </a:ext>
            </a:extLst>
          </p:cNvPr>
          <p:cNvCxnSpPr>
            <a:cxnSpLocks/>
            <a:stCxn id="19" idx="3"/>
            <a:endCxn id="21" idx="0"/>
          </p:cNvCxnSpPr>
          <p:nvPr/>
        </p:nvCxnSpPr>
        <p:spPr>
          <a:xfrm>
            <a:off x="1636776" y="3675888"/>
            <a:ext cx="547117" cy="64008"/>
          </a:xfrm>
          <a:prstGeom prst="straightConnector1">
            <a:avLst/>
          </a:prstGeom>
          <a:ln>
            <a:solidFill>
              <a:schemeClr val="tx1"/>
            </a:solidFill>
            <a:tailEnd type="triangle"/>
          </a:ln>
        </p:spPr>
        <p:style>
          <a:lnRef idx="3">
            <a:schemeClr val="dk1"/>
          </a:lnRef>
          <a:fillRef idx="0">
            <a:schemeClr val="dk1"/>
          </a:fillRef>
          <a:effectRef idx="2">
            <a:schemeClr val="dk1"/>
          </a:effectRef>
          <a:fontRef idx="minor">
            <a:schemeClr val="tx1"/>
          </a:fontRef>
        </p:style>
      </p:cxnSp>
      <p:grpSp>
        <p:nvGrpSpPr>
          <p:cNvPr id="30" name="Group 29">
            <a:extLst>
              <a:ext uri="{FF2B5EF4-FFF2-40B4-BE49-F238E27FC236}">
                <a16:creationId xmlns:a16="http://schemas.microsoft.com/office/drawing/2014/main" id="{491F1A0D-7C47-6AB3-144D-184C84E1650C}"/>
              </a:ext>
            </a:extLst>
          </p:cNvPr>
          <p:cNvGrpSpPr/>
          <p:nvPr/>
        </p:nvGrpSpPr>
        <p:grpSpPr>
          <a:xfrm>
            <a:off x="5902842" y="1979586"/>
            <a:ext cx="5681185" cy="2898828"/>
            <a:chOff x="5902842" y="1435428"/>
            <a:chExt cx="5681185" cy="2898828"/>
          </a:xfrm>
        </p:grpSpPr>
        <p:pic>
          <p:nvPicPr>
            <p:cNvPr id="8" name="Picture 7">
              <a:extLst>
                <a:ext uri="{FF2B5EF4-FFF2-40B4-BE49-F238E27FC236}">
                  <a16:creationId xmlns:a16="http://schemas.microsoft.com/office/drawing/2014/main" id="{DDB35C4A-D9E6-933F-9A09-938923056566}"/>
                </a:ext>
              </a:extLst>
            </p:cNvPr>
            <p:cNvPicPr>
              <a:picLocks noChangeAspect="1"/>
            </p:cNvPicPr>
            <p:nvPr/>
          </p:nvPicPr>
          <p:blipFill>
            <a:blip r:embed="rId4"/>
            <a:stretch>
              <a:fillRect/>
            </a:stretch>
          </p:blipFill>
          <p:spPr>
            <a:xfrm>
              <a:off x="5902842" y="2351692"/>
              <a:ext cx="5681185" cy="1982564"/>
            </a:xfrm>
            <a:prstGeom prst="rect">
              <a:avLst/>
            </a:prstGeom>
          </p:spPr>
        </p:pic>
        <p:grpSp>
          <p:nvGrpSpPr>
            <p:cNvPr id="25" name="Group 24">
              <a:extLst>
                <a:ext uri="{FF2B5EF4-FFF2-40B4-BE49-F238E27FC236}">
                  <a16:creationId xmlns:a16="http://schemas.microsoft.com/office/drawing/2014/main" id="{68241BA9-441C-E7C7-26E5-8F536A96205F}"/>
                </a:ext>
              </a:extLst>
            </p:cNvPr>
            <p:cNvGrpSpPr/>
            <p:nvPr/>
          </p:nvGrpSpPr>
          <p:grpSpPr>
            <a:xfrm>
              <a:off x="5996055" y="1435428"/>
              <a:ext cx="5204841" cy="623057"/>
              <a:chOff x="128086" y="1114684"/>
              <a:chExt cx="5204841" cy="623057"/>
            </a:xfrm>
          </p:grpSpPr>
          <p:grpSp>
            <p:nvGrpSpPr>
              <p:cNvPr id="26" name="Group 25">
                <a:extLst>
                  <a:ext uri="{FF2B5EF4-FFF2-40B4-BE49-F238E27FC236}">
                    <a16:creationId xmlns:a16="http://schemas.microsoft.com/office/drawing/2014/main" id="{F0EDD5CC-D295-2557-0EF7-61984A3AF4D4}"/>
                  </a:ext>
                </a:extLst>
              </p:cNvPr>
              <p:cNvGrpSpPr/>
              <p:nvPr/>
            </p:nvGrpSpPr>
            <p:grpSpPr>
              <a:xfrm>
                <a:off x="147780" y="1114684"/>
                <a:ext cx="5185147" cy="623057"/>
                <a:chOff x="172250" y="886972"/>
                <a:chExt cx="5185147" cy="623057"/>
              </a:xfrm>
            </p:grpSpPr>
            <p:sp>
              <p:nvSpPr>
                <p:cNvPr id="28" name="TextBox 27">
                  <a:extLst>
                    <a:ext uri="{FF2B5EF4-FFF2-40B4-BE49-F238E27FC236}">
                      <a16:creationId xmlns:a16="http://schemas.microsoft.com/office/drawing/2014/main" id="{E42AD6E4-F329-15B9-0BC0-D1C3453D9D57}"/>
                    </a:ext>
                  </a:extLst>
                </p:cNvPr>
                <p:cNvSpPr txBox="1"/>
                <p:nvPr/>
              </p:nvSpPr>
              <p:spPr>
                <a:xfrm rot="10800000" flipV="1">
                  <a:off x="383273" y="1202252"/>
                  <a:ext cx="4974124" cy="307777"/>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Once the folder is created, name the folder accordingly</a:t>
                  </a:r>
                </a:p>
              </p:txBody>
            </p:sp>
            <p:sp>
              <p:nvSpPr>
                <p:cNvPr id="29" name="Flowchart: Connector 28">
                  <a:extLst>
                    <a:ext uri="{FF2B5EF4-FFF2-40B4-BE49-F238E27FC236}">
                      <a16:creationId xmlns:a16="http://schemas.microsoft.com/office/drawing/2014/main" id="{7489BBED-197E-47D1-AF30-B83099F657AF}"/>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7" name="TextBox 26">
                <a:extLst>
                  <a:ext uri="{FF2B5EF4-FFF2-40B4-BE49-F238E27FC236}">
                    <a16:creationId xmlns:a16="http://schemas.microsoft.com/office/drawing/2014/main" id="{B9070FB3-5B05-6DBD-A6D0-A2886BB0808D}"/>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2</a:t>
                </a:r>
              </a:p>
            </p:txBody>
          </p:sp>
        </p:grpSp>
      </p:grpSp>
    </p:spTree>
    <p:extLst>
      <p:ext uri="{BB962C8B-B14F-4D97-AF65-F5344CB8AC3E}">
        <p14:creationId xmlns:p14="http://schemas.microsoft.com/office/powerpoint/2010/main" val="836114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AE1D7-51AD-A333-9CCB-62F9D198B32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A27D376-18C6-DC5B-578E-AC48727DD174}"/>
              </a:ext>
            </a:extLst>
          </p:cNvPr>
          <p:cNvSpPr>
            <a:spLocks noGrp="1"/>
          </p:cNvSpPr>
          <p:nvPr>
            <p:ph type="sldNum" sz="quarter" idx="12"/>
          </p:nvPr>
        </p:nvSpPr>
        <p:spPr/>
        <p:txBody>
          <a:bodyPr/>
          <a:lstStyle/>
          <a:p>
            <a:fld id="{F595E21E-DEBA-8F42-9C16-77733D726770}" type="slidenum">
              <a:rPr lang="en-US" smtClean="0"/>
              <a:t>67</a:t>
            </a:fld>
            <a:endParaRPr lang="en-US"/>
          </a:p>
        </p:txBody>
      </p:sp>
      <p:sp>
        <p:nvSpPr>
          <p:cNvPr id="4" name="Title 3">
            <a:extLst>
              <a:ext uri="{FF2B5EF4-FFF2-40B4-BE49-F238E27FC236}">
                <a16:creationId xmlns:a16="http://schemas.microsoft.com/office/drawing/2014/main" id="{AFF66AF9-6853-96B4-E4C8-DC7658250FBD}"/>
              </a:ext>
            </a:extLst>
          </p:cNvPr>
          <p:cNvSpPr>
            <a:spLocks noGrp="1"/>
          </p:cNvSpPr>
          <p:nvPr>
            <p:ph type="title"/>
          </p:nvPr>
        </p:nvSpPr>
        <p:spPr/>
        <p:txBody>
          <a:bodyPr/>
          <a:lstStyle/>
          <a:p>
            <a:r>
              <a:rPr lang="en-GB" dirty="0"/>
              <a:t>Creating PI Tag folder and PI Tag Loop</a:t>
            </a:r>
          </a:p>
        </p:txBody>
      </p:sp>
      <p:pic>
        <p:nvPicPr>
          <p:cNvPr id="10" name="Picture 9">
            <a:extLst>
              <a:ext uri="{FF2B5EF4-FFF2-40B4-BE49-F238E27FC236}">
                <a16:creationId xmlns:a16="http://schemas.microsoft.com/office/drawing/2014/main" id="{1AD1DD93-EAB3-4142-A0C6-421C468D25A7}"/>
              </a:ext>
            </a:extLst>
          </p:cNvPr>
          <p:cNvPicPr>
            <a:picLocks noChangeAspect="1"/>
          </p:cNvPicPr>
          <p:nvPr/>
        </p:nvPicPr>
        <p:blipFill>
          <a:blip r:embed="rId2"/>
          <a:stretch>
            <a:fillRect/>
          </a:stretch>
        </p:blipFill>
        <p:spPr>
          <a:xfrm>
            <a:off x="3295447" y="2152022"/>
            <a:ext cx="5457762" cy="3997975"/>
          </a:xfrm>
          <a:prstGeom prst="rect">
            <a:avLst/>
          </a:prstGeom>
        </p:spPr>
      </p:pic>
      <p:grpSp>
        <p:nvGrpSpPr>
          <p:cNvPr id="13" name="Group 12">
            <a:extLst>
              <a:ext uri="{FF2B5EF4-FFF2-40B4-BE49-F238E27FC236}">
                <a16:creationId xmlns:a16="http://schemas.microsoft.com/office/drawing/2014/main" id="{43991926-62EC-5342-D722-CF943F1ADC78}"/>
              </a:ext>
            </a:extLst>
          </p:cNvPr>
          <p:cNvGrpSpPr/>
          <p:nvPr/>
        </p:nvGrpSpPr>
        <p:grpSpPr>
          <a:xfrm>
            <a:off x="3046442" y="1006180"/>
            <a:ext cx="5692174" cy="1053945"/>
            <a:chOff x="128086" y="1114684"/>
            <a:chExt cx="5692174" cy="1053945"/>
          </a:xfrm>
        </p:grpSpPr>
        <p:grpSp>
          <p:nvGrpSpPr>
            <p:cNvPr id="15" name="Group 14">
              <a:extLst>
                <a:ext uri="{FF2B5EF4-FFF2-40B4-BE49-F238E27FC236}">
                  <a16:creationId xmlns:a16="http://schemas.microsoft.com/office/drawing/2014/main" id="{B19E6644-18B2-0A77-EF09-CFDF1A608C69}"/>
                </a:ext>
              </a:extLst>
            </p:cNvPr>
            <p:cNvGrpSpPr/>
            <p:nvPr/>
          </p:nvGrpSpPr>
          <p:grpSpPr>
            <a:xfrm>
              <a:off x="147780" y="1114684"/>
              <a:ext cx="5672480" cy="1053945"/>
              <a:chOff x="172250" y="886972"/>
              <a:chExt cx="5672480" cy="1053945"/>
            </a:xfrm>
          </p:grpSpPr>
          <p:sp>
            <p:nvSpPr>
              <p:cNvPr id="18" name="TextBox 17">
                <a:extLst>
                  <a:ext uri="{FF2B5EF4-FFF2-40B4-BE49-F238E27FC236}">
                    <a16:creationId xmlns:a16="http://schemas.microsoft.com/office/drawing/2014/main" id="{BA3239D2-3DDF-58D2-1C69-7935146928D4}"/>
                  </a:ext>
                </a:extLst>
              </p:cNvPr>
              <p:cNvSpPr txBox="1"/>
              <p:nvPr/>
            </p:nvSpPr>
            <p:spPr>
              <a:xfrm rot="10800000" flipV="1">
                <a:off x="386968" y="1202253"/>
                <a:ext cx="5457762" cy="738664"/>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After naming the folder, create the control loop for controllers by right clicking the ‘Folder 1’ and select ‘New Loop for Folder 1’</a:t>
                </a:r>
              </a:p>
            </p:txBody>
          </p:sp>
          <p:sp>
            <p:nvSpPr>
              <p:cNvPr id="19" name="Flowchart: Connector 18">
                <a:extLst>
                  <a:ext uri="{FF2B5EF4-FFF2-40B4-BE49-F238E27FC236}">
                    <a16:creationId xmlns:a16="http://schemas.microsoft.com/office/drawing/2014/main" id="{F5828A13-682D-2A39-5AD5-167C63650662}"/>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7" name="TextBox 16">
              <a:extLst>
                <a:ext uri="{FF2B5EF4-FFF2-40B4-BE49-F238E27FC236}">
                  <a16:creationId xmlns:a16="http://schemas.microsoft.com/office/drawing/2014/main" id="{B232347F-9C6D-942C-EDA1-D0E6453DA922}"/>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3</a:t>
              </a:r>
            </a:p>
          </p:txBody>
        </p:sp>
      </p:grpSp>
    </p:spTree>
    <p:extLst>
      <p:ext uri="{BB962C8B-B14F-4D97-AF65-F5344CB8AC3E}">
        <p14:creationId xmlns:p14="http://schemas.microsoft.com/office/powerpoint/2010/main" val="2727448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BC2B0-564D-8928-7D2B-1644C49CA32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C47B4BB-5451-1F35-3415-6F0E480A718E}"/>
              </a:ext>
            </a:extLst>
          </p:cNvPr>
          <p:cNvSpPr>
            <a:spLocks noGrp="1"/>
          </p:cNvSpPr>
          <p:nvPr>
            <p:ph type="sldNum" sz="quarter" idx="12"/>
          </p:nvPr>
        </p:nvSpPr>
        <p:spPr/>
        <p:txBody>
          <a:bodyPr/>
          <a:lstStyle/>
          <a:p>
            <a:fld id="{F595E21E-DEBA-8F42-9C16-77733D726770}" type="slidenum">
              <a:rPr lang="en-US" smtClean="0"/>
              <a:t>68</a:t>
            </a:fld>
            <a:endParaRPr lang="en-US"/>
          </a:p>
        </p:txBody>
      </p:sp>
      <p:sp>
        <p:nvSpPr>
          <p:cNvPr id="4" name="Title 3">
            <a:extLst>
              <a:ext uri="{FF2B5EF4-FFF2-40B4-BE49-F238E27FC236}">
                <a16:creationId xmlns:a16="http://schemas.microsoft.com/office/drawing/2014/main" id="{8F94DDBC-503C-849D-AFB0-E8386177E949}"/>
              </a:ext>
            </a:extLst>
          </p:cNvPr>
          <p:cNvSpPr>
            <a:spLocks noGrp="1"/>
          </p:cNvSpPr>
          <p:nvPr>
            <p:ph type="title"/>
          </p:nvPr>
        </p:nvSpPr>
        <p:spPr/>
        <p:txBody>
          <a:bodyPr/>
          <a:lstStyle/>
          <a:p>
            <a:r>
              <a:rPr lang="en-GB" dirty="0"/>
              <a:t>Creating PI Tag folder and PI Tag Loop</a:t>
            </a:r>
          </a:p>
        </p:txBody>
      </p:sp>
      <p:pic>
        <p:nvPicPr>
          <p:cNvPr id="6" name="Picture 5">
            <a:extLst>
              <a:ext uri="{FF2B5EF4-FFF2-40B4-BE49-F238E27FC236}">
                <a16:creationId xmlns:a16="http://schemas.microsoft.com/office/drawing/2014/main" id="{48EDA017-84F8-2797-CEAB-ED830011BE19}"/>
              </a:ext>
            </a:extLst>
          </p:cNvPr>
          <p:cNvPicPr>
            <a:picLocks noChangeAspect="1"/>
          </p:cNvPicPr>
          <p:nvPr/>
        </p:nvPicPr>
        <p:blipFill>
          <a:blip r:embed="rId2"/>
          <a:stretch>
            <a:fillRect/>
          </a:stretch>
        </p:blipFill>
        <p:spPr>
          <a:xfrm>
            <a:off x="1558360" y="1595789"/>
            <a:ext cx="9087980" cy="4763322"/>
          </a:xfrm>
          <a:prstGeom prst="rect">
            <a:avLst/>
          </a:prstGeom>
        </p:spPr>
      </p:pic>
      <p:grpSp>
        <p:nvGrpSpPr>
          <p:cNvPr id="11" name="Group 10">
            <a:extLst>
              <a:ext uri="{FF2B5EF4-FFF2-40B4-BE49-F238E27FC236}">
                <a16:creationId xmlns:a16="http://schemas.microsoft.com/office/drawing/2014/main" id="{3170F089-1785-1A41-AEE9-0A7AEDC31D18}"/>
              </a:ext>
            </a:extLst>
          </p:cNvPr>
          <p:cNvGrpSpPr/>
          <p:nvPr/>
        </p:nvGrpSpPr>
        <p:grpSpPr>
          <a:xfrm>
            <a:off x="665798" y="763773"/>
            <a:ext cx="10513619" cy="832016"/>
            <a:chOff x="128086" y="1114684"/>
            <a:chExt cx="10513619" cy="832016"/>
          </a:xfrm>
        </p:grpSpPr>
        <p:grpSp>
          <p:nvGrpSpPr>
            <p:cNvPr id="12" name="Group 11">
              <a:extLst>
                <a:ext uri="{FF2B5EF4-FFF2-40B4-BE49-F238E27FC236}">
                  <a16:creationId xmlns:a16="http://schemas.microsoft.com/office/drawing/2014/main" id="{4737252C-296C-24A8-C646-4394548CBDF8}"/>
                </a:ext>
              </a:extLst>
            </p:cNvPr>
            <p:cNvGrpSpPr/>
            <p:nvPr/>
          </p:nvGrpSpPr>
          <p:grpSpPr>
            <a:xfrm>
              <a:off x="147780" y="1114684"/>
              <a:ext cx="10493925" cy="832016"/>
              <a:chOff x="172250" y="886972"/>
              <a:chExt cx="10493925" cy="832016"/>
            </a:xfrm>
          </p:grpSpPr>
          <p:sp>
            <p:nvSpPr>
              <p:cNvPr id="15" name="TextBox 14">
                <a:extLst>
                  <a:ext uri="{FF2B5EF4-FFF2-40B4-BE49-F238E27FC236}">
                    <a16:creationId xmlns:a16="http://schemas.microsoft.com/office/drawing/2014/main" id="{E6101110-45DE-5556-7ECB-0583772B24CD}"/>
                  </a:ext>
                </a:extLst>
              </p:cNvPr>
              <p:cNvSpPr txBox="1"/>
              <p:nvPr/>
            </p:nvSpPr>
            <p:spPr>
              <a:xfrm rot="10800000" flipV="1">
                <a:off x="383273" y="1195768"/>
                <a:ext cx="10282902" cy="523220"/>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After creating the new loop, rename the loop and select the ‘Show Vertical’ and to load the data tags into the loop, select the tag browser function</a:t>
                </a:r>
              </a:p>
            </p:txBody>
          </p:sp>
          <p:sp>
            <p:nvSpPr>
              <p:cNvPr id="16" name="Flowchart: Connector 15">
                <a:extLst>
                  <a:ext uri="{FF2B5EF4-FFF2-40B4-BE49-F238E27FC236}">
                    <a16:creationId xmlns:a16="http://schemas.microsoft.com/office/drawing/2014/main" id="{39996C47-3B92-7A44-E98B-868BC2EB5A25}"/>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TextBox 12">
              <a:extLst>
                <a:ext uri="{FF2B5EF4-FFF2-40B4-BE49-F238E27FC236}">
                  <a16:creationId xmlns:a16="http://schemas.microsoft.com/office/drawing/2014/main" id="{3C8DAF22-6261-E43C-9BCC-7F172D08E4B6}"/>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4</a:t>
              </a:r>
            </a:p>
          </p:txBody>
        </p:sp>
      </p:grpSp>
      <p:sp>
        <p:nvSpPr>
          <p:cNvPr id="18" name="Rectangle 17">
            <a:extLst>
              <a:ext uri="{FF2B5EF4-FFF2-40B4-BE49-F238E27FC236}">
                <a16:creationId xmlns:a16="http://schemas.microsoft.com/office/drawing/2014/main" id="{B0F59428-683C-F407-E8C4-61D43DEED909}"/>
              </a:ext>
            </a:extLst>
          </p:cNvPr>
          <p:cNvSpPr/>
          <p:nvPr/>
        </p:nvSpPr>
        <p:spPr>
          <a:xfrm>
            <a:off x="2423159" y="2139696"/>
            <a:ext cx="1115569" cy="155448"/>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0" name="Rectangle 19">
            <a:extLst>
              <a:ext uri="{FF2B5EF4-FFF2-40B4-BE49-F238E27FC236}">
                <a16:creationId xmlns:a16="http://schemas.microsoft.com/office/drawing/2014/main" id="{18689263-B03F-4474-7003-2313FD4E15D3}"/>
              </a:ext>
            </a:extLst>
          </p:cNvPr>
          <p:cNvSpPr/>
          <p:nvPr/>
        </p:nvSpPr>
        <p:spPr>
          <a:xfrm>
            <a:off x="3185159" y="2361946"/>
            <a:ext cx="453391" cy="155448"/>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22" name="Connector: Elbow 21">
            <a:extLst>
              <a:ext uri="{FF2B5EF4-FFF2-40B4-BE49-F238E27FC236}">
                <a16:creationId xmlns:a16="http://schemas.microsoft.com/office/drawing/2014/main" id="{184E6610-9857-3A09-EE76-B7E2FA9052A6}"/>
              </a:ext>
            </a:extLst>
          </p:cNvPr>
          <p:cNvCxnSpPr>
            <a:stCxn id="18" idx="2"/>
            <a:endCxn id="20" idx="1"/>
          </p:cNvCxnSpPr>
          <p:nvPr/>
        </p:nvCxnSpPr>
        <p:spPr>
          <a:xfrm rot="16200000" flipH="1">
            <a:off x="3010788" y="2265299"/>
            <a:ext cx="144526" cy="204215"/>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
        <p:nvSpPr>
          <p:cNvPr id="24" name="Rectangle 23">
            <a:extLst>
              <a:ext uri="{FF2B5EF4-FFF2-40B4-BE49-F238E27FC236}">
                <a16:creationId xmlns:a16="http://schemas.microsoft.com/office/drawing/2014/main" id="{71CB297A-8237-6658-D276-81B20D07FB06}"/>
              </a:ext>
            </a:extLst>
          </p:cNvPr>
          <p:cNvSpPr/>
          <p:nvPr/>
        </p:nvSpPr>
        <p:spPr>
          <a:xfrm>
            <a:off x="6055112" y="1775731"/>
            <a:ext cx="150425" cy="145937"/>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26" name="Connector: Elbow 25">
            <a:extLst>
              <a:ext uri="{FF2B5EF4-FFF2-40B4-BE49-F238E27FC236}">
                <a16:creationId xmlns:a16="http://schemas.microsoft.com/office/drawing/2014/main" id="{F8E639C2-74F2-7D96-7647-25063A6DE343}"/>
              </a:ext>
            </a:extLst>
          </p:cNvPr>
          <p:cNvCxnSpPr>
            <a:stCxn id="20" idx="3"/>
            <a:endCxn id="24" idx="2"/>
          </p:cNvCxnSpPr>
          <p:nvPr/>
        </p:nvCxnSpPr>
        <p:spPr>
          <a:xfrm flipV="1">
            <a:off x="3638550" y="1921668"/>
            <a:ext cx="2491775" cy="518002"/>
          </a:xfrm>
          <a:prstGeom prst="bentConnector2">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6748643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DF894-428B-CF8B-4A7B-CCA1DF1F5E8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C020EE8-028B-55E5-C8B5-5269FB48B6DA}"/>
              </a:ext>
            </a:extLst>
          </p:cNvPr>
          <p:cNvSpPr>
            <a:spLocks noGrp="1"/>
          </p:cNvSpPr>
          <p:nvPr>
            <p:ph type="sldNum" sz="quarter" idx="12"/>
          </p:nvPr>
        </p:nvSpPr>
        <p:spPr/>
        <p:txBody>
          <a:bodyPr/>
          <a:lstStyle/>
          <a:p>
            <a:fld id="{F595E21E-DEBA-8F42-9C16-77733D726770}" type="slidenum">
              <a:rPr lang="en-US" smtClean="0"/>
              <a:t>69</a:t>
            </a:fld>
            <a:endParaRPr lang="en-US"/>
          </a:p>
        </p:txBody>
      </p:sp>
      <p:sp>
        <p:nvSpPr>
          <p:cNvPr id="4" name="Title 3">
            <a:extLst>
              <a:ext uri="{FF2B5EF4-FFF2-40B4-BE49-F238E27FC236}">
                <a16:creationId xmlns:a16="http://schemas.microsoft.com/office/drawing/2014/main" id="{8BA4266C-B3EF-F538-12BF-4B65C93A0E3A}"/>
              </a:ext>
            </a:extLst>
          </p:cNvPr>
          <p:cNvSpPr>
            <a:spLocks noGrp="1"/>
          </p:cNvSpPr>
          <p:nvPr>
            <p:ph type="title"/>
          </p:nvPr>
        </p:nvSpPr>
        <p:spPr/>
        <p:txBody>
          <a:bodyPr/>
          <a:lstStyle/>
          <a:p>
            <a:r>
              <a:rPr lang="en-GB" dirty="0"/>
              <a:t>Creating PI Tag folder and PI Tag Loop</a:t>
            </a:r>
          </a:p>
        </p:txBody>
      </p:sp>
      <p:pic>
        <p:nvPicPr>
          <p:cNvPr id="16" name="Picture 15">
            <a:extLst>
              <a:ext uri="{FF2B5EF4-FFF2-40B4-BE49-F238E27FC236}">
                <a16:creationId xmlns:a16="http://schemas.microsoft.com/office/drawing/2014/main" id="{BEF32CC8-908B-2772-903A-5B8624322254}"/>
              </a:ext>
            </a:extLst>
          </p:cNvPr>
          <p:cNvPicPr>
            <a:picLocks noChangeAspect="1"/>
          </p:cNvPicPr>
          <p:nvPr/>
        </p:nvPicPr>
        <p:blipFill>
          <a:blip r:embed="rId3"/>
          <a:stretch>
            <a:fillRect/>
          </a:stretch>
        </p:blipFill>
        <p:spPr>
          <a:xfrm>
            <a:off x="1539134" y="1646713"/>
            <a:ext cx="9113732" cy="4759340"/>
          </a:xfrm>
          <a:prstGeom prst="rect">
            <a:avLst/>
          </a:prstGeom>
        </p:spPr>
      </p:pic>
      <p:grpSp>
        <p:nvGrpSpPr>
          <p:cNvPr id="9" name="Group 8">
            <a:extLst>
              <a:ext uri="{FF2B5EF4-FFF2-40B4-BE49-F238E27FC236}">
                <a16:creationId xmlns:a16="http://schemas.microsoft.com/office/drawing/2014/main" id="{05994BF6-80E6-96B3-0756-0BF907D3340E}"/>
              </a:ext>
            </a:extLst>
          </p:cNvPr>
          <p:cNvGrpSpPr/>
          <p:nvPr/>
        </p:nvGrpSpPr>
        <p:grpSpPr>
          <a:xfrm>
            <a:off x="770573" y="814696"/>
            <a:ext cx="10513619" cy="832016"/>
            <a:chOff x="128086" y="1114684"/>
            <a:chExt cx="10513619" cy="832016"/>
          </a:xfrm>
        </p:grpSpPr>
        <p:grpSp>
          <p:nvGrpSpPr>
            <p:cNvPr id="11" name="Group 10">
              <a:extLst>
                <a:ext uri="{FF2B5EF4-FFF2-40B4-BE49-F238E27FC236}">
                  <a16:creationId xmlns:a16="http://schemas.microsoft.com/office/drawing/2014/main" id="{0E188AA6-14B1-DA1D-957A-F197FE7FB32C}"/>
                </a:ext>
              </a:extLst>
            </p:cNvPr>
            <p:cNvGrpSpPr/>
            <p:nvPr/>
          </p:nvGrpSpPr>
          <p:grpSpPr>
            <a:xfrm>
              <a:off x="147780" y="1114684"/>
              <a:ext cx="10493925" cy="832016"/>
              <a:chOff x="172250" y="886972"/>
              <a:chExt cx="10493925" cy="832016"/>
            </a:xfrm>
          </p:grpSpPr>
          <p:sp>
            <p:nvSpPr>
              <p:cNvPr id="15" name="TextBox 14">
                <a:extLst>
                  <a:ext uri="{FF2B5EF4-FFF2-40B4-BE49-F238E27FC236}">
                    <a16:creationId xmlns:a16="http://schemas.microsoft.com/office/drawing/2014/main" id="{30338D05-6969-F986-C853-41E638EAAD3D}"/>
                  </a:ext>
                </a:extLst>
              </p:cNvPr>
              <p:cNvSpPr txBox="1"/>
              <p:nvPr/>
            </p:nvSpPr>
            <p:spPr>
              <a:xfrm rot="10800000" flipV="1">
                <a:off x="383273" y="1195768"/>
                <a:ext cx="10282902" cy="523220"/>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Once the ‘Tag Browser’ window shows up, enter the controller tag and move the necessary controller tags to the designated area</a:t>
                </a:r>
              </a:p>
            </p:txBody>
          </p:sp>
          <p:sp>
            <p:nvSpPr>
              <p:cNvPr id="17" name="Flowchart: Connector 16">
                <a:extLst>
                  <a:ext uri="{FF2B5EF4-FFF2-40B4-BE49-F238E27FC236}">
                    <a16:creationId xmlns:a16="http://schemas.microsoft.com/office/drawing/2014/main" id="{41524447-CA1C-058E-DE9B-C15D15E37304}"/>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3" name="TextBox 12">
              <a:extLst>
                <a:ext uri="{FF2B5EF4-FFF2-40B4-BE49-F238E27FC236}">
                  <a16:creationId xmlns:a16="http://schemas.microsoft.com/office/drawing/2014/main" id="{F3CBE0C8-C574-A6B0-A00C-2A03D89D5BCE}"/>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5</a:t>
              </a:r>
            </a:p>
          </p:txBody>
        </p:sp>
      </p:grpSp>
      <p:sp>
        <p:nvSpPr>
          <p:cNvPr id="19" name="Rectangle 18">
            <a:extLst>
              <a:ext uri="{FF2B5EF4-FFF2-40B4-BE49-F238E27FC236}">
                <a16:creationId xmlns:a16="http://schemas.microsoft.com/office/drawing/2014/main" id="{65242AB6-DFAE-0ED0-33FF-B6F0268FDAD7}"/>
              </a:ext>
            </a:extLst>
          </p:cNvPr>
          <p:cNvSpPr/>
          <p:nvPr/>
        </p:nvSpPr>
        <p:spPr>
          <a:xfrm>
            <a:off x="4323391" y="4105275"/>
            <a:ext cx="1115569" cy="90487"/>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3" name="Rectangle 22">
            <a:extLst>
              <a:ext uri="{FF2B5EF4-FFF2-40B4-BE49-F238E27FC236}">
                <a16:creationId xmlns:a16="http://schemas.microsoft.com/office/drawing/2014/main" id="{0BB87D8A-FF4D-9A50-C559-FCF52211B04D}"/>
              </a:ext>
            </a:extLst>
          </p:cNvPr>
          <p:cNvSpPr/>
          <p:nvPr/>
        </p:nvSpPr>
        <p:spPr>
          <a:xfrm>
            <a:off x="4323391" y="4186236"/>
            <a:ext cx="1115569" cy="90487"/>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5" name="Rectangle 24">
            <a:extLst>
              <a:ext uri="{FF2B5EF4-FFF2-40B4-BE49-F238E27FC236}">
                <a16:creationId xmlns:a16="http://schemas.microsoft.com/office/drawing/2014/main" id="{421F016A-2489-49AF-4CCF-BD935001CEAF}"/>
              </a:ext>
            </a:extLst>
          </p:cNvPr>
          <p:cNvSpPr/>
          <p:nvPr/>
        </p:nvSpPr>
        <p:spPr>
          <a:xfrm>
            <a:off x="4323390" y="4276723"/>
            <a:ext cx="1115569" cy="6667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7" name="Rectangle 26">
            <a:extLst>
              <a:ext uri="{FF2B5EF4-FFF2-40B4-BE49-F238E27FC236}">
                <a16:creationId xmlns:a16="http://schemas.microsoft.com/office/drawing/2014/main" id="{6283D78E-1856-3471-136D-62B434BED8D7}"/>
              </a:ext>
            </a:extLst>
          </p:cNvPr>
          <p:cNvSpPr/>
          <p:nvPr/>
        </p:nvSpPr>
        <p:spPr>
          <a:xfrm>
            <a:off x="4323390" y="4343402"/>
            <a:ext cx="1115569" cy="66679"/>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9" name="Rectangle 28">
            <a:extLst>
              <a:ext uri="{FF2B5EF4-FFF2-40B4-BE49-F238E27FC236}">
                <a16:creationId xmlns:a16="http://schemas.microsoft.com/office/drawing/2014/main" id="{00CF463A-331C-E101-EBBA-DAE6ACFE7DA2}"/>
              </a:ext>
            </a:extLst>
          </p:cNvPr>
          <p:cNvSpPr/>
          <p:nvPr/>
        </p:nvSpPr>
        <p:spPr>
          <a:xfrm>
            <a:off x="2308854" y="3881439"/>
            <a:ext cx="1291596" cy="10001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1" name="Rectangle 30">
            <a:extLst>
              <a:ext uri="{FF2B5EF4-FFF2-40B4-BE49-F238E27FC236}">
                <a16:creationId xmlns:a16="http://schemas.microsoft.com/office/drawing/2014/main" id="{2806E1B3-FC4F-2328-967A-D7A8FFF03F58}"/>
              </a:ext>
            </a:extLst>
          </p:cNvPr>
          <p:cNvSpPr/>
          <p:nvPr/>
        </p:nvSpPr>
        <p:spPr>
          <a:xfrm>
            <a:off x="6518904" y="3454525"/>
            <a:ext cx="1291596" cy="12516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3" name="Rectangle 32">
            <a:extLst>
              <a:ext uri="{FF2B5EF4-FFF2-40B4-BE49-F238E27FC236}">
                <a16:creationId xmlns:a16="http://schemas.microsoft.com/office/drawing/2014/main" id="{1469793F-095D-61FF-4759-A54A686D31EB}"/>
              </a:ext>
            </a:extLst>
          </p:cNvPr>
          <p:cNvSpPr/>
          <p:nvPr/>
        </p:nvSpPr>
        <p:spPr>
          <a:xfrm>
            <a:off x="2308854" y="3081339"/>
            <a:ext cx="1291596" cy="10001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5" name="Rectangle 34">
            <a:extLst>
              <a:ext uri="{FF2B5EF4-FFF2-40B4-BE49-F238E27FC236}">
                <a16:creationId xmlns:a16="http://schemas.microsoft.com/office/drawing/2014/main" id="{24D1C9F8-F6FF-BB09-3C6B-03417938E1EA}"/>
              </a:ext>
            </a:extLst>
          </p:cNvPr>
          <p:cNvSpPr/>
          <p:nvPr/>
        </p:nvSpPr>
        <p:spPr>
          <a:xfrm>
            <a:off x="2308854" y="3181350"/>
            <a:ext cx="1291596" cy="10001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7" name="Rectangle 36">
            <a:extLst>
              <a:ext uri="{FF2B5EF4-FFF2-40B4-BE49-F238E27FC236}">
                <a16:creationId xmlns:a16="http://schemas.microsoft.com/office/drawing/2014/main" id="{A3143F70-3052-33BA-8DAF-2E072F70C01F}"/>
              </a:ext>
            </a:extLst>
          </p:cNvPr>
          <p:cNvSpPr/>
          <p:nvPr/>
        </p:nvSpPr>
        <p:spPr>
          <a:xfrm>
            <a:off x="6518904" y="3092903"/>
            <a:ext cx="1291596" cy="100011"/>
          </a:xfrm>
          <a:prstGeom prst="rect">
            <a:avLst/>
          </a:prstGeom>
          <a:noFill/>
          <a:ln w="1905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39" name="Straight Arrow Connector 38">
            <a:extLst>
              <a:ext uri="{FF2B5EF4-FFF2-40B4-BE49-F238E27FC236}">
                <a16:creationId xmlns:a16="http://schemas.microsoft.com/office/drawing/2014/main" id="{63907EF4-4371-C9A7-3F42-B8460297AFBA}"/>
              </a:ext>
            </a:extLst>
          </p:cNvPr>
          <p:cNvCxnSpPr>
            <a:stCxn id="19" idx="1"/>
            <a:endCxn id="29" idx="3"/>
          </p:cNvCxnSpPr>
          <p:nvPr/>
        </p:nvCxnSpPr>
        <p:spPr>
          <a:xfrm flipH="1" flipV="1">
            <a:off x="3600450" y="3931445"/>
            <a:ext cx="722941" cy="21907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1" name="Straight Arrow Connector 40">
            <a:extLst>
              <a:ext uri="{FF2B5EF4-FFF2-40B4-BE49-F238E27FC236}">
                <a16:creationId xmlns:a16="http://schemas.microsoft.com/office/drawing/2014/main" id="{8A8A2EDC-93DA-0148-74AF-4A06492E9082}"/>
              </a:ext>
            </a:extLst>
          </p:cNvPr>
          <p:cNvCxnSpPr>
            <a:stCxn id="19" idx="3"/>
          </p:cNvCxnSpPr>
          <p:nvPr/>
        </p:nvCxnSpPr>
        <p:spPr>
          <a:xfrm flipV="1">
            <a:off x="5438960" y="3517105"/>
            <a:ext cx="1079944" cy="6334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a:extLst>
              <a:ext uri="{FF2B5EF4-FFF2-40B4-BE49-F238E27FC236}">
                <a16:creationId xmlns:a16="http://schemas.microsoft.com/office/drawing/2014/main" id="{FD7CB0AB-0330-C13C-F71E-C71055D24A12}"/>
              </a:ext>
            </a:extLst>
          </p:cNvPr>
          <p:cNvCxnSpPr>
            <a:endCxn id="37" idx="1"/>
          </p:cNvCxnSpPr>
          <p:nvPr/>
        </p:nvCxnSpPr>
        <p:spPr>
          <a:xfrm flipV="1">
            <a:off x="5438959" y="3142909"/>
            <a:ext cx="1079945" cy="109571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7" name="Straight Arrow Connector 46">
            <a:extLst>
              <a:ext uri="{FF2B5EF4-FFF2-40B4-BE49-F238E27FC236}">
                <a16:creationId xmlns:a16="http://schemas.microsoft.com/office/drawing/2014/main" id="{156F8B7F-7F1C-44A0-136F-77A1BC628C59}"/>
              </a:ext>
            </a:extLst>
          </p:cNvPr>
          <p:cNvCxnSpPr>
            <a:stCxn id="25" idx="1"/>
            <a:endCxn id="33" idx="3"/>
          </p:cNvCxnSpPr>
          <p:nvPr/>
        </p:nvCxnSpPr>
        <p:spPr>
          <a:xfrm flipH="1" flipV="1">
            <a:off x="3600450" y="3131345"/>
            <a:ext cx="722940" cy="117871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9" name="Straight Arrow Connector 48">
            <a:extLst>
              <a:ext uri="{FF2B5EF4-FFF2-40B4-BE49-F238E27FC236}">
                <a16:creationId xmlns:a16="http://schemas.microsoft.com/office/drawing/2014/main" id="{85E6B03C-DA6A-9D89-20A4-8A141ACB46F2}"/>
              </a:ext>
            </a:extLst>
          </p:cNvPr>
          <p:cNvCxnSpPr>
            <a:stCxn id="27" idx="1"/>
          </p:cNvCxnSpPr>
          <p:nvPr/>
        </p:nvCxnSpPr>
        <p:spPr>
          <a:xfrm flipH="1" flipV="1">
            <a:off x="3600450" y="3231355"/>
            <a:ext cx="722940" cy="11453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0935463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199CD-D5E5-DE22-4124-4B0BF641499C}"/>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8B8807B2-28D8-7C05-30B8-E4D5389F3B7C}"/>
              </a:ext>
            </a:extLst>
          </p:cNvPr>
          <p:cNvPicPr>
            <a:picLocks noChangeAspect="1"/>
          </p:cNvPicPr>
          <p:nvPr/>
        </p:nvPicPr>
        <p:blipFill>
          <a:blip r:embed="rId2"/>
          <a:stretch>
            <a:fillRect/>
          </a:stretch>
        </p:blipFill>
        <p:spPr>
          <a:xfrm>
            <a:off x="5135023" y="1098738"/>
            <a:ext cx="5035391" cy="4841978"/>
          </a:xfrm>
          <a:prstGeom prst="rect">
            <a:avLst/>
          </a:prstGeom>
        </p:spPr>
      </p:pic>
      <p:sp>
        <p:nvSpPr>
          <p:cNvPr id="3" name="Slide Number Placeholder 2">
            <a:extLst>
              <a:ext uri="{FF2B5EF4-FFF2-40B4-BE49-F238E27FC236}">
                <a16:creationId xmlns:a16="http://schemas.microsoft.com/office/drawing/2014/main" id="{F9FAD591-1A3C-20C8-63EC-E2E8EFDDC83C}"/>
              </a:ext>
            </a:extLst>
          </p:cNvPr>
          <p:cNvSpPr>
            <a:spLocks noGrp="1"/>
          </p:cNvSpPr>
          <p:nvPr>
            <p:ph type="sldNum" sz="quarter" idx="12"/>
          </p:nvPr>
        </p:nvSpPr>
        <p:spPr/>
        <p:txBody>
          <a:bodyPr/>
          <a:lstStyle/>
          <a:p>
            <a:fld id="{F595E21E-DEBA-8F42-9C16-77733D726770}" type="slidenum">
              <a:rPr lang="en-US" smtClean="0"/>
              <a:t>70</a:t>
            </a:fld>
            <a:endParaRPr lang="en-US"/>
          </a:p>
        </p:txBody>
      </p:sp>
      <p:sp>
        <p:nvSpPr>
          <p:cNvPr id="4" name="Title 3">
            <a:extLst>
              <a:ext uri="{FF2B5EF4-FFF2-40B4-BE49-F238E27FC236}">
                <a16:creationId xmlns:a16="http://schemas.microsoft.com/office/drawing/2014/main" id="{ABB179E6-EF6D-7EBA-534E-77EBA5DDB827}"/>
              </a:ext>
            </a:extLst>
          </p:cNvPr>
          <p:cNvSpPr>
            <a:spLocks noGrp="1"/>
          </p:cNvSpPr>
          <p:nvPr>
            <p:ph type="title"/>
          </p:nvPr>
        </p:nvSpPr>
        <p:spPr/>
        <p:txBody>
          <a:bodyPr/>
          <a:lstStyle/>
          <a:p>
            <a:r>
              <a:rPr lang="en-GB" dirty="0"/>
              <a:t>Controller Performance Statistics</a:t>
            </a:r>
          </a:p>
        </p:txBody>
      </p:sp>
      <p:grpSp>
        <p:nvGrpSpPr>
          <p:cNvPr id="9" name="Group 8">
            <a:extLst>
              <a:ext uri="{FF2B5EF4-FFF2-40B4-BE49-F238E27FC236}">
                <a16:creationId xmlns:a16="http://schemas.microsoft.com/office/drawing/2014/main" id="{D2DAD55F-CDE5-2EA8-F7C8-8621E94D6DF6}"/>
              </a:ext>
            </a:extLst>
          </p:cNvPr>
          <p:cNvGrpSpPr/>
          <p:nvPr/>
        </p:nvGrpSpPr>
        <p:grpSpPr>
          <a:xfrm>
            <a:off x="1338263" y="1705605"/>
            <a:ext cx="3410712" cy="2343181"/>
            <a:chOff x="128086" y="1114684"/>
            <a:chExt cx="3410712" cy="2343181"/>
          </a:xfrm>
        </p:grpSpPr>
        <p:grpSp>
          <p:nvGrpSpPr>
            <p:cNvPr id="10" name="Group 9">
              <a:extLst>
                <a:ext uri="{FF2B5EF4-FFF2-40B4-BE49-F238E27FC236}">
                  <a16:creationId xmlns:a16="http://schemas.microsoft.com/office/drawing/2014/main" id="{5C15FD40-B5F6-C38C-6C22-4EA9D1EF4F08}"/>
                </a:ext>
              </a:extLst>
            </p:cNvPr>
            <p:cNvGrpSpPr/>
            <p:nvPr/>
          </p:nvGrpSpPr>
          <p:grpSpPr>
            <a:xfrm>
              <a:off x="147780" y="1114684"/>
              <a:ext cx="3391018" cy="2343181"/>
              <a:chOff x="172250" y="886972"/>
              <a:chExt cx="3391018" cy="2343181"/>
            </a:xfrm>
          </p:grpSpPr>
          <p:sp>
            <p:nvSpPr>
              <p:cNvPr id="12" name="TextBox 11">
                <a:extLst>
                  <a:ext uri="{FF2B5EF4-FFF2-40B4-BE49-F238E27FC236}">
                    <a16:creationId xmlns:a16="http://schemas.microsoft.com/office/drawing/2014/main" id="{6209D76F-D5B6-F0EF-2D52-3CE7A07E2AEF}"/>
                  </a:ext>
                </a:extLst>
              </p:cNvPr>
              <p:cNvSpPr txBox="1"/>
              <p:nvPr/>
            </p:nvSpPr>
            <p:spPr>
              <a:xfrm rot="10800000" flipV="1">
                <a:off x="383273" y="1198828"/>
                <a:ext cx="3179995" cy="2031325"/>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Once the Controller Tags are successfully configured into the ‘loop’, navigate to ‘Summary’ tab to get extra information such as:</a:t>
                </a:r>
              </a:p>
              <a:p>
                <a:pPr marL="342900" indent="-342900">
                  <a:buFont typeface="+mj-lt"/>
                  <a:buAutoNum type="arabicPeriod"/>
                </a:pPr>
                <a:r>
                  <a:rPr lang="en-US" sz="1400" b="1" dirty="0">
                    <a:ea typeface="+mn-lt"/>
                    <a:cs typeface="+mn-lt"/>
                  </a:rPr>
                  <a:t>Error STD</a:t>
                </a:r>
              </a:p>
              <a:p>
                <a:pPr marL="342900" indent="-342900">
                  <a:buFont typeface="+mj-lt"/>
                  <a:buAutoNum type="arabicPeriod"/>
                </a:pPr>
                <a:r>
                  <a:rPr lang="en-US" sz="1400" b="1" dirty="0">
                    <a:ea typeface="+mn-lt"/>
                    <a:cs typeface="+mn-lt"/>
                  </a:rPr>
                  <a:t>Min. STD</a:t>
                </a:r>
              </a:p>
              <a:p>
                <a:pPr marL="342900" indent="-342900">
                  <a:buFont typeface="+mj-lt"/>
                  <a:buAutoNum type="arabicPeriod"/>
                </a:pPr>
                <a:r>
                  <a:rPr lang="en-US" sz="1400" b="1" dirty="0">
                    <a:ea typeface="+mn-lt"/>
                    <a:cs typeface="+mn-lt"/>
                  </a:rPr>
                  <a:t>CPI</a:t>
                </a:r>
              </a:p>
              <a:p>
                <a:pPr marL="342900" indent="-342900">
                  <a:buFont typeface="+mj-lt"/>
                  <a:buAutoNum type="arabicPeriod"/>
                </a:pPr>
                <a:r>
                  <a:rPr lang="en-US" sz="1400" b="1" dirty="0">
                    <a:ea typeface="+mn-lt"/>
                    <a:cs typeface="+mn-lt"/>
                  </a:rPr>
                  <a:t>MV STD</a:t>
                </a:r>
              </a:p>
              <a:p>
                <a:r>
                  <a:rPr lang="en-US" sz="1400" b="1" dirty="0">
                    <a:ea typeface="+mn-lt"/>
                    <a:cs typeface="+mn-lt"/>
                  </a:rPr>
                  <a:t>Etc.</a:t>
                </a:r>
              </a:p>
            </p:txBody>
          </p:sp>
          <p:sp>
            <p:nvSpPr>
              <p:cNvPr id="13" name="Flowchart: Connector 12">
                <a:extLst>
                  <a:ext uri="{FF2B5EF4-FFF2-40B4-BE49-F238E27FC236}">
                    <a16:creationId xmlns:a16="http://schemas.microsoft.com/office/drawing/2014/main" id="{AF1C277C-2B70-3C4B-9A06-829C82D4D5A0}"/>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TextBox 10">
              <a:extLst>
                <a:ext uri="{FF2B5EF4-FFF2-40B4-BE49-F238E27FC236}">
                  <a16:creationId xmlns:a16="http://schemas.microsoft.com/office/drawing/2014/main" id="{5C00A5AD-92C3-D511-EAFD-890013AC6D39}"/>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6</a:t>
              </a:r>
            </a:p>
          </p:txBody>
        </p:sp>
      </p:grpSp>
      <p:sp>
        <p:nvSpPr>
          <p:cNvPr id="15" name="Rectangle 14">
            <a:extLst>
              <a:ext uri="{FF2B5EF4-FFF2-40B4-BE49-F238E27FC236}">
                <a16:creationId xmlns:a16="http://schemas.microsoft.com/office/drawing/2014/main" id="{FB6885E2-699B-21E1-5C5D-8104B4865FAB}"/>
              </a:ext>
            </a:extLst>
          </p:cNvPr>
          <p:cNvSpPr/>
          <p:nvPr/>
        </p:nvSpPr>
        <p:spPr>
          <a:xfrm>
            <a:off x="5714999" y="1092388"/>
            <a:ext cx="407195" cy="17920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7" name="Rectangle 16">
            <a:extLst>
              <a:ext uri="{FF2B5EF4-FFF2-40B4-BE49-F238E27FC236}">
                <a16:creationId xmlns:a16="http://schemas.microsoft.com/office/drawing/2014/main" id="{13F2D38D-F3AF-AC6C-531A-8F1560726F13}"/>
              </a:ext>
            </a:extLst>
          </p:cNvPr>
          <p:cNvSpPr/>
          <p:nvPr/>
        </p:nvSpPr>
        <p:spPr>
          <a:xfrm>
            <a:off x="5247014" y="2127652"/>
            <a:ext cx="1287136" cy="1180698"/>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9" name="Rectangle 18">
            <a:extLst>
              <a:ext uri="{FF2B5EF4-FFF2-40B4-BE49-F238E27FC236}">
                <a16:creationId xmlns:a16="http://schemas.microsoft.com/office/drawing/2014/main" id="{6E03FD4A-A04B-AB8F-E7E1-845B8867CABB}"/>
              </a:ext>
            </a:extLst>
          </p:cNvPr>
          <p:cNvSpPr/>
          <p:nvPr/>
        </p:nvSpPr>
        <p:spPr>
          <a:xfrm>
            <a:off x="5247014" y="4685030"/>
            <a:ext cx="1287136" cy="1080582"/>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27" name="Connector: Elbow 26">
            <a:extLst>
              <a:ext uri="{FF2B5EF4-FFF2-40B4-BE49-F238E27FC236}">
                <a16:creationId xmlns:a16="http://schemas.microsoft.com/office/drawing/2014/main" id="{C392A097-200A-4552-FEB3-1406D49C828D}"/>
              </a:ext>
            </a:extLst>
          </p:cNvPr>
          <p:cNvCxnSpPr>
            <a:stCxn id="15" idx="3"/>
            <a:endCxn id="17" idx="3"/>
          </p:cNvCxnSpPr>
          <p:nvPr/>
        </p:nvCxnSpPr>
        <p:spPr>
          <a:xfrm>
            <a:off x="6122194" y="1181988"/>
            <a:ext cx="411956" cy="1536013"/>
          </a:xfrm>
          <a:prstGeom prst="bentConnector3">
            <a:avLst>
              <a:gd name="adj1" fmla="val 155491"/>
            </a:avLst>
          </a:prstGeom>
          <a:ln>
            <a:tailEnd type="triangle"/>
          </a:ln>
        </p:spPr>
        <p:style>
          <a:lnRef idx="3">
            <a:schemeClr val="dk1"/>
          </a:lnRef>
          <a:fillRef idx="0">
            <a:schemeClr val="dk1"/>
          </a:fillRef>
          <a:effectRef idx="2">
            <a:schemeClr val="dk1"/>
          </a:effectRef>
          <a:fontRef idx="minor">
            <a:schemeClr val="tx1"/>
          </a:fontRef>
        </p:style>
      </p:cxnSp>
      <p:cxnSp>
        <p:nvCxnSpPr>
          <p:cNvPr id="29" name="Connector: Elbow 28">
            <a:extLst>
              <a:ext uri="{FF2B5EF4-FFF2-40B4-BE49-F238E27FC236}">
                <a16:creationId xmlns:a16="http://schemas.microsoft.com/office/drawing/2014/main" id="{5DAAA4FC-C538-F42A-C90A-57972ADD11E1}"/>
              </a:ext>
            </a:extLst>
          </p:cNvPr>
          <p:cNvCxnSpPr>
            <a:stCxn id="15" idx="1"/>
            <a:endCxn id="19" idx="1"/>
          </p:cNvCxnSpPr>
          <p:nvPr/>
        </p:nvCxnSpPr>
        <p:spPr>
          <a:xfrm rot="10800000" flipV="1">
            <a:off x="5247015" y="1181987"/>
            <a:ext cx="467985" cy="4043333"/>
          </a:xfrm>
          <a:prstGeom prst="bentConnector3">
            <a:avLst>
              <a:gd name="adj1" fmla="val 148848"/>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6731567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43BEF-BF42-3500-B0E3-ADA6EC28992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C066A2C-26E3-E1E3-10BE-7A02F735650F}"/>
              </a:ext>
            </a:extLst>
          </p:cNvPr>
          <p:cNvSpPr>
            <a:spLocks noGrp="1"/>
          </p:cNvSpPr>
          <p:nvPr>
            <p:ph type="sldNum" sz="quarter" idx="12"/>
          </p:nvPr>
        </p:nvSpPr>
        <p:spPr/>
        <p:txBody>
          <a:bodyPr/>
          <a:lstStyle/>
          <a:p>
            <a:fld id="{F595E21E-DEBA-8F42-9C16-77733D726770}" type="slidenum">
              <a:rPr lang="en-US" smtClean="0"/>
              <a:t>71</a:t>
            </a:fld>
            <a:endParaRPr lang="en-US"/>
          </a:p>
        </p:txBody>
      </p:sp>
      <p:sp>
        <p:nvSpPr>
          <p:cNvPr id="4" name="Title 3">
            <a:extLst>
              <a:ext uri="{FF2B5EF4-FFF2-40B4-BE49-F238E27FC236}">
                <a16:creationId xmlns:a16="http://schemas.microsoft.com/office/drawing/2014/main" id="{85DBC7D9-8D42-C92D-0BC5-F8953D98E8BA}"/>
              </a:ext>
            </a:extLst>
          </p:cNvPr>
          <p:cNvSpPr>
            <a:spLocks noGrp="1"/>
          </p:cNvSpPr>
          <p:nvPr>
            <p:ph type="title"/>
          </p:nvPr>
        </p:nvSpPr>
        <p:spPr/>
        <p:txBody>
          <a:bodyPr/>
          <a:lstStyle/>
          <a:p>
            <a:r>
              <a:rPr lang="en-GB" dirty="0"/>
              <a:t>Controller Performance Response Plots</a:t>
            </a:r>
          </a:p>
        </p:txBody>
      </p:sp>
      <p:pic>
        <p:nvPicPr>
          <p:cNvPr id="8" name="Picture 7">
            <a:extLst>
              <a:ext uri="{FF2B5EF4-FFF2-40B4-BE49-F238E27FC236}">
                <a16:creationId xmlns:a16="http://schemas.microsoft.com/office/drawing/2014/main" id="{D1647EE9-3A90-B374-A69F-C559F3CFD7FB}"/>
              </a:ext>
            </a:extLst>
          </p:cNvPr>
          <p:cNvPicPr>
            <a:picLocks noChangeAspect="1"/>
          </p:cNvPicPr>
          <p:nvPr/>
        </p:nvPicPr>
        <p:blipFill>
          <a:blip r:embed="rId2"/>
          <a:stretch>
            <a:fillRect/>
          </a:stretch>
        </p:blipFill>
        <p:spPr>
          <a:xfrm>
            <a:off x="1790492" y="1496498"/>
            <a:ext cx="8841732" cy="4819425"/>
          </a:xfrm>
          <a:prstGeom prst="rect">
            <a:avLst/>
          </a:prstGeom>
        </p:spPr>
      </p:pic>
      <p:grpSp>
        <p:nvGrpSpPr>
          <p:cNvPr id="9" name="Group 8">
            <a:extLst>
              <a:ext uri="{FF2B5EF4-FFF2-40B4-BE49-F238E27FC236}">
                <a16:creationId xmlns:a16="http://schemas.microsoft.com/office/drawing/2014/main" id="{1DB9889F-F5AD-9050-423F-7B6583F32148}"/>
              </a:ext>
            </a:extLst>
          </p:cNvPr>
          <p:cNvGrpSpPr/>
          <p:nvPr/>
        </p:nvGrpSpPr>
        <p:grpSpPr>
          <a:xfrm>
            <a:off x="747750" y="798942"/>
            <a:ext cx="10513619" cy="597355"/>
            <a:chOff x="128086" y="1114684"/>
            <a:chExt cx="10513619" cy="597355"/>
          </a:xfrm>
        </p:grpSpPr>
        <p:grpSp>
          <p:nvGrpSpPr>
            <p:cNvPr id="10" name="Group 9">
              <a:extLst>
                <a:ext uri="{FF2B5EF4-FFF2-40B4-BE49-F238E27FC236}">
                  <a16:creationId xmlns:a16="http://schemas.microsoft.com/office/drawing/2014/main" id="{F9DE0585-F624-1FBE-9AA0-3DA748085C95}"/>
                </a:ext>
              </a:extLst>
            </p:cNvPr>
            <p:cNvGrpSpPr/>
            <p:nvPr/>
          </p:nvGrpSpPr>
          <p:grpSpPr>
            <a:xfrm>
              <a:off x="147780" y="1114684"/>
              <a:ext cx="10493925" cy="597355"/>
              <a:chOff x="172250" y="886972"/>
              <a:chExt cx="10493925" cy="597355"/>
            </a:xfrm>
          </p:grpSpPr>
          <p:sp>
            <p:nvSpPr>
              <p:cNvPr id="12" name="TextBox 11">
                <a:extLst>
                  <a:ext uri="{FF2B5EF4-FFF2-40B4-BE49-F238E27FC236}">
                    <a16:creationId xmlns:a16="http://schemas.microsoft.com/office/drawing/2014/main" id="{F4361142-B628-13AF-43F5-C4982A64973C}"/>
                  </a:ext>
                </a:extLst>
              </p:cNvPr>
              <p:cNvSpPr txBox="1"/>
              <p:nvPr/>
            </p:nvSpPr>
            <p:spPr>
              <a:xfrm rot="10800000" flipV="1">
                <a:off x="383273" y="1176550"/>
                <a:ext cx="10282902" cy="307777"/>
              </a:xfrm>
              <a:prstGeom prst="rect">
                <a:avLst/>
              </a:prstGeom>
              <a:noFill/>
              <a:ln w="38100">
                <a:solidFill>
                  <a:schemeClr val="tx1"/>
                </a:solidFill>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ea typeface="+mn-lt"/>
                    <a:cs typeface="+mn-lt"/>
                  </a:rPr>
                  <a:t>To view, the controller performance Response Plots, navigate to ‘Response Plots’ tab</a:t>
                </a:r>
              </a:p>
            </p:txBody>
          </p:sp>
          <p:sp>
            <p:nvSpPr>
              <p:cNvPr id="13" name="Flowchart: Connector 12">
                <a:extLst>
                  <a:ext uri="{FF2B5EF4-FFF2-40B4-BE49-F238E27FC236}">
                    <a16:creationId xmlns:a16="http://schemas.microsoft.com/office/drawing/2014/main" id="{70E6BF8F-4105-4A96-70DF-9923ABBB5B2A}"/>
                  </a:ext>
                </a:extLst>
              </p:cNvPr>
              <p:cNvSpPr/>
              <p:nvPr/>
            </p:nvSpPr>
            <p:spPr>
              <a:xfrm>
                <a:off x="172250" y="886972"/>
                <a:ext cx="422047" cy="422047"/>
              </a:xfrm>
              <a:prstGeom prst="flowChartConnector">
                <a:avLst/>
              </a:prstGeom>
              <a:solidFill>
                <a:srgbClr val="00B1A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TextBox 10">
              <a:extLst>
                <a:ext uri="{FF2B5EF4-FFF2-40B4-BE49-F238E27FC236}">
                  <a16:creationId xmlns:a16="http://schemas.microsoft.com/office/drawing/2014/main" id="{393BFA5F-4A34-1C02-528D-C1730CEEF8DF}"/>
                </a:ext>
              </a:extLst>
            </p:cNvPr>
            <p:cNvSpPr txBox="1"/>
            <p:nvPr/>
          </p:nvSpPr>
          <p:spPr>
            <a:xfrm>
              <a:off x="128086" y="1136104"/>
              <a:ext cx="461434" cy="369332"/>
            </a:xfrm>
            <a:prstGeom prst="rect">
              <a:avLst/>
            </a:prstGeom>
            <a:noFill/>
          </p:spPr>
          <p:txBody>
            <a:bodyPr wrap="square" rtlCol="0">
              <a:spAutoFit/>
            </a:bodyPr>
            <a:lstStyle/>
            <a:p>
              <a:pPr algn="ctr"/>
              <a:r>
                <a:rPr lang="en-GB" dirty="0">
                  <a:solidFill>
                    <a:schemeClr val="bg1"/>
                  </a:solidFill>
                </a:rPr>
                <a:t>7</a:t>
              </a:r>
            </a:p>
          </p:txBody>
        </p:sp>
      </p:grpSp>
      <p:sp>
        <p:nvSpPr>
          <p:cNvPr id="15" name="Rectangle 14">
            <a:extLst>
              <a:ext uri="{FF2B5EF4-FFF2-40B4-BE49-F238E27FC236}">
                <a16:creationId xmlns:a16="http://schemas.microsoft.com/office/drawing/2014/main" id="{B1E39FBA-03EC-1640-C120-DC85E9890112}"/>
              </a:ext>
            </a:extLst>
          </p:cNvPr>
          <p:cNvSpPr/>
          <p:nvPr/>
        </p:nvSpPr>
        <p:spPr>
          <a:xfrm>
            <a:off x="2532887" y="1505867"/>
            <a:ext cx="502921" cy="134296"/>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1928215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9E3FE-6719-A6B9-AEC0-56AD282AFF0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5D56251-8AB9-8C60-E29C-836F92CD0FF7}"/>
              </a:ext>
            </a:extLst>
          </p:cNvPr>
          <p:cNvSpPr>
            <a:spLocks noGrp="1"/>
          </p:cNvSpPr>
          <p:nvPr>
            <p:ph type="sldNum" sz="quarter" idx="12"/>
          </p:nvPr>
        </p:nvSpPr>
        <p:spPr/>
        <p:txBody>
          <a:bodyPr/>
          <a:lstStyle/>
          <a:p>
            <a:fld id="{F595E21E-DEBA-8F42-9C16-77733D726770}" type="slidenum">
              <a:rPr lang="en-US" smtClean="0"/>
              <a:t>72</a:t>
            </a:fld>
            <a:endParaRPr lang="en-US"/>
          </a:p>
        </p:txBody>
      </p:sp>
      <p:sp>
        <p:nvSpPr>
          <p:cNvPr id="4" name="Title 3">
            <a:extLst>
              <a:ext uri="{FF2B5EF4-FFF2-40B4-BE49-F238E27FC236}">
                <a16:creationId xmlns:a16="http://schemas.microsoft.com/office/drawing/2014/main" id="{AFA78F3D-8976-DAED-CC58-D4DE0507D88D}"/>
              </a:ext>
            </a:extLst>
          </p:cNvPr>
          <p:cNvSpPr>
            <a:spLocks noGrp="1"/>
          </p:cNvSpPr>
          <p:nvPr>
            <p:ph type="title"/>
          </p:nvPr>
        </p:nvSpPr>
        <p:spPr/>
        <p:txBody>
          <a:bodyPr/>
          <a:lstStyle/>
          <a:p>
            <a:r>
              <a:rPr lang="en-GB" dirty="0"/>
              <a:t>Controller Performance Response Plots</a:t>
            </a:r>
          </a:p>
        </p:txBody>
      </p:sp>
      <p:pic>
        <p:nvPicPr>
          <p:cNvPr id="8" name="Picture 7">
            <a:extLst>
              <a:ext uri="{FF2B5EF4-FFF2-40B4-BE49-F238E27FC236}">
                <a16:creationId xmlns:a16="http://schemas.microsoft.com/office/drawing/2014/main" id="{66FB0F47-FC06-55E2-52C4-A05160D47E6E}"/>
              </a:ext>
            </a:extLst>
          </p:cNvPr>
          <p:cNvPicPr>
            <a:picLocks noChangeAspect="1"/>
          </p:cNvPicPr>
          <p:nvPr/>
        </p:nvPicPr>
        <p:blipFill>
          <a:blip r:embed="rId2"/>
          <a:stretch>
            <a:fillRect/>
          </a:stretch>
        </p:blipFill>
        <p:spPr>
          <a:xfrm>
            <a:off x="1024786" y="749948"/>
            <a:ext cx="10142428" cy="5528405"/>
          </a:xfrm>
          <a:prstGeom prst="rect">
            <a:avLst/>
          </a:prstGeom>
        </p:spPr>
      </p:pic>
    </p:spTree>
    <p:extLst>
      <p:ext uri="{BB962C8B-B14F-4D97-AF65-F5344CB8AC3E}">
        <p14:creationId xmlns:p14="http://schemas.microsoft.com/office/powerpoint/2010/main" val="25390718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66B49A-7CAF-DF1C-A26A-6327A753501D}"/>
              </a:ext>
            </a:extLst>
          </p:cNvPr>
          <p:cNvSpPr>
            <a:spLocks noGrp="1"/>
          </p:cNvSpPr>
          <p:nvPr>
            <p:ph sz="quarter" idx="4"/>
          </p:nvPr>
        </p:nvSpPr>
        <p:spPr/>
        <p:txBody>
          <a:bodyPr/>
          <a:lstStyle/>
          <a:p>
            <a:endParaRPr lang="en-GB"/>
          </a:p>
        </p:txBody>
      </p:sp>
      <p:sp>
        <p:nvSpPr>
          <p:cNvPr id="3" name="Slide Number Placeholder 2">
            <a:extLst>
              <a:ext uri="{FF2B5EF4-FFF2-40B4-BE49-F238E27FC236}">
                <a16:creationId xmlns:a16="http://schemas.microsoft.com/office/drawing/2014/main" id="{F57B22B7-87C8-86A1-D423-BBC8BFDD27A6}"/>
              </a:ext>
            </a:extLst>
          </p:cNvPr>
          <p:cNvSpPr>
            <a:spLocks noGrp="1"/>
          </p:cNvSpPr>
          <p:nvPr>
            <p:ph type="sldNum" sz="quarter" idx="12"/>
          </p:nvPr>
        </p:nvSpPr>
        <p:spPr/>
        <p:txBody>
          <a:bodyPr/>
          <a:lstStyle/>
          <a:p>
            <a:fld id="{F595E21E-DEBA-8F42-9C16-77733D726770}" type="slidenum">
              <a:rPr lang="en-US" smtClean="0"/>
              <a:t>73</a:t>
            </a:fld>
            <a:endParaRPr lang="en-US"/>
          </a:p>
        </p:txBody>
      </p:sp>
      <p:sp>
        <p:nvSpPr>
          <p:cNvPr id="4" name="Title 3">
            <a:extLst>
              <a:ext uri="{FF2B5EF4-FFF2-40B4-BE49-F238E27FC236}">
                <a16:creationId xmlns:a16="http://schemas.microsoft.com/office/drawing/2014/main" id="{FBC3D926-7E3C-4090-2107-B0CB10CC491F}"/>
              </a:ext>
            </a:extLst>
          </p:cNvPr>
          <p:cNvSpPr>
            <a:spLocks noGrp="1"/>
          </p:cNvSpPr>
          <p:nvPr>
            <p:ph type="title"/>
          </p:nvPr>
        </p:nvSpPr>
        <p:spPr/>
        <p:txBody>
          <a:bodyPr/>
          <a:lstStyle/>
          <a:p>
            <a:r>
              <a:rPr lang="en-GB"/>
              <a:t>Key take Away ????</a:t>
            </a:r>
          </a:p>
        </p:txBody>
      </p:sp>
    </p:spTree>
    <p:extLst>
      <p:ext uri="{BB962C8B-B14F-4D97-AF65-F5344CB8AC3E}">
        <p14:creationId xmlns:p14="http://schemas.microsoft.com/office/powerpoint/2010/main" val="33859262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E1248BB-1454-4A76-85DF-98B24765EE44}"/>
              </a:ext>
            </a:extLst>
          </p:cNvPr>
          <p:cNvSpPr txBox="1">
            <a:spLocks/>
          </p:cNvSpPr>
          <p:nvPr/>
        </p:nvSpPr>
        <p:spPr>
          <a:xfrm>
            <a:off x="2427866" y="3086099"/>
            <a:ext cx="6622364" cy="685799"/>
          </a:xfrm>
          <a:prstGeom prst="rect">
            <a:avLst/>
          </a:prstGeom>
        </p:spPr>
        <p:txBody>
          <a:bodyPr vert="horz" lIns="91440" tIns="45720" rIns="91440" bIns="45720" rtlCol="0" anchor="ctr" anchorCtr="0">
            <a:noAutofit/>
          </a:bodyPr>
          <a:lstStyle>
            <a:lvl1pPr algn="l" defTabSz="914400" rtl="0" eaLnBrk="1" latinLnBrk="0" hangingPunct="1">
              <a:lnSpc>
                <a:spcPct val="90000"/>
              </a:lnSpc>
              <a:spcBef>
                <a:spcPct val="0"/>
              </a:spcBef>
              <a:buNone/>
              <a:defRPr sz="2800" b="1" i="0" kern="1200">
                <a:solidFill>
                  <a:schemeClr val="bg1"/>
                </a:solidFill>
                <a:latin typeface="Arial" panose="020B0604020202020204" pitchFamily="34" charset="0"/>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PETRONAS</a:t>
            </a:r>
            <a:b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br>
            <a:r>
              <a:rPr kumimoji="0" lang="en-GB" sz="28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Passionate about Progress</a:t>
            </a:r>
          </a:p>
        </p:txBody>
      </p:sp>
    </p:spTree>
    <p:extLst>
      <p:ext uri="{BB962C8B-B14F-4D97-AF65-F5344CB8AC3E}">
        <p14:creationId xmlns:p14="http://schemas.microsoft.com/office/powerpoint/2010/main" val="14454984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ags/tag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Internal"/>
  <p:tag name="BJHEADERFOOTERTEXTMARKING" val="Internal"/>
</p:tagLst>
</file>

<file path=ppt/theme/theme1.xml><?xml version="1.0" encoding="utf-8"?>
<a:theme xmlns:a="http://schemas.openxmlformats.org/drawingml/2006/main" name="PETRONAS template ">
  <a:themeElements>
    <a:clrScheme name="PETRONAS">
      <a:dk1>
        <a:srgbClr val="000000"/>
      </a:dk1>
      <a:lt1>
        <a:srgbClr val="FFFFFF"/>
      </a:lt1>
      <a:dk2>
        <a:srgbClr val="00B1A9"/>
      </a:dk2>
      <a:lt2>
        <a:srgbClr val="DFDEDE"/>
      </a:lt2>
      <a:accent1>
        <a:srgbClr val="20419A"/>
      </a:accent1>
      <a:accent2>
        <a:srgbClr val="763F98"/>
      </a:accent2>
      <a:accent3>
        <a:srgbClr val="FDB924"/>
      </a:accent3>
      <a:accent4>
        <a:srgbClr val="BFD730"/>
      </a:accent4>
      <a:accent5>
        <a:srgbClr val="20419A"/>
      </a:accent5>
      <a:accent6>
        <a:srgbClr val="763F98"/>
      </a:accent6>
      <a:hlink>
        <a:srgbClr val="20419A"/>
      </a:hlink>
      <a:folHlink>
        <a:srgbClr val="3C383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 Default Template 2026" id="{9DFD4E16-C063-4880-91DA-A003AD667483}" vid="{134F036C-7E24-4279-86BF-F989E72423C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ECM GTS" ma:contentTypeID="0x010100790DFB78D8531E479B710DA00D706E1B0100B86E787AA749664DB539B8CB3A363D27" ma:contentTypeVersion="27" ma:contentTypeDescription="" ma:contentTypeScope="" ma:versionID="d931cf3fc5a52c212d96b13652cb3cd9">
  <xsd:schema xmlns:xsd="http://www.w3.org/2001/XMLSchema" xmlns:xs="http://www.w3.org/2001/XMLSchema" xmlns:p="http://schemas.microsoft.com/office/2006/metadata/properties" xmlns:ns2="4259a7ba-1751-415c-97bd-7e4e4d6f6226" targetNamespace="http://schemas.microsoft.com/office/2006/metadata/properties" ma:root="true" ma:fieldsID="9ae13a36669cd3aa17cb3531d114b0be" ns2:_="">
    <xsd:import namespace="4259a7ba-1751-415c-97bd-7e4e4d6f6226"/>
    <xsd:element name="properties">
      <xsd:complexType>
        <xsd:sequence>
          <xsd:element name="documentManagement">
            <xsd:complexType>
              <xsd:all>
                <xsd:element ref="ns2:Security_x0020_Classification"/>
                <xsd:element ref="ns2:Vital_x0020_Classification"/>
                <xsd:element ref="ns2:fa760b542f96496f9888a595ca0ae94d" minOccurs="0"/>
                <xsd:element ref="ns2:TaxCatchAll" minOccurs="0"/>
                <xsd:element ref="ns2:TaxCatchAllLabe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59a7ba-1751-415c-97bd-7e4e4d6f6226" elementFormDefault="qualified">
    <xsd:import namespace="http://schemas.microsoft.com/office/2006/documentManagement/types"/>
    <xsd:import namespace="http://schemas.microsoft.com/office/infopath/2007/PartnerControls"/>
    <xsd:element name="Security_x0020_Classification" ma:index="8" ma:displayName="Security Classification" ma:default="Internal Use" ma:format="Dropdown" ma:internalName="Security_x0020_Classification">
      <xsd:simpleType>
        <xsd:restriction base="dms:Choice">
          <xsd:enumeration value="Open"/>
          <xsd:enumeration value="Internal"/>
          <xsd:enumeration value="Internal Use"/>
          <xsd:enumeration value="Secret"/>
          <xsd:enumeration value="Confidential"/>
        </xsd:restriction>
      </xsd:simpleType>
    </xsd:element>
    <xsd:element name="Vital_x0020_Classification" ma:index="9" ma:displayName="Vital Classification" ma:default="Important" ma:format="Dropdown" ma:internalName="Vital_x0020_Classification">
      <xsd:simpleType>
        <xsd:restriction base="dms:Choice">
          <xsd:enumeration value="Important"/>
          <xsd:enumeration value="Vital"/>
          <xsd:enumeration value="Useful"/>
        </xsd:restriction>
      </xsd:simpleType>
    </xsd:element>
    <xsd:element name="fa760b542f96496f9888a595ca0ae94d" ma:index="10" nillable="true" ma:taxonomy="true" ma:internalName="fa760b542f96496f9888a595ca0ae94d" ma:taxonomyFieldName="Business_x0020_GTS" ma:displayName="Business GTS" ma:default="8;#Default|ed352a22-1a5d-4fe9-9116-40d4c3a3d56a" ma:fieldId="{fa760b54-2f96-496f-9888-a595ca0ae94d}" ma:sspId="32d644bd-1b20-4c9a-b23a-d9a92b89ba76" ma:termSetId="2f82657b-3338-4dea-952b-2d2d1369133b" ma:anchorId="fc900741-9b68-49a6-8871-c70b30a3cd45" ma:open="false" ma:isKeyword="false">
      <xsd:complexType>
        <xsd:sequence>
          <xsd:element ref="pc:Terms" minOccurs="0" maxOccurs="1"/>
        </xsd:sequence>
      </xsd:complexType>
    </xsd:element>
    <xsd:element name="TaxCatchAll" ma:index="11" nillable="true" ma:displayName="Taxonomy Catch All Column" ma:hidden="true" ma:list="{e4708be9-04bc-4d62-aeca-11bb0e76c7aa}" ma:internalName="TaxCatchAll" ma:showField="CatchAllData" ma:web="518a9aca-924f-47a6-8931-b51071ea0124">
      <xsd:complexType>
        <xsd:complexContent>
          <xsd:extension base="dms:MultiChoiceLookup">
            <xsd:sequence>
              <xsd:element name="Value" type="dms:Lookup" maxOccurs="unbounded" minOccurs="0" nillable="true"/>
            </xsd:sequence>
          </xsd:extension>
        </xsd:complexContent>
      </xsd:complexType>
    </xsd:element>
    <xsd:element name="TaxCatchAllLabel" ma:index="12" nillable="true" ma:displayName="Taxonomy Catch All Column1" ma:hidden="true" ma:list="{e4708be9-04bc-4d62-aeca-11bb0e76c7aa}" ma:internalName="TaxCatchAllLabel" ma:readOnly="true" ma:showField="CatchAllDataLabel" ma:web="518a9aca-924f-47a6-8931-b51071ea0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259a7ba-1751-415c-97bd-7e4e4d6f6226">
      <Value>8</Value>
    </TaxCatchAll>
    <Vital_x0020_Classification xmlns="4259a7ba-1751-415c-97bd-7e4e4d6f6226">Important</Vital_x0020_Classification>
    <fa760b542f96496f9888a595ca0ae94d xmlns="4259a7ba-1751-415c-97bd-7e4e4d6f6226">
      <Terms xmlns="http://schemas.microsoft.com/office/infopath/2007/PartnerControls">
        <TermInfo xmlns="http://schemas.microsoft.com/office/infopath/2007/PartnerControls">
          <TermName xmlns="http://schemas.microsoft.com/office/infopath/2007/PartnerControls">Default</TermName>
          <TermId xmlns="http://schemas.microsoft.com/office/infopath/2007/PartnerControls">ed352a22-1a5d-4fe9-9116-40d4c3a3d56a</TermId>
        </TermInfo>
      </Terms>
    </fa760b542f96496f9888a595ca0ae94d>
    <Security_x0020_Classification xmlns="4259a7ba-1751-415c-97bd-7e4e4d6f6226">Internal Use</Security_x0020_Classification>
  </documentManagement>
</p:properties>
</file>

<file path=customXml/item4.xml><?xml version="1.0" encoding="utf-8"?>
<?mso-contentType ?>
<SharedContentType xmlns="Microsoft.SharePoint.Taxonomy.ContentTypeSync" SourceId="32d644bd-1b20-4c9a-b23a-d9a92b89ba76" ContentTypeId="0x010100790DFB78D8531E479B710DA00D706E1B" PreviousValue="false"/>
</file>

<file path=customXml/itemProps1.xml><?xml version="1.0" encoding="utf-8"?>
<ds:datastoreItem xmlns:ds="http://schemas.openxmlformats.org/officeDocument/2006/customXml" ds:itemID="{6385FE77-AB35-436D-AE55-ACEB53BDE052}">
  <ds:schemaRefs>
    <ds:schemaRef ds:uri="http://schemas.microsoft.com/sharepoint/v3/contenttype/forms"/>
  </ds:schemaRefs>
</ds:datastoreItem>
</file>

<file path=customXml/itemProps2.xml><?xml version="1.0" encoding="utf-8"?>
<ds:datastoreItem xmlns:ds="http://schemas.openxmlformats.org/officeDocument/2006/customXml" ds:itemID="{D46013E2-DCA1-470D-8304-3C935EEEB4AB}"/>
</file>

<file path=customXml/itemProps3.xml><?xml version="1.0" encoding="utf-8"?>
<ds:datastoreItem xmlns:ds="http://schemas.openxmlformats.org/officeDocument/2006/customXml" ds:itemID="{2E2C53D3-3C00-4308-B8DB-B36A62FFADDE}">
  <ds:schemaRefs>
    <ds:schemaRef ds:uri="http://www.w3.org/XML/1998/namespace"/>
    <ds:schemaRef ds:uri="http://schemas.openxmlformats.org/package/2006/metadata/core-properties"/>
    <ds:schemaRef ds:uri="http://purl.org/dc/elements/1.1/"/>
    <ds:schemaRef ds:uri="http://schemas.microsoft.com/office/infopath/2007/PartnerControls"/>
    <ds:schemaRef ds:uri="http://schemas.microsoft.com/office/2006/documentManagement/types"/>
    <ds:schemaRef ds:uri="8af79c65-46b7-431d-b29f-c9c279753e97"/>
    <ds:schemaRef ds:uri="http://purl.org/dc/dcmitype/"/>
    <ds:schemaRef ds:uri="4259a7ba-1751-415c-97bd-7e4e4d6f6226"/>
    <ds:schemaRef ds:uri="6c0f40a4-5ca6-43fd-98b2-499f57198b71"/>
    <ds:schemaRef ds:uri="http://schemas.microsoft.com/office/2006/metadata/properties"/>
    <ds:schemaRef ds:uri="http://purl.org/dc/terms/"/>
  </ds:schemaRefs>
</ds:datastoreItem>
</file>

<file path=customXml/itemProps4.xml><?xml version="1.0" encoding="utf-8"?>
<ds:datastoreItem xmlns:ds="http://schemas.openxmlformats.org/officeDocument/2006/customXml" ds:itemID="{DB489371-CA27-460E-899A-A665F4E02D91}"/>
</file>

<file path=docMetadata/LabelInfo.xml><?xml version="1.0" encoding="utf-8"?>
<clbl:labelList xmlns:clbl="http://schemas.microsoft.com/office/2020/mipLabelMetadata">
  <clbl:label id="{4978d09f-c8de-446a-ad17-731bb8b4c23e}" enabled="1" method="Standard" siteId="{3b2e8941-7948-4131-978a-b2dfc7295091}" removed="0"/>
</clbl:labelList>
</file>

<file path=docProps/app.xml><?xml version="1.0" encoding="utf-8"?>
<Properties xmlns="http://schemas.openxmlformats.org/officeDocument/2006/extended-properties" xmlns:vt="http://schemas.openxmlformats.org/officeDocument/2006/docPropsVTypes">
  <Template>blank</Template>
  <TotalTime>569</TotalTime>
  <Words>4612</Words>
  <Application>Microsoft Office PowerPoint</Application>
  <PresentationFormat>Widescreen</PresentationFormat>
  <Paragraphs>527</Paragraphs>
  <Slides>74</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74</vt:i4>
      </vt:variant>
    </vt:vector>
  </HeadingPairs>
  <TitlesOfParts>
    <vt:vector size="85" baseType="lpstr">
      <vt:lpstr>Aptos</vt:lpstr>
      <vt:lpstr>Arial</vt:lpstr>
      <vt:lpstr>Arial Black</vt:lpstr>
      <vt:lpstr>Calibri</vt:lpstr>
      <vt:lpstr>Cambria Math</vt:lpstr>
      <vt:lpstr>Courier New</vt:lpstr>
      <vt:lpstr>Museo Sans 300</vt:lpstr>
      <vt:lpstr>Museo Sans 900</vt:lpstr>
      <vt:lpstr>Nirmala UI Semilight</vt:lpstr>
      <vt:lpstr>Verdana</vt:lpstr>
      <vt:lpstr>PETRONAS template </vt:lpstr>
      <vt:lpstr>Base Layer Controller Assessment (BLCA)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Controller Performance Assessment Techniques</vt:lpstr>
      <vt:lpstr>PowerPoint Presentation</vt:lpstr>
      <vt:lpstr>PowerPoint Presentation</vt:lpstr>
      <vt:lpstr>PowerPoint Presentation</vt:lpstr>
      <vt:lpstr>PowerPoint Presentation</vt:lpstr>
      <vt:lpstr>PowerPoint Presentation</vt:lpstr>
      <vt:lpstr>Examples of  Base Layer Control Analysis</vt:lpstr>
      <vt:lpstr>PowerPoint Presentation</vt:lpstr>
      <vt:lpstr>PowerPoint Presentation</vt:lpstr>
      <vt:lpstr>PowerPoint Presentation</vt:lpstr>
      <vt:lpstr>PowerPoint Presentation</vt:lpstr>
      <vt:lpstr>PowerPoint Presentation</vt:lpstr>
      <vt:lpstr>PowerPoint Presentation</vt:lpstr>
      <vt:lpstr>Best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Sample Results &amp; Reporting</vt:lpstr>
      <vt:lpstr>Expected results from BLCA &amp; reported to OPU: </vt:lpstr>
      <vt:lpstr>Expected results from BLCA &amp; reported to OPU: </vt:lpstr>
      <vt:lpstr>Expected results from BLCA &amp; reported to OPU: </vt:lpstr>
      <vt:lpstr>Expected results from BLCA &amp; reported to OPU: </vt:lpstr>
      <vt:lpstr>Recap on BLC Index: </vt:lpstr>
      <vt:lpstr>Expected results from BLCA &amp; reported to OPU: </vt:lpstr>
      <vt:lpstr>Expected results from BLCA &amp; reported to OPU: </vt:lpstr>
      <vt:lpstr>Expected results from BLCA &amp; reported to OPU: </vt:lpstr>
      <vt:lpstr>Expected results from BLCA &amp; reported to OPU: </vt:lpstr>
      <vt:lpstr>Expected results from BLCA &amp; reported to OPU: </vt:lpstr>
      <vt:lpstr>PowerPoint Presentation</vt:lpstr>
      <vt:lpstr>PowerPoint Presentation</vt:lpstr>
      <vt:lpstr>Sample of Process Trending Improvement (if rectification is part of the scope)</vt:lpstr>
      <vt:lpstr>Configuring MDpro for Analysis</vt:lpstr>
      <vt:lpstr>Excel File Formatting </vt:lpstr>
      <vt:lpstr>Digital Data Tag Configuration</vt:lpstr>
      <vt:lpstr>Digital Data Tag Configuration</vt:lpstr>
      <vt:lpstr>Data Importing </vt:lpstr>
      <vt:lpstr>Data Importing </vt:lpstr>
      <vt:lpstr>Data Importing </vt:lpstr>
      <vt:lpstr>Data Importing </vt:lpstr>
      <vt:lpstr>Plot Trend Viewing </vt:lpstr>
      <vt:lpstr>Changing Plot Trend Viewing </vt:lpstr>
      <vt:lpstr>Data Statistics Viewing</vt:lpstr>
      <vt:lpstr>Data Statistics Viewing</vt:lpstr>
      <vt:lpstr>Data Segmentation</vt:lpstr>
      <vt:lpstr>Data Segmentation</vt:lpstr>
      <vt:lpstr>Data Segmentation</vt:lpstr>
      <vt:lpstr>X-Y Plotting </vt:lpstr>
      <vt:lpstr>Creating PI Tag folder and PI Tag Loop</vt:lpstr>
      <vt:lpstr>Creating PI Tag folder and PI Tag Loop</vt:lpstr>
      <vt:lpstr>Creating PI Tag folder and PI Tag Loop</vt:lpstr>
      <vt:lpstr>Creating PI Tag folder and PI Tag Loop</vt:lpstr>
      <vt:lpstr>Controller Performance Statistics</vt:lpstr>
      <vt:lpstr>Controller Performance Response Plots</vt:lpstr>
      <vt:lpstr>Controller Performance Response Plots</vt:lpstr>
      <vt:lpstr>Key take Away ????</vt:lpstr>
      <vt:lpstr>PowerPoint Presentation</vt:lpstr>
    </vt:vector>
  </TitlesOfParts>
  <Company>PETROLIAM NASIONAL BERHAD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 Po Low (GTS/PT&amp;HSSE)</dc:creator>
  <cp:lastModifiedBy>E Po Low (GTS/PT&amp;HSSE)</cp:lastModifiedBy>
  <cp:revision>1</cp:revision>
  <dcterms:created xsi:type="dcterms:W3CDTF">2026-07-06T01:46:01Z</dcterms:created>
  <dcterms:modified xsi:type="dcterms:W3CDTF">2026-08-04T03:09:34Z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0x010100790DFB78D8531E479B710DA00D706E1B0100B86E787AA749664DB539B8CB3A363D27</vt:lpwstr>
  </property>
  <property fmtid="{D5CDD505-2E9C-101B-9397-08002B2CF9AE}" pid="3" name="MSIP_Label_4978d09f-c8de-446a-ad17-731bb8b4c23e_Enabled">
    <vt:lpwstr>true</vt:lpwstr>
  </property>
  <property fmtid="{D5CDD505-2E9C-101B-9397-08002B2CF9AE}" pid="4" name="MSIP_Label_4978d09f-c8de-446a-ad17-731bb8b4c23e_SetDate">
    <vt:lpwstr>2025-03-03T00:16:21Z</vt:lpwstr>
  </property>
  <property fmtid="{D5CDD505-2E9C-101B-9397-08002B2CF9AE}" pid="5" name="MSIP_Label_4978d09f-c8de-446a-ad17-731bb8b4c23e_Method">
    <vt:lpwstr>Standard</vt:lpwstr>
  </property>
  <property fmtid="{D5CDD505-2E9C-101B-9397-08002B2CF9AE}" pid="6" name="MSIP_Label_4978d09f-c8de-446a-ad17-731bb8b4c23e_Name">
    <vt:lpwstr>For Internal Distribution Only</vt:lpwstr>
  </property>
  <property fmtid="{D5CDD505-2E9C-101B-9397-08002B2CF9AE}" pid="7" name="MSIP_Label_4978d09f-c8de-446a-ad17-731bb8b4c23e_SiteId">
    <vt:lpwstr>3b2e8941-7948-4131-978a-b2dfc7295091</vt:lpwstr>
  </property>
  <property fmtid="{D5CDD505-2E9C-101B-9397-08002B2CF9AE}" pid="8" name="MSIP_Label_4978d09f-c8de-446a-ad17-731bb8b4c23e_ActionId">
    <vt:lpwstr>9645285a-a736-44e4-bc63-d1d95673fbb9</vt:lpwstr>
  </property>
  <property fmtid="{D5CDD505-2E9C-101B-9397-08002B2CF9AE}" pid="9" name="MSIP_Label_4978d09f-c8de-446a-ad17-731bb8b4c23e_ContentBits">
    <vt:lpwstr>1</vt:lpwstr>
  </property>
  <property fmtid="{D5CDD505-2E9C-101B-9397-08002B2CF9AE}" pid="10" name="MSIP_Label_4978d09f-c8de-446a-ad17-731bb8b4c23e_Tag">
    <vt:lpwstr>10, 3, 0, 2</vt:lpwstr>
  </property>
  <property fmtid="{D5CDD505-2E9C-101B-9397-08002B2CF9AE}" pid="11" name="ClassificationContentMarkingHeaderLocations">
    <vt:lpwstr>PETRONAS template :5</vt:lpwstr>
  </property>
  <property fmtid="{D5CDD505-2E9C-101B-9397-08002B2CF9AE}" pid="12" name="ClassificationContentMarkingHeaderText">
    <vt:lpwstr>For Internal Use - For Internal Distribution Only</vt:lpwstr>
  </property>
  <property fmtid="{D5CDD505-2E9C-101B-9397-08002B2CF9AE}" pid="13" name="MediaServiceImageTags">
    <vt:lpwstr/>
  </property>
  <property fmtid="{D5CDD505-2E9C-101B-9397-08002B2CF9AE}" pid="14" name="Business GTS">
    <vt:lpwstr>8;#Default|ed352a22-1a5d-4fe9-9116-40d4c3a3d56a</vt:lpwstr>
  </property>
  <property fmtid="{D5CDD505-2E9C-101B-9397-08002B2CF9AE}" pid="15" name="Business_x0020_GTS">
    <vt:lpwstr>8;#Default|ed352a22-1a5d-4fe9-9116-40d4c3a3d56a</vt:lpwstr>
  </property>
  <property fmtid="{D5CDD505-2E9C-101B-9397-08002B2CF9AE}" pid="16" name="lcf76f155ced4ddcb4097134ff3c332f">
    <vt:lpwstr/>
  </property>
</Properties>
</file>